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5.jpg" ContentType="image/jpe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303" r:id="rId2"/>
    <p:sldId id="297" r:id="rId3"/>
    <p:sldId id="307" r:id="rId4"/>
    <p:sldId id="308" r:id="rId5"/>
    <p:sldId id="299" r:id="rId6"/>
    <p:sldId id="300" r:id="rId7"/>
    <p:sldId id="257" r:id="rId8"/>
    <p:sldId id="301" r:id="rId9"/>
    <p:sldId id="302" r:id="rId10"/>
    <p:sldId id="295" r:id="rId11"/>
    <p:sldId id="296"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305" r:id="rId29"/>
    <p:sldId id="306"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2984" userDrawn="1">
          <p15:clr>
            <a:srgbClr val="A4A3A4"/>
          </p15:clr>
        </p15:guide>
        <p15:guide id="2" pos="23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BA2089-FE5F-4C0D-83CE-766C1C1C977A}" v="5" dt="2025-12-13T08:32:59.53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93" autoAdjust="0"/>
    <p:restoredTop sz="95033" autoAdjust="0"/>
  </p:normalViewPr>
  <p:slideViewPr>
    <p:cSldViewPr>
      <p:cViewPr varScale="1">
        <p:scale>
          <a:sx n="59" d="100"/>
          <a:sy n="59" d="100"/>
        </p:scale>
        <p:origin x="2314" y="62"/>
      </p:cViewPr>
      <p:guideLst>
        <p:guide orient="horz" pos="2984"/>
        <p:guide pos="23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79900" y="0"/>
            <a:ext cx="3275013" cy="536575"/>
          </a:xfrm>
          <a:prstGeom prst="rect">
            <a:avLst/>
          </a:prstGeom>
        </p:spPr>
        <p:txBody>
          <a:bodyPr vert="horz" lIns="91440" tIns="45720" rIns="91440" bIns="45720" rtlCol="0"/>
          <a:lstStyle>
            <a:lvl1pPr algn="r">
              <a:defRPr sz="1200"/>
            </a:lvl1pPr>
          </a:lstStyle>
          <a:p>
            <a:fld id="{14C562D0-8249-4C44-A822-0538AE33755C}" type="datetimeFigureOut">
              <a:rPr lang="en-IN" smtClean="0"/>
              <a:t>14-12-2025</a:t>
            </a:fld>
            <a:endParaRPr lang="en-IN"/>
          </a:p>
        </p:txBody>
      </p:sp>
      <p:sp>
        <p:nvSpPr>
          <p:cNvPr id="4" name="Slide Image Placeholder 3"/>
          <p:cNvSpPr>
            <a:spLocks noGrp="1" noRot="1" noChangeAspect="1"/>
          </p:cNvSpPr>
          <p:nvPr>
            <p:ph type="sldImg" idx="2"/>
          </p:nvPr>
        </p:nvSpPr>
        <p:spPr>
          <a:xfrm>
            <a:off x="2503488" y="1336675"/>
            <a:ext cx="2549525"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6675"/>
            <a:ext cx="6045200"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6825"/>
            <a:ext cx="3275013"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79900" y="10156825"/>
            <a:ext cx="3275013" cy="536575"/>
          </a:xfrm>
          <a:prstGeom prst="rect">
            <a:avLst/>
          </a:prstGeom>
        </p:spPr>
        <p:txBody>
          <a:bodyPr vert="horz" lIns="91440" tIns="45720" rIns="91440" bIns="45720" rtlCol="0" anchor="b"/>
          <a:lstStyle>
            <a:lvl1pPr algn="r">
              <a:defRPr sz="1200"/>
            </a:lvl1pPr>
          </a:lstStyle>
          <a:p>
            <a:fld id="{307D9593-4930-4F11-8C7E-A51BF8DC7743}" type="slidenum">
              <a:rPr lang="en-IN" smtClean="0"/>
              <a:t>‹#›</a:t>
            </a:fld>
            <a:endParaRPr lang="en-IN"/>
          </a:p>
        </p:txBody>
      </p:sp>
    </p:spTree>
    <p:extLst>
      <p:ext uri="{BB962C8B-B14F-4D97-AF65-F5344CB8AC3E}">
        <p14:creationId xmlns:p14="http://schemas.microsoft.com/office/powerpoint/2010/main" val="2452825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7D9593-4930-4F11-8C7E-A51BF8DC7743}" type="slidenum">
              <a:rPr lang="en-IN" smtClean="0"/>
              <a:t>3</a:t>
            </a:fld>
            <a:endParaRPr lang="en-IN"/>
          </a:p>
        </p:txBody>
      </p:sp>
    </p:spTree>
    <p:extLst>
      <p:ext uri="{BB962C8B-B14F-4D97-AF65-F5344CB8AC3E}">
        <p14:creationId xmlns:p14="http://schemas.microsoft.com/office/powerpoint/2010/main" val="1519778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7D9593-4930-4F11-8C7E-A51BF8DC7743}" type="slidenum">
              <a:rPr lang="en-IN" smtClean="0"/>
              <a:t>5</a:t>
            </a:fld>
            <a:endParaRPr lang="en-IN"/>
          </a:p>
        </p:txBody>
      </p:sp>
    </p:spTree>
    <p:extLst>
      <p:ext uri="{BB962C8B-B14F-4D97-AF65-F5344CB8AC3E}">
        <p14:creationId xmlns:p14="http://schemas.microsoft.com/office/powerpoint/2010/main" val="464481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7D9593-4930-4F11-8C7E-A51BF8DC7743}" type="slidenum">
              <a:rPr lang="en-IN" smtClean="0"/>
              <a:t>33</a:t>
            </a:fld>
            <a:endParaRPr lang="en-IN"/>
          </a:p>
        </p:txBody>
      </p:sp>
    </p:spTree>
    <p:extLst>
      <p:ext uri="{BB962C8B-B14F-4D97-AF65-F5344CB8AC3E}">
        <p14:creationId xmlns:p14="http://schemas.microsoft.com/office/powerpoint/2010/main" val="2778832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7D9593-4930-4F11-8C7E-A51BF8DC7743}" type="slidenum">
              <a:rPr lang="en-IN" smtClean="0"/>
              <a:t>46</a:t>
            </a:fld>
            <a:endParaRPr lang="en-IN"/>
          </a:p>
        </p:txBody>
      </p:sp>
    </p:spTree>
    <p:extLst>
      <p:ext uri="{BB962C8B-B14F-4D97-AF65-F5344CB8AC3E}">
        <p14:creationId xmlns:p14="http://schemas.microsoft.com/office/powerpoint/2010/main" val="285695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dirty="0"/>
              <a:t>Dept.</a:t>
            </a:r>
            <a:r>
              <a:rPr spc="-20" dirty="0"/>
              <a:t> </a:t>
            </a:r>
            <a:r>
              <a:rPr dirty="0"/>
              <a:t>Of</a:t>
            </a:r>
            <a:r>
              <a:rPr spc="-25" dirty="0"/>
              <a:t> </a:t>
            </a:r>
            <a:r>
              <a:rPr spc="-10" dirty="0"/>
              <a:t>CSE,CBIT</a:t>
            </a:r>
          </a:p>
        </p:txBody>
      </p:sp>
      <p:sp>
        <p:nvSpPr>
          <p:cNvPr id="5" name="Holder 5"/>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0" dirty="0"/>
              <a:t>2023-</a:t>
            </a:r>
            <a:r>
              <a:rPr spc="-25" dirty="0"/>
              <a:t>24</a:t>
            </a:r>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76200">
              <a:lnSpc>
                <a:spcPts val="141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dirty="0"/>
              <a:t>Dept.</a:t>
            </a:r>
            <a:r>
              <a:rPr spc="-20" dirty="0"/>
              <a:t> </a:t>
            </a:r>
            <a:r>
              <a:rPr dirty="0"/>
              <a:t>Of</a:t>
            </a:r>
            <a:r>
              <a:rPr spc="-25" dirty="0"/>
              <a:t> </a:t>
            </a:r>
            <a:r>
              <a:rPr spc="-10" dirty="0"/>
              <a:t>CSE,CBIT</a:t>
            </a:r>
          </a:p>
        </p:txBody>
      </p:sp>
      <p:sp>
        <p:nvSpPr>
          <p:cNvPr id="5" name="Holder 5"/>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0" dirty="0"/>
              <a:t>2023-</a:t>
            </a:r>
            <a:r>
              <a:rPr spc="-25" dirty="0"/>
              <a:t>24</a:t>
            </a:r>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76200">
              <a:lnSpc>
                <a:spcPts val="141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dirty="0"/>
              <a:t>Dept.</a:t>
            </a:r>
            <a:r>
              <a:rPr spc="-20" dirty="0"/>
              <a:t> </a:t>
            </a:r>
            <a:r>
              <a:rPr dirty="0"/>
              <a:t>Of</a:t>
            </a:r>
            <a:r>
              <a:rPr spc="-25" dirty="0"/>
              <a:t> </a:t>
            </a:r>
            <a:r>
              <a:rPr spc="-10" dirty="0"/>
              <a:t>CSE,CBIT</a:t>
            </a:r>
          </a:p>
        </p:txBody>
      </p:sp>
      <p:sp>
        <p:nvSpPr>
          <p:cNvPr id="6" name="Holder 6"/>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0" dirty="0"/>
              <a:t>2023-</a:t>
            </a:r>
            <a:r>
              <a:rPr spc="-25" dirty="0"/>
              <a:t>24</a:t>
            </a:r>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76200">
              <a:lnSpc>
                <a:spcPts val="141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dirty="0"/>
              <a:t>Dept.</a:t>
            </a:r>
            <a:r>
              <a:rPr spc="-20" dirty="0"/>
              <a:t> </a:t>
            </a:r>
            <a:r>
              <a:rPr dirty="0"/>
              <a:t>Of</a:t>
            </a:r>
            <a:r>
              <a:rPr spc="-25" dirty="0"/>
              <a:t> </a:t>
            </a:r>
            <a:r>
              <a:rPr spc="-10" dirty="0"/>
              <a:t>CSE,CBIT</a:t>
            </a:r>
          </a:p>
        </p:txBody>
      </p:sp>
      <p:sp>
        <p:nvSpPr>
          <p:cNvPr id="4" name="Holder 4"/>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0" dirty="0"/>
              <a:t>2023-</a:t>
            </a:r>
            <a:r>
              <a:rPr spc="-25" dirty="0"/>
              <a:t>24</a:t>
            </a:r>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76200">
              <a:lnSpc>
                <a:spcPts val="141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dirty="0"/>
              <a:t>Dept.</a:t>
            </a:r>
            <a:r>
              <a:rPr spc="-20" dirty="0"/>
              <a:t> </a:t>
            </a:r>
            <a:r>
              <a:rPr dirty="0"/>
              <a:t>Of</a:t>
            </a:r>
            <a:r>
              <a:rPr spc="-25" dirty="0"/>
              <a:t> </a:t>
            </a:r>
            <a:r>
              <a:rPr spc="-10" dirty="0"/>
              <a:t>CSE,CBIT</a:t>
            </a:r>
          </a:p>
        </p:txBody>
      </p:sp>
      <p:sp>
        <p:nvSpPr>
          <p:cNvPr id="3" name="Holder 3"/>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spc="-10" dirty="0"/>
              <a:t>2023-</a:t>
            </a:r>
            <a:r>
              <a:rPr spc="-25" dirty="0"/>
              <a:t>24</a:t>
            </a:r>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76200">
              <a:lnSpc>
                <a:spcPts val="1410"/>
              </a:lnSpc>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258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8142" y="427736"/>
            <a:ext cx="6806565" cy="17109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886764" y="9972378"/>
            <a:ext cx="1261745"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r>
              <a:rPr dirty="0"/>
              <a:t>Dept.</a:t>
            </a:r>
            <a:r>
              <a:rPr spc="-20" dirty="0"/>
              <a:t> </a:t>
            </a:r>
            <a:r>
              <a:rPr dirty="0"/>
              <a:t>Of</a:t>
            </a:r>
            <a:r>
              <a:rPr spc="-25" dirty="0"/>
              <a:t> </a:t>
            </a:r>
            <a:r>
              <a:rPr spc="-10" dirty="0"/>
              <a:t>CSE,CBIT</a:t>
            </a:r>
          </a:p>
        </p:txBody>
      </p:sp>
      <p:sp>
        <p:nvSpPr>
          <p:cNvPr id="5" name="Holder 5"/>
          <p:cNvSpPr>
            <a:spLocks noGrp="1"/>
          </p:cNvSpPr>
          <p:nvPr>
            <p:ph type="dt" sz="half" idx="6"/>
          </p:nvPr>
        </p:nvSpPr>
        <p:spPr>
          <a:xfrm>
            <a:off x="6500621" y="9972378"/>
            <a:ext cx="533400"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r>
              <a:rPr spc="-10" dirty="0"/>
              <a:t>2023-</a:t>
            </a:r>
            <a:r>
              <a:rPr spc="-25" dirty="0"/>
              <a:t>24</a:t>
            </a:r>
          </a:p>
        </p:txBody>
      </p:sp>
      <p:sp>
        <p:nvSpPr>
          <p:cNvPr id="6" name="Holder 6"/>
          <p:cNvSpPr>
            <a:spLocks noGrp="1"/>
          </p:cNvSpPr>
          <p:nvPr>
            <p:ph type="sldNum" sz="quarter" idx="7"/>
          </p:nvPr>
        </p:nvSpPr>
        <p:spPr>
          <a:xfrm>
            <a:off x="3755771" y="9972378"/>
            <a:ext cx="241300"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76200">
              <a:lnSpc>
                <a:spcPts val="141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Problem-solving" TargetMode="External"/><Relationship Id="rId2" Type="http://schemas.openxmlformats.org/officeDocument/2006/relationships/hyperlink" Target="https://en.wikipedia.org/wiki/System" TargetMode="External"/><Relationship Id="rId1" Type="http://schemas.openxmlformats.org/officeDocument/2006/relationships/slideLayout" Target="../slideLayouts/slideLayout5.xml"/><Relationship Id="rId5" Type="http://schemas.openxmlformats.org/officeDocument/2006/relationships/hyperlink" Target="https://en.wikipedia.org/wiki/Interdisciplinary_field" TargetMode="External"/><Relationship Id="rId4" Type="http://schemas.openxmlformats.org/officeDocument/2006/relationships/hyperlink" Target="https://en.wikipedia.org/wiki/System_engineering"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hyperlink" Target="https://doi.org/10.1007/s11042-020-10156-5" TargetMode="Externa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186" y="1074757"/>
            <a:ext cx="5470200" cy="8205300"/>
          </a:xfrm>
          <a:prstGeom prst="rect">
            <a:avLst/>
          </a:prstGeom>
        </p:spPr>
      </p:pic>
      <p:sp>
        <p:nvSpPr>
          <p:cNvPr id="3" name="object 3"/>
          <p:cNvSpPr txBox="1"/>
          <p:nvPr/>
        </p:nvSpPr>
        <p:spPr>
          <a:xfrm>
            <a:off x="1333288" y="1130832"/>
            <a:ext cx="4656755" cy="595753"/>
          </a:xfrm>
          <a:prstGeom prst="rect">
            <a:avLst/>
          </a:prstGeom>
        </p:spPr>
        <p:txBody>
          <a:bodyPr vert="horz" wrap="square" lIns="0" tIns="88283" rIns="0" bIns="0" rtlCol="0">
            <a:spAutoFit/>
          </a:bodyPr>
          <a:lstStyle/>
          <a:p>
            <a:pPr algn="ctr">
              <a:spcBef>
                <a:spcPts val="695"/>
              </a:spcBef>
            </a:pPr>
            <a:r>
              <a:rPr sz="1556" b="1" spc="-44" dirty="0">
                <a:solidFill>
                  <a:srgbClr val="0933BE"/>
                </a:solidFill>
                <a:latin typeface="Times New Roman"/>
                <a:cs typeface="Times New Roman"/>
              </a:rPr>
              <a:t>VISVESVARAYA</a:t>
            </a:r>
            <a:r>
              <a:rPr sz="1556" b="1" spc="-10" dirty="0">
                <a:solidFill>
                  <a:srgbClr val="0933BE"/>
                </a:solidFill>
                <a:latin typeface="Times New Roman"/>
                <a:cs typeface="Times New Roman"/>
              </a:rPr>
              <a:t> TECHNOLOGICAL</a:t>
            </a:r>
            <a:r>
              <a:rPr sz="1556" b="1" spc="-5" dirty="0">
                <a:solidFill>
                  <a:srgbClr val="0933BE"/>
                </a:solidFill>
                <a:latin typeface="Times New Roman"/>
                <a:cs typeface="Times New Roman"/>
              </a:rPr>
              <a:t> </a:t>
            </a:r>
            <a:r>
              <a:rPr sz="1556" b="1" spc="-10" dirty="0">
                <a:solidFill>
                  <a:srgbClr val="0933BE"/>
                </a:solidFill>
                <a:latin typeface="Times New Roman"/>
                <a:cs typeface="Times New Roman"/>
              </a:rPr>
              <a:t>UNIVERSITY</a:t>
            </a:r>
            <a:endParaRPr sz="1556">
              <a:latin typeface="Times New Roman"/>
              <a:cs typeface="Times New Roman"/>
            </a:endParaRPr>
          </a:p>
          <a:p>
            <a:pPr marL="8643" algn="ctr">
              <a:spcBef>
                <a:spcPts val="510"/>
              </a:spcBef>
            </a:pPr>
            <a:r>
              <a:rPr sz="1264" b="1" dirty="0">
                <a:latin typeface="Times New Roman"/>
                <a:cs typeface="Times New Roman"/>
              </a:rPr>
              <a:t>“Jnana</a:t>
            </a:r>
            <a:r>
              <a:rPr sz="1264" b="1" spc="5" dirty="0">
                <a:latin typeface="Times New Roman"/>
                <a:cs typeface="Times New Roman"/>
              </a:rPr>
              <a:t> </a:t>
            </a:r>
            <a:r>
              <a:rPr sz="1264" b="1" dirty="0">
                <a:latin typeface="Times New Roman"/>
                <a:cs typeface="Times New Roman"/>
              </a:rPr>
              <a:t>Sangama”,</a:t>
            </a:r>
            <a:r>
              <a:rPr sz="1264" b="1" spc="10" dirty="0">
                <a:latin typeface="Times New Roman"/>
                <a:cs typeface="Times New Roman"/>
              </a:rPr>
              <a:t> </a:t>
            </a:r>
            <a:r>
              <a:rPr sz="1264" b="1" dirty="0">
                <a:latin typeface="Times New Roman"/>
                <a:cs typeface="Times New Roman"/>
              </a:rPr>
              <a:t>Belagavi</a:t>
            </a:r>
            <a:r>
              <a:rPr sz="1264" b="1" spc="10" dirty="0">
                <a:latin typeface="Times New Roman"/>
                <a:cs typeface="Times New Roman"/>
              </a:rPr>
              <a:t> </a:t>
            </a:r>
            <a:r>
              <a:rPr sz="1264" b="1" dirty="0">
                <a:latin typeface="Times New Roman"/>
                <a:cs typeface="Times New Roman"/>
              </a:rPr>
              <a:t>–</a:t>
            </a:r>
            <a:r>
              <a:rPr sz="1264" b="1" spc="10" dirty="0">
                <a:latin typeface="Times New Roman"/>
                <a:cs typeface="Times New Roman"/>
              </a:rPr>
              <a:t> </a:t>
            </a:r>
            <a:r>
              <a:rPr sz="1264" b="1" spc="-10" dirty="0">
                <a:latin typeface="Times New Roman"/>
                <a:cs typeface="Times New Roman"/>
              </a:rPr>
              <a:t>560018.</a:t>
            </a:r>
            <a:endParaRPr sz="1264">
              <a:latin typeface="Times New Roman"/>
              <a:cs typeface="Times New Roman"/>
            </a:endParaRPr>
          </a:p>
        </p:txBody>
      </p:sp>
      <p:sp>
        <p:nvSpPr>
          <p:cNvPr id="4" name="object 4"/>
          <p:cNvSpPr txBox="1"/>
          <p:nvPr/>
        </p:nvSpPr>
        <p:spPr>
          <a:xfrm>
            <a:off x="1191269" y="2953686"/>
            <a:ext cx="4940741" cy="1456727"/>
          </a:xfrm>
          <a:prstGeom prst="rect">
            <a:avLst/>
          </a:prstGeom>
        </p:spPr>
        <p:txBody>
          <a:bodyPr vert="horz" wrap="square" lIns="0" tIns="11730" rIns="0" bIns="0" rtlCol="0">
            <a:spAutoFit/>
          </a:bodyPr>
          <a:lstStyle/>
          <a:p>
            <a:pPr marL="1552628" marR="1502005" algn="ctr">
              <a:lnSpc>
                <a:spcPct val="140500"/>
              </a:lnSpc>
              <a:spcBef>
                <a:spcPts val="92"/>
              </a:spcBef>
            </a:pPr>
            <a:r>
              <a:rPr sz="1069" b="1" dirty="0">
                <a:latin typeface="Times New Roman"/>
                <a:cs typeface="Times New Roman"/>
              </a:rPr>
              <a:t>A</a:t>
            </a:r>
            <a:r>
              <a:rPr sz="1069" b="1" spc="53" dirty="0">
                <a:latin typeface="Times New Roman"/>
                <a:cs typeface="Times New Roman"/>
              </a:rPr>
              <a:t> </a:t>
            </a:r>
            <a:r>
              <a:rPr sz="1069" b="1" dirty="0">
                <a:latin typeface="Times New Roman"/>
                <a:cs typeface="Times New Roman"/>
              </a:rPr>
              <a:t>MINI</a:t>
            </a:r>
            <a:r>
              <a:rPr sz="1069" b="1" spc="58" dirty="0">
                <a:latin typeface="Times New Roman"/>
                <a:cs typeface="Times New Roman"/>
              </a:rPr>
              <a:t> </a:t>
            </a:r>
            <a:r>
              <a:rPr sz="1069" b="1" dirty="0">
                <a:latin typeface="Times New Roman"/>
                <a:cs typeface="Times New Roman"/>
              </a:rPr>
              <a:t>PROJECT</a:t>
            </a:r>
            <a:r>
              <a:rPr sz="1069" b="1" spc="58" dirty="0">
                <a:latin typeface="Times New Roman"/>
                <a:cs typeface="Times New Roman"/>
              </a:rPr>
              <a:t> </a:t>
            </a:r>
            <a:r>
              <a:rPr lang="en-US" sz="1069" b="1" spc="-10" dirty="0">
                <a:latin typeface="Times New Roman"/>
                <a:cs typeface="Times New Roman"/>
              </a:rPr>
              <a:t>REPORT</a:t>
            </a:r>
            <a:r>
              <a:rPr sz="1069" b="1" spc="-10" dirty="0">
                <a:latin typeface="Times New Roman"/>
                <a:cs typeface="Times New Roman"/>
              </a:rPr>
              <a:t> </a:t>
            </a:r>
            <a:r>
              <a:rPr sz="1069" b="1" spc="-24" dirty="0">
                <a:latin typeface="Times New Roman"/>
                <a:cs typeface="Times New Roman"/>
              </a:rPr>
              <a:t>ON</a:t>
            </a:r>
            <a:endParaRPr sz="1069" dirty="0">
              <a:latin typeface="Times New Roman"/>
              <a:cs typeface="Times New Roman"/>
            </a:endParaRPr>
          </a:p>
          <a:p>
            <a:pPr marL="11730" marR="4939" algn="ctr">
              <a:lnSpc>
                <a:spcPts val="1682"/>
              </a:lnSpc>
              <a:spcBef>
                <a:spcPts val="608"/>
              </a:spcBef>
            </a:pPr>
            <a:r>
              <a:rPr sz="1458" b="1" spc="-10" dirty="0">
                <a:solidFill>
                  <a:srgbClr val="BF0000"/>
                </a:solidFill>
                <a:latin typeface="Times New Roman"/>
                <a:cs typeface="Times New Roman"/>
              </a:rPr>
              <a:t>“</a:t>
            </a:r>
            <a:r>
              <a:rPr lang="en-IN" sz="1361" b="1" dirty="0">
                <a:solidFill>
                  <a:srgbClr val="FF0000"/>
                </a:solidFill>
                <a:latin typeface="Times New Roman" panose="02020603050405020304" pitchFamily="18" charset="0"/>
                <a:cs typeface="Times New Roman" panose="02020603050405020304" pitchFamily="18" charset="0"/>
              </a:rPr>
              <a:t>GESTURE CONTROLLED VIRTUAL MOUSE</a:t>
            </a:r>
            <a:r>
              <a:rPr sz="1458" b="1" spc="-24" dirty="0">
                <a:solidFill>
                  <a:srgbClr val="BF0000"/>
                </a:solidFill>
                <a:latin typeface="Times New Roman"/>
                <a:cs typeface="Times New Roman"/>
              </a:rPr>
              <a:t>”</a:t>
            </a:r>
            <a:endParaRPr sz="1458" dirty="0">
              <a:latin typeface="Times New Roman"/>
              <a:cs typeface="Times New Roman"/>
            </a:endParaRPr>
          </a:p>
          <a:p>
            <a:pPr marL="8643" algn="ctr">
              <a:spcBef>
                <a:spcPts val="457"/>
              </a:spcBef>
            </a:pPr>
            <a:r>
              <a:rPr sz="1069" dirty="0">
                <a:latin typeface="Times New Roman"/>
                <a:cs typeface="Times New Roman"/>
              </a:rPr>
              <a:t>Submitted</a:t>
            </a:r>
            <a:r>
              <a:rPr sz="1069" spc="73" dirty="0">
                <a:latin typeface="Times New Roman"/>
                <a:cs typeface="Times New Roman"/>
              </a:rPr>
              <a:t> </a:t>
            </a:r>
            <a:r>
              <a:rPr sz="1069" dirty="0">
                <a:latin typeface="Times New Roman"/>
                <a:cs typeface="Times New Roman"/>
              </a:rPr>
              <a:t>in</a:t>
            </a:r>
            <a:r>
              <a:rPr sz="1069" spc="78" dirty="0">
                <a:latin typeface="Times New Roman"/>
                <a:cs typeface="Times New Roman"/>
              </a:rPr>
              <a:t> </a:t>
            </a:r>
            <a:r>
              <a:rPr sz="1069" dirty="0">
                <a:latin typeface="Times New Roman"/>
                <a:cs typeface="Times New Roman"/>
              </a:rPr>
              <a:t>partial</a:t>
            </a:r>
            <a:r>
              <a:rPr sz="1069" spc="78" dirty="0">
                <a:latin typeface="Times New Roman"/>
                <a:cs typeface="Times New Roman"/>
              </a:rPr>
              <a:t> </a:t>
            </a:r>
            <a:r>
              <a:rPr sz="1069" dirty="0">
                <a:latin typeface="Times New Roman"/>
                <a:cs typeface="Times New Roman"/>
              </a:rPr>
              <a:t>fulfillment</a:t>
            </a:r>
            <a:r>
              <a:rPr sz="1069" spc="73" dirty="0">
                <a:latin typeface="Times New Roman"/>
                <a:cs typeface="Times New Roman"/>
              </a:rPr>
              <a:t> </a:t>
            </a:r>
            <a:r>
              <a:rPr sz="1069" dirty="0">
                <a:latin typeface="Times New Roman"/>
                <a:cs typeface="Times New Roman"/>
              </a:rPr>
              <a:t>for</a:t>
            </a:r>
            <a:r>
              <a:rPr sz="1069" spc="78" dirty="0">
                <a:latin typeface="Times New Roman"/>
                <a:cs typeface="Times New Roman"/>
              </a:rPr>
              <a:t> </a:t>
            </a:r>
            <a:r>
              <a:rPr sz="1069" dirty="0">
                <a:latin typeface="Times New Roman"/>
                <a:cs typeface="Times New Roman"/>
              </a:rPr>
              <a:t>the</a:t>
            </a:r>
            <a:r>
              <a:rPr sz="1069" spc="78" dirty="0">
                <a:latin typeface="Times New Roman"/>
                <a:cs typeface="Times New Roman"/>
              </a:rPr>
              <a:t> </a:t>
            </a:r>
            <a:r>
              <a:rPr sz="1069" dirty="0">
                <a:latin typeface="Times New Roman"/>
                <a:cs typeface="Times New Roman"/>
              </a:rPr>
              <a:t>award</a:t>
            </a:r>
            <a:r>
              <a:rPr sz="1069" spc="78" dirty="0">
                <a:latin typeface="Times New Roman"/>
                <a:cs typeface="Times New Roman"/>
              </a:rPr>
              <a:t> </a:t>
            </a:r>
            <a:r>
              <a:rPr sz="1069" spc="-24" dirty="0">
                <a:latin typeface="Times New Roman"/>
                <a:cs typeface="Times New Roman"/>
              </a:rPr>
              <a:t>of</a:t>
            </a:r>
            <a:endParaRPr sz="1069" dirty="0">
              <a:latin typeface="Times New Roman"/>
              <a:cs typeface="Times New Roman"/>
            </a:endParaRPr>
          </a:p>
          <a:p>
            <a:pPr marL="8643" algn="ctr">
              <a:spcBef>
                <a:spcPts val="501"/>
              </a:spcBef>
            </a:pPr>
            <a:r>
              <a:rPr sz="1069" b="1" dirty="0">
                <a:latin typeface="Times New Roman"/>
                <a:cs typeface="Times New Roman"/>
              </a:rPr>
              <a:t>Bachelor</a:t>
            </a:r>
            <a:r>
              <a:rPr sz="1069" b="1" spc="68" dirty="0">
                <a:latin typeface="Times New Roman"/>
                <a:cs typeface="Times New Roman"/>
              </a:rPr>
              <a:t> </a:t>
            </a:r>
            <a:r>
              <a:rPr sz="1069" b="1" dirty="0">
                <a:latin typeface="Times New Roman"/>
                <a:cs typeface="Times New Roman"/>
              </a:rPr>
              <a:t>of</a:t>
            </a:r>
            <a:r>
              <a:rPr sz="1069" b="1" spc="68" dirty="0">
                <a:latin typeface="Times New Roman"/>
                <a:cs typeface="Times New Roman"/>
              </a:rPr>
              <a:t> </a:t>
            </a:r>
            <a:r>
              <a:rPr sz="1069" b="1" dirty="0">
                <a:latin typeface="Times New Roman"/>
                <a:cs typeface="Times New Roman"/>
              </a:rPr>
              <a:t>Engineering</a:t>
            </a:r>
            <a:r>
              <a:rPr sz="1069" b="1" spc="68" dirty="0">
                <a:latin typeface="Times New Roman"/>
                <a:cs typeface="Times New Roman"/>
              </a:rPr>
              <a:t> </a:t>
            </a:r>
            <a:r>
              <a:rPr sz="1069" b="1" dirty="0">
                <a:latin typeface="Times New Roman"/>
                <a:cs typeface="Times New Roman"/>
              </a:rPr>
              <a:t>in</a:t>
            </a:r>
            <a:r>
              <a:rPr sz="1069" b="1" spc="68" dirty="0">
                <a:latin typeface="Times New Roman"/>
                <a:cs typeface="Times New Roman"/>
              </a:rPr>
              <a:t> </a:t>
            </a:r>
            <a:r>
              <a:rPr sz="1069" b="1" dirty="0">
                <a:latin typeface="Times New Roman"/>
                <a:cs typeface="Times New Roman"/>
              </a:rPr>
              <a:t>Computer</a:t>
            </a:r>
            <a:r>
              <a:rPr sz="1069" b="1" spc="68" dirty="0">
                <a:latin typeface="Times New Roman"/>
                <a:cs typeface="Times New Roman"/>
              </a:rPr>
              <a:t> </a:t>
            </a:r>
            <a:r>
              <a:rPr sz="1069" b="1" dirty="0">
                <a:latin typeface="Times New Roman"/>
                <a:cs typeface="Times New Roman"/>
              </a:rPr>
              <a:t>Science</a:t>
            </a:r>
            <a:r>
              <a:rPr sz="1069" b="1" spc="68" dirty="0">
                <a:latin typeface="Times New Roman"/>
                <a:cs typeface="Times New Roman"/>
              </a:rPr>
              <a:t> </a:t>
            </a:r>
            <a:r>
              <a:rPr sz="1069" b="1" dirty="0">
                <a:latin typeface="Times New Roman"/>
                <a:cs typeface="Times New Roman"/>
              </a:rPr>
              <a:t>and</a:t>
            </a:r>
            <a:r>
              <a:rPr sz="1069" b="1" spc="68" dirty="0">
                <a:latin typeface="Times New Roman"/>
                <a:cs typeface="Times New Roman"/>
              </a:rPr>
              <a:t> </a:t>
            </a:r>
            <a:r>
              <a:rPr sz="1069" b="1" spc="-10" dirty="0">
                <a:latin typeface="Times New Roman"/>
                <a:cs typeface="Times New Roman"/>
              </a:rPr>
              <a:t>Engineering</a:t>
            </a:r>
            <a:endParaRPr sz="1069" dirty="0">
              <a:latin typeface="Times New Roman"/>
              <a:cs typeface="Times New Roman"/>
            </a:endParaRPr>
          </a:p>
          <a:p>
            <a:pPr marL="8643" algn="ctr">
              <a:spcBef>
                <a:spcPts val="501"/>
              </a:spcBef>
            </a:pPr>
            <a:r>
              <a:rPr sz="1069" spc="-24" dirty="0">
                <a:latin typeface="Times New Roman"/>
                <a:cs typeface="Times New Roman"/>
              </a:rPr>
              <a:t>By</a:t>
            </a:r>
            <a:endParaRPr sz="1069" dirty="0">
              <a:latin typeface="Times New Roman"/>
              <a:cs typeface="Times New Roman"/>
            </a:endParaRPr>
          </a:p>
        </p:txBody>
      </p:sp>
      <p:sp>
        <p:nvSpPr>
          <p:cNvPr id="5" name="object 5"/>
          <p:cNvSpPr txBox="1"/>
          <p:nvPr/>
        </p:nvSpPr>
        <p:spPr>
          <a:xfrm>
            <a:off x="1949450" y="4624650"/>
            <a:ext cx="2028649" cy="1179950"/>
          </a:xfrm>
          <a:prstGeom prst="rect">
            <a:avLst/>
          </a:prstGeom>
        </p:spPr>
        <p:txBody>
          <a:bodyPr vert="horz" wrap="square" lIns="0" tIns="12965" rIns="0" bIns="0" rtlCol="0">
            <a:spAutoFit/>
          </a:bodyPr>
          <a:lstStyle/>
          <a:p>
            <a:pPr marL="12347" marR="4939">
              <a:lnSpc>
                <a:spcPts val="1691"/>
              </a:lnSpc>
              <a:spcBef>
                <a:spcPts val="198"/>
              </a:spcBef>
            </a:pPr>
            <a:r>
              <a:rPr lang="en-IN" sz="1458" b="1" spc="-10" dirty="0">
                <a:solidFill>
                  <a:srgbClr val="009100"/>
                </a:solidFill>
                <a:latin typeface="Times New Roman"/>
                <a:cs typeface="Times New Roman"/>
              </a:rPr>
              <a:t>CHANDU S R</a:t>
            </a:r>
          </a:p>
          <a:p>
            <a:pPr marL="12347" marR="4939">
              <a:lnSpc>
                <a:spcPts val="1691"/>
              </a:lnSpc>
              <a:spcBef>
                <a:spcPts val="198"/>
              </a:spcBef>
            </a:pPr>
            <a:r>
              <a:rPr lang="en-IN" sz="1458" b="1" spc="-10" dirty="0">
                <a:solidFill>
                  <a:srgbClr val="009100"/>
                </a:solidFill>
                <a:latin typeface="Times New Roman"/>
                <a:cs typeface="Times New Roman"/>
              </a:rPr>
              <a:t>FAIZUNNISA</a:t>
            </a:r>
          </a:p>
          <a:p>
            <a:pPr marL="12347" marR="4939">
              <a:spcBef>
                <a:spcPts val="198"/>
              </a:spcBef>
            </a:pPr>
            <a:r>
              <a:rPr lang="en-IN" sz="1458" b="1" dirty="0">
                <a:solidFill>
                  <a:srgbClr val="009100"/>
                </a:solidFill>
                <a:latin typeface="Times New Roman"/>
                <a:cs typeface="Times New Roman"/>
              </a:rPr>
              <a:t>HARSHA S K</a:t>
            </a:r>
            <a:endParaRPr lang="en-IN" sz="1458" dirty="0">
              <a:latin typeface="Times New Roman"/>
              <a:cs typeface="Times New Roman"/>
            </a:endParaRPr>
          </a:p>
          <a:p>
            <a:pPr marL="12347"/>
            <a:r>
              <a:rPr lang="en-IN" sz="1458" b="1" spc="-10" dirty="0">
                <a:solidFill>
                  <a:srgbClr val="009100"/>
                </a:solidFill>
                <a:latin typeface="Times New Roman"/>
                <a:cs typeface="Times New Roman"/>
              </a:rPr>
              <a:t>HESHA P</a:t>
            </a:r>
            <a:endParaRPr lang="en-IN" sz="1458" dirty="0">
              <a:latin typeface="Times New Roman"/>
              <a:cs typeface="Times New Roman"/>
            </a:endParaRPr>
          </a:p>
          <a:p>
            <a:pPr marL="23459">
              <a:lnSpc>
                <a:spcPts val="1658"/>
              </a:lnSpc>
              <a:spcBef>
                <a:spcPts val="102"/>
              </a:spcBef>
            </a:pPr>
            <a:endParaRPr lang="en-IN" sz="1458" dirty="0">
              <a:latin typeface="Times New Roman"/>
              <a:cs typeface="Times New Roman"/>
            </a:endParaRPr>
          </a:p>
        </p:txBody>
      </p:sp>
      <p:sp>
        <p:nvSpPr>
          <p:cNvPr id="6" name="object 6"/>
          <p:cNvSpPr txBox="1"/>
          <p:nvPr/>
        </p:nvSpPr>
        <p:spPr>
          <a:xfrm>
            <a:off x="4190915" y="4596710"/>
            <a:ext cx="1137797" cy="1141349"/>
          </a:xfrm>
          <a:prstGeom prst="rect">
            <a:avLst/>
          </a:prstGeom>
        </p:spPr>
        <p:txBody>
          <a:bodyPr vert="horz" wrap="square" lIns="0" tIns="12965" rIns="0" bIns="0" rtlCol="0">
            <a:spAutoFit/>
          </a:bodyPr>
          <a:lstStyle/>
          <a:p>
            <a:pPr marL="12347">
              <a:spcBef>
                <a:spcPts val="92"/>
              </a:spcBef>
            </a:pPr>
            <a:r>
              <a:rPr lang="en-IN" sz="1458" b="1" spc="-10" dirty="0">
                <a:solidFill>
                  <a:srgbClr val="009100"/>
                </a:solidFill>
                <a:latin typeface="Times New Roman"/>
                <a:cs typeface="Times New Roman"/>
              </a:rPr>
              <a:t>1CK23CS030</a:t>
            </a:r>
            <a:endParaRPr lang="en-IN" sz="1458" dirty="0">
              <a:latin typeface="Times New Roman"/>
              <a:cs typeface="Times New Roman"/>
            </a:endParaRPr>
          </a:p>
          <a:p>
            <a:pPr marL="24077"/>
            <a:r>
              <a:rPr lang="en-IN" sz="1458" b="1" spc="-10" dirty="0">
                <a:solidFill>
                  <a:srgbClr val="009100"/>
                </a:solidFill>
                <a:latin typeface="Times New Roman"/>
                <a:cs typeface="Times New Roman"/>
              </a:rPr>
              <a:t>1CK23CS039</a:t>
            </a:r>
            <a:endParaRPr lang="en-IN" sz="1458" dirty="0">
              <a:latin typeface="Times New Roman"/>
              <a:cs typeface="Times New Roman"/>
            </a:endParaRPr>
          </a:p>
          <a:p>
            <a:pPr marL="25929"/>
            <a:r>
              <a:rPr lang="en-IN" sz="1458" b="1" spc="-10" dirty="0">
                <a:solidFill>
                  <a:srgbClr val="009100"/>
                </a:solidFill>
                <a:latin typeface="Times New Roman"/>
                <a:cs typeface="Times New Roman"/>
              </a:rPr>
              <a:t>1CK23CS049</a:t>
            </a:r>
            <a:endParaRPr lang="en-IN" sz="1458" dirty="0">
              <a:latin typeface="Times New Roman"/>
              <a:cs typeface="Times New Roman"/>
            </a:endParaRPr>
          </a:p>
          <a:p>
            <a:pPr marL="25929"/>
            <a:r>
              <a:rPr lang="en-IN" sz="1458" b="1" spc="-10" dirty="0">
                <a:solidFill>
                  <a:srgbClr val="009100"/>
                </a:solidFill>
                <a:latin typeface="Times New Roman"/>
                <a:cs typeface="Times New Roman"/>
              </a:rPr>
              <a:t>1CK23CS054</a:t>
            </a:r>
            <a:endParaRPr lang="en-IN" sz="1458" dirty="0">
              <a:latin typeface="Times New Roman"/>
              <a:cs typeface="Times New Roman"/>
            </a:endParaRPr>
          </a:p>
          <a:p>
            <a:pPr marL="37041">
              <a:lnSpc>
                <a:spcPts val="1658"/>
              </a:lnSpc>
              <a:spcBef>
                <a:spcPts val="102"/>
              </a:spcBef>
            </a:pPr>
            <a:endParaRPr lang="en-IN" sz="1458" dirty="0">
              <a:latin typeface="Times New Roman"/>
              <a:cs typeface="Times New Roman"/>
            </a:endParaRPr>
          </a:p>
        </p:txBody>
      </p:sp>
      <p:sp>
        <p:nvSpPr>
          <p:cNvPr id="7" name="object 7"/>
          <p:cNvSpPr txBox="1"/>
          <p:nvPr/>
        </p:nvSpPr>
        <p:spPr>
          <a:xfrm>
            <a:off x="2276344" y="5873703"/>
            <a:ext cx="2855295" cy="594846"/>
          </a:xfrm>
          <a:prstGeom prst="rect">
            <a:avLst/>
          </a:prstGeom>
        </p:spPr>
        <p:txBody>
          <a:bodyPr vert="horz" wrap="square" lIns="0" tIns="15434" rIns="0" bIns="0" rtlCol="0">
            <a:spAutoFit/>
          </a:bodyPr>
          <a:lstStyle/>
          <a:p>
            <a:pPr marL="738347">
              <a:lnSpc>
                <a:spcPts val="1249"/>
              </a:lnSpc>
              <a:spcBef>
                <a:spcPts val="122"/>
              </a:spcBef>
            </a:pPr>
            <a:r>
              <a:rPr sz="1069" dirty="0">
                <a:latin typeface="Times New Roman"/>
                <a:cs typeface="Times New Roman"/>
              </a:rPr>
              <a:t>Under</a:t>
            </a:r>
            <a:r>
              <a:rPr sz="1069" spc="58" dirty="0">
                <a:latin typeface="Times New Roman"/>
                <a:cs typeface="Times New Roman"/>
              </a:rPr>
              <a:t> </a:t>
            </a:r>
            <a:r>
              <a:rPr sz="1069" dirty="0">
                <a:latin typeface="Times New Roman"/>
                <a:cs typeface="Times New Roman"/>
              </a:rPr>
              <a:t>the</a:t>
            </a:r>
            <a:r>
              <a:rPr sz="1069" spc="63" dirty="0">
                <a:latin typeface="Times New Roman"/>
                <a:cs typeface="Times New Roman"/>
              </a:rPr>
              <a:t> </a:t>
            </a:r>
            <a:r>
              <a:rPr sz="1069" dirty="0">
                <a:latin typeface="Times New Roman"/>
                <a:cs typeface="Times New Roman"/>
              </a:rPr>
              <a:t>Guidance</a:t>
            </a:r>
            <a:r>
              <a:rPr sz="1069" spc="63" dirty="0">
                <a:latin typeface="Times New Roman"/>
                <a:cs typeface="Times New Roman"/>
              </a:rPr>
              <a:t> </a:t>
            </a:r>
            <a:r>
              <a:rPr sz="1069" spc="-24" dirty="0">
                <a:latin typeface="Times New Roman"/>
                <a:cs typeface="Times New Roman"/>
              </a:rPr>
              <a:t>of</a:t>
            </a:r>
            <a:endParaRPr sz="1069" dirty="0">
              <a:latin typeface="Times New Roman"/>
              <a:cs typeface="Times New Roman"/>
            </a:endParaRPr>
          </a:p>
          <a:p>
            <a:pPr marR="22842" algn="ctr">
              <a:lnSpc>
                <a:spcPts val="1715"/>
              </a:lnSpc>
            </a:pPr>
            <a:r>
              <a:rPr lang="en-IN" sz="1458" b="1" spc="-34" dirty="0">
                <a:solidFill>
                  <a:srgbClr val="006FBF"/>
                </a:solidFill>
                <a:latin typeface="Times New Roman"/>
                <a:cs typeface="Times New Roman"/>
              </a:rPr>
              <a:t>Prof . SWATHI J K</a:t>
            </a:r>
            <a:endParaRPr lang="en-IN" sz="1458" dirty="0">
              <a:latin typeface="Times New Roman"/>
              <a:cs typeface="Times New Roman"/>
            </a:endParaRPr>
          </a:p>
          <a:p>
            <a:pPr algn="ctr">
              <a:spcBef>
                <a:spcPts val="131"/>
              </a:spcBef>
            </a:pPr>
            <a:r>
              <a:rPr sz="1264" b="1" spc="5" dirty="0">
                <a:solidFill>
                  <a:srgbClr val="006FBF"/>
                </a:solidFill>
                <a:latin typeface="Times New Roman"/>
                <a:cs typeface="Times New Roman"/>
              </a:rPr>
              <a:t> </a:t>
            </a:r>
            <a:r>
              <a:rPr sz="1264" b="1" dirty="0">
                <a:solidFill>
                  <a:srgbClr val="006FBF"/>
                </a:solidFill>
                <a:latin typeface="Times New Roman"/>
                <a:cs typeface="Times New Roman"/>
              </a:rPr>
              <a:t>As</a:t>
            </a:r>
            <a:r>
              <a:rPr lang="en-IN" sz="1264" b="1" dirty="0" err="1">
                <a:solidFill>
                  <a:srgbClr val="006FBF"/>
                </a:solidFill>
                <a:latin typeface="Times New Roman"/>
                <a:cs typeface="Times New Roman"/>
              </a:rPr>
              <a:t>st</a:t>
            </a:r>
            <a:r>
              <a:rPr sz="1264" b="1" dirty="0">
                <a:solidFill>
                  <a:srgbClr val="006FBF"/>
                </a:solidFill>
                <a:latin typeface="Times New Roman"/>
                <a:cs typeface="Times New Roman"/>
              </a:rPr>
              <a:t>. </a:t>
            </a:r>
            <a:r>
              <a:rPr sz="1264" b="1" spc="-10" dirty="0">
                <a:solidFill>
                  <a:srgbClr val="006FBF"/>
                </a:solidFill>
                <a:latin typeface="Times New Roman"/>
                <a:cs typeface="Times New Roman"/>
              </a:rPr>
              <a:t>Professor,</a:t>
            </a:r>
            <a:r>
              <a:rPr sz="1264" b="1" spc="5" dirty="0">
                <a:solidFill>
                  <a:srgbClr val="006FBF"/>
                </a:solidFill>
                <a:latin typeface="Times New Roman"/>
                <a:cs typeface="Times New Roman"/>
              </a:rPr>
              <a:t> </a:t>
            </a:r>
            <a:r>
              <a:rPr sz="1264" b="1" dirty="0">
                <a:solidFill>
                  <a:srgbClr val="006FBF"/>
                </a:solidFill>
                <a:latin typeface="Times New Roman"/>
                <a:cs typeface="Times New Roman"/>
              </a:rPr>
              <a:t>Dept. of</a:t>
            </a:r>
            <a:r>
              <a:rPr sz="1264" b="1" spc="5" dirty="0">
                <a:solidFill>
                  <a:srgbClr val="006FBF"/>
                </a:solidFill>
                <a:latin typeface="Times New Roman"/>
                <a:cs typeface="Times New Roman"/>
              </a:rPr>
              <a:t> </a:t>
            </a:r>
            <a:r>
              <a:rPr sz="1264" b="1" spc="-19" dirty="0">
                <a:solidFill>
                  <a:srgbClr val="006FBF"/>
                </a:solidFill>
                <a:latin typeface="Times New Roman"/>
                <a:cs typeface="Times New Roman"/>
              </a:rPr>
              <a:t>CS&amp;E</a:t>
            </a:r>
            <a:endParaRPr sz="1264" dirty="0">
              <a:latin typeface="Times New Roman"/>
              <a:cs typeface="Times New Roman"/>
            </a:endParaRPr>
          </a:p>
        </p:txBody>
      </p:sp>
      <p:sp>
        <p:nvSpPr>
          <p:cNvPr id="8" name="object 8"/>
          <p:cNvSpPr txBox="1"/>
          <p:nvPr/>
        </p:nvSpPr>
        <p:spPr>
          <a:xfrm>
            <a:off x="1094150" y="7705120"/>
            <a:ext cx="5195711" cy="1408201"/>
          </a:xfrm>
          <a:prstGeom prst="rect">
            <a:avLst/>
          </a:prstGeom>
        </p:spPr>
        <p:txBody>
          <a:bodyPr vert="horz" wrap="square" lIns="0" tIns="27164" rIns="0" bIns="0" rtlCol="0">
            <a:spAutoFit/>
          </a:bodyPr>
          <a:lstStyle/>
          <a:p>
            <a:pPr marR="44449" algn="ctr">
              <a:spcBef>
                <a:spcPts val="214"/>
              </a:spcBef>
            </a:pPr>
            <a:r>
              <a:rPr sz="1264" b="1" spc="-10" dirty="0">
                <a:solidFill>
                  <a:srgbClr val="17365C"/>
                </a:solidFill>
                <a:latin typeface="Times New Roman"/>
                <a:cs typeface="Times New Roman"/>
              </a:rPr>
              <a:t>DEPARTMENT</a:t>
            </a:r>
            <a:r>
              <a:rPr sz="1264" b="1" spc="10" dirty="0">
                <a:solidFill>
                  <a:srgbClr val="17365C"/>
                </a:solidFill>
                <a:latin typeface="Times New Roman"/>
                <a:cs typeface="Times New Roman"/>
              </a:rPr>
              <a:t> </a:t>
            </a:r>
            <a:r>
              <a:rPr sz="1264" b="1" dirty="0">
                <a:solidFill>
                  <a:srgbClr val="17365C"/>
                </a:solidFill>
                <a:latin typeface="Times New Roman"/>
                <a:cs typeface="Times New Roman"/>
              </a:rPr>
              <a:t>OF</a:t>
            </a:r>
            <a:r>
              <a:rPr sz="1264" b="1" spc="15" dirty="0">
                <a:solidFill>
                  <a:srgbClr val="17365C"/>
                </a:solidFill>
                <a:latin typeface="Times New Roman"/>
                <a:cs typeface="Times New Roman"/>
              </a:rPr>
              <a:t> </a:t>
            </a:r>
            <a:r>
              <a:rPr sz="1264" b="1" dirty="0">
                <a:solidFill>
                  <a:srgbClr val="17365C"/>
                </a:solidFill>
                <a:latin typeface="Times New Roman"/>
                <a:cs typeface="Times New Roman"/>
              </a:rPr>
              <a:t>COMPUTER</a:t>
            </a:r>
            <a:r>
              <a:rPr sz="1264" b="1" spc="15" dirty="0">
                <a:solidFill>
                  <a:srgbClr val="17365C"/>
                </a:solidFill>
                <a:latin typeface="Times New Roman"/>
                <a:cs typeface="Times New Roman"/>
              </a:rPr>
              <a:t> </a:t>
            </a:r>
            <a:r>
              <a:rPr sz="1264" b="1" dirty="0">
                <a:solidFill>
                  <a:srgbClr val="17365C"/>
                </a:solidFill>
                <a:latin typeface="Times New Roman"/>
                <a:cs typeface="Times New Roman"/>
              </a:rPr>
              <a:t>SCIENCE</a:t>
            </a:r>
            <a:r>
              <a:rPr sz="1264" b="1" spc="15" dirty="0">
                <a:solidFill>
                  <a:srgbClr val="17365C"/>
                </a:solidFill>
                <a:latin typeface="Times New Roman"/>
                <a:cs typeface="Times New Roman"/>
              </a:rPr>
              <a:t> </a:t>
            </a:r>
            <a:r>
              <a:rPr sz="1264" b="1" dirty="0">
                <a:solidFill>
                  <a:srgbClr val="17365C"/>
                </a:solidFill>
                <a:latin typeface="Times New Roman"/>
                <a:cs typeface="Times New Roman"/>
              </a:rPr>
              <a:t>&amp;</a:t>
            </a:r>
            <a:r>
              <a:rPr sz="1264" b="1" spc="10" dirty="0">
                <a:solidFill>
                  <a:srgbClr val="17365C"/>
                </a:solidFill>
                <a:latin typeface="Times New Roman"/>
                <a:cs typeface="Times New Roman"/>
              </a:rPr>
              <a:t> </a:t>
            </a:r>
            <a:r>
              <a:rPr sz="1264" b="1" spc="-10" dirty="0">
                <a:solidFill>
                  <a:srgbClr val="17365C"/>
                </a:solidFill>
                <a:latin typeface="Times New Roman"/>
                <a:cs typeface="Times New Roman"/>
              </a:rPr>
              <a:t>ENGINEERING</a:t>
            </a:r>
            <a:endParaRPr sz="1264" dirty="0">
              <a:latin typeface="Times New Roman"/>
              <a:cs typeface="Times New Roman"/>
            </a:endParaRPr>
          </a:p>
          <a:p>
            <a:pPr marL="178413">
              <a:spcBef>
                <a:spcPts val="126"/>
              </a:spcBef>
            </a:pPr>
            <a:r>
              <a:rPr sz="1653" b="1" dirty="0">
                <a:solidFill>
                  <a:srgbClr val="E90000"/>
                </a:solidFill>
                <a:latin typeface="Times New Roman"/>
                <a:cs typeface="Times New Roman"/>
              </a:rPr>
              <a:t>C.</a:t>
            </a:r>
            <a:r>
              <a:rPr sz="1653" b="1" spc="-44" dirty="0">
                <a:solidFill>
                  <a:srgbClr val="E90000"/>
                </a:solidFill>
                <a:latin typeface="Times New Roman"/>
                <a:cs typeface="Times New Roman"/>
              </a:rPr>
              <a:t> </a:t>
            </a:r>
            <a:r>
              <a:rPr sz="1653" b="1" spc="-10" dirty="0">
                <a:solidFill>
                  <a:srgbClr val="E90000"/>
                </a:solidFill>
                <a:latin typeface="Times New Roman"/>
                <a:cs typeface="Times New Roman"/>
              </a:rPr>
              <a:t>BYREGOWDA</a:t>
            </a:r>
            <a:r>
              <a:rPr sz="1653" b="1" spc="-44" dirty="0">
                <a:solidFill>
                  <a:srgbClr val="E90000"/>
                </a:solidFill>
                <a:latin typeface="Times New Roman"/>
                <a:cs typeface="Times New Roman"/>
              </a:rPr>
              <a:t> </a:t>
            </a:r>
            <a:r>
              <a:rPr sz="1653" b="1" dirty="0">
                <a:solidFill>
                  <a:srgbClr val="E90000"/>
                </a:solidFill>
                <a:latin typeface="Times New Roman"/>
                <a:cs typeface="Times New Roman"/>
              </a:rPr>
              <a:t>INSTITUTE</a:t>
            </a:r>
            <a:r>
              <a:rPr sz="1653" b="1" spc="-44" dirty="0">
                <a:solidFill>
                  <a:srgbClr val="E90000"/>
                </a:solidFill>
                <a:latin typeface="Times New Roman"/>
                <a:cs typeface="Times New Roman"/>
              </a:rPr>
              <a:t> </a:t>
            </a:r>
            <a:r>
              <a:rPr sz="1653" b="1" dirty="0">
                <a:solidFill>
                  <a:srgbClr val="E90000"/>
                </a:solidFill>
                <a:latin typeface="Times New Roman"/>
                <a:cs typeface="Times New Roman"/>
              </a:rPr>
              <a:t>OF</a:t>
            </a:r>
            <a:r>
              <a:rPr sz="1653" b="1" spc="-44" dirty="0">
                <a:solidFill>
                  <a:srgbClr val="E90000"/>
                </a:solidFill>
                <a:latin typeface="Times New Roman"/>
                <a:cs typeface="Times New Roman"/>
              </a:rPr>
              <a:t> </a:t>
            </a:r>
            <a:r>
              <a:rPr sz="1653" b="1" spc="-10" dirty="0">
                <a:solidFill>
                  <a:srgbClr val="E90000"/>
                </a:solidFill>
                <a:latin typeface="Times New Roman"/>
                <a:cs typeface="Times New Roman"/>
              </a:rPr>
              <a:t>TECHNOLOGY</a:t>
            </a:r>
            <a:endParaRPr sz="1653" dirty="0">
              <a:latin typeface="Times New Roman"/>
              <a:cs typeface="Times New Roman"/>
            </a:endParaRPr>
          </a:p>
          <a:p>
            <a:pPr marL="12347" marR="4939" algn="ctr">
              <a:lnSpc>
                <a:spcPct val="113500"/>
              </a:lnSpc>
              <a:spcBef>
                <a:spcPts val="107"/>
              </a:spcBef>
            </a:pPr>
            <a:r>
              <a:rPr sz="1069" b="1" dirty="0">
                <a:latin typeface="Times New Roman"/>
                <a:cs typeface="Times New Roman"/>
              </a:rPr>
              <a:t>Approved</a:t>
            </a:r>
            <a:r>
              <a:rPr sz="1069" b="1" spc="53" dirty="0">
                <a:latin typeface="Times New Roman"/>
                <a:cs typeface="Times New Roman"/>
              </a:rPr>
              <a:t> </a:t>
            </a:r>
            <a:r>
              <a:rPr sz="1069" b="1" dirty="0">
                <a:latin typeface="Times New Roman"/>
                <a:cs typeface="Times New Roman"/>
              </a:rPr>
              <a:t>by</a:t>
            </a:r>
            <a:r>
              <a:rPr sz="1069" b="1" spc="58" dirty="0">
                <a:latin typeface="Times New Roman"/>
                <a:cs typeface="Times New Roman"/>
              </a:rPr>
              <a:t> </a:t>
            </a:r>
            <a:r>
              <a:rPr sz="1069" b="1" dirty="0">
                <a:latin typeface="Times New Roman"/>
                <a:cs typeface="Times New Roman"/>
              </a:rPr>
              <a:t>AICTE</a:t>
            </a:r>
            <a:r>
              <a:rPr sz="1069" b="1" spc="58" dirty="0">
                <a:latin typeface="Times New Roman"/>
                <a:cs typeface="Times New Roman"/>
              </a:rPr>
              <a:t> </a:t>
            </a:r>
            <a:r>
              <a:rPr sz="1069" b="1" dirty="0">
                <a:latin typeface="Times New Roman"/>
                <a:cs typeface="Times New Roman"/>
              </a:rPr>
              <a:t>New</a:t>
            </a:r>
            <a:r>
              <a:rPr sz="1069" b="1" spc="58" dirty="0">
                <a:latin typeface="Times New Roman"/>
                <a:cs typeface="Times New Roman"/>
              </a:rPr>
              <a:t> </a:t>
            </a:r>
            <a:r>
              <a:rPr sz="1069" b="1" dirty="0">
                <a:latin typeface="Times New Roman"/>
                <a:cs typeface="Times New Roman"/>
              </a:rPr>
              <a:t>Delhi,</a:t>
            </a:r>
            <a:r>
              <a:rPr sz="1069" b="1" spc="53" dirty="0">
                <a:latin typeface="Times New Roman"/>
                <a:cs typeface="Times New Roman"/>
              </a:rPr>
              <a:t> </a:t>
            </a:r>
            <a:r>
              <a:rPr sz="1069" b="1" dirty="0">
                <a:latin typeface="Times New Roman"/>
                <a:cs typeface="Times New Roman"/>
              </a:rPr>
              <a:t>Accredited</a:t>
            </a:r>
            <a:r>
              <a:rPr sz="1069" b="1" spc="58" dirty="0">
                <a:latin typeface="Times New Roman"/>
                <a:cs typeface="Times New Roman"/>
              </a:rPr>
              <a:t> </a:t>
            </a:r>
            <a:r>
              <a:rPr sz="1069" b="1" dirty="0">
                <a:latin typeface="Times New Roman"/>
                <a:cs typeface="Times New Roman"/>
              </a:rPr>
              <a:t>by</a:t>
            </a:r>
            <a:r>
              <a:rPr sz="1069" b="1" spc="58" dirty="0">
                <a:latin typeface="Times New Roman"/>
                <a:cs typeface="Times New Roman"/>
              </a:rPr>
              <a:t> </a:t>
            </a:r>
            <a:r>
              <a:rPr sz="1069" b="1" dirty="0">
                <a:latin typeface="Times New Roman"/>
                <a:cs typeface="Times New Roman"/>
              </a:rPr>
              <a:t>NAAC</a:t>
            </a:r>
            <a:r>
              <a:rPr sz="1069" b="1" spc="58" dirty="0">
                <a:latin typeface="Times New Roman"/>
                <a:cs typeface="Times New Roman"/>
              </a:rPr>
              <a:t> </a:t>
            </a:r>
            <a:r>
              <a:rPr sz="1069" b="1" dirty="0">
                <a:latin typeface="Times New Roman"/>
                <a:cs typeface="Times New Roman"/>
              </a:rPr>
              <a:t>with</a:t>
            </a:r>
            <a:r>
              <a:rPr sz="1069" b="1" spc="53" dirty="0">
                <a:latin typeface="Times New Roman"/>
                <a:cs typeface="Times New Roman"/>
              </a:rPr>
              <a:t> </a:t>
            </a:r>
            <a:r>
              <a:rPr sz="1069" b="1" dirty="0">
                <a:latin typeface="Times New Roman"/>
                <a:cs typeface="Times New Roman"/>
              </a:rPr>
              <a:t>B++</a:t>
            </a:r>
            <a:r>
              <a:rPr sz="1069" b="1" spc="58" dirty="0">
                <a:latin typeface="Times New Roman"/>
                <a:cs typeface="Times New Roman"/>
              </a:rPr>
              <a:t> </a:t>
            </a:r>
            <a:r>
              <a:rPr sz="1069" b="1" dirty="0">
                <a:latin typeface="Times New Roman"/>
                <a:cs typeface="Times New Roman"/>
              </a:rPr>
              <a:t>Grade,</a:t>
            </a:r>
            <a:r>
              <a:rPr sz="1069" b="1" spc="58" dirty="0">
                <a:latin typeface="Times New Roman"/>
                <a:cs typeface="Times New Roman"/>
              </a:rPr>
              <a:t> </a:t>
            </a:r>
            <a:r>
              <a:rPr sz="1069" b="1" dirty="0">
                <a:latin typeface="Times New Roman"/>
                <a:cs typeface="Times New Roman"/>
              </a:rPr>
              <a:t>Recognized</a:t>
            </a:r>
            <a:r>
              <a:rPr sz="1069" b="1" spc="58" dirty="0">
                <a:latin typeface="Times New Roman"/>
                <a:cs typeface="Times New Roman"/>
              </a:rPr>
              <a:t> </a:t>
            </a:r>
            <a:r>
              <a:rPr sz="1069" b="1" spc="-24" dirty="0">
                <a:latin typeface="Times New Roman"/>
                <a:cs typeface="Times New Roman"/>
              </a:rPr>
              <a:t>by </a:t>
            </a:r>
            <a:r>
              <a:rPr sz="1069" b="1" dirty="0">
                <a:latin typeface="Times New Roman"/>
                <a:cs typeface="Times New Roman"/>
              </a:rPr>
              <a:t>Govt.</a:t>
            </a:r>
            <a:r>
              <a:rPr sz="1069" b="1" spc="68" dirty="0">
                <a:latin typeface="Times New Roman"/>
                <a:cs typeface="Times New Roman"/>
              </a:rPr>
              <a:t> </a:t>
            </a:r>
            <a:r>
              <a:rPr sz="1069" b="1" dirty="0">
                <a:latin typeface="Times New Roman"/>
                <a:cs typeface="Times New Roman"/>
              </a:rPr>
              <a:t>of</a:t>
            </a:r>
            <a:r>
              <a:rPr sz="1069" b="1" spc="73" dirty="0">
                <a:latin typeface="Times New Roman"/>
                <a:cs typeface="Times New Roman"/>
              </a:rPr>
              <a:t> </a:t>
            </a:r>
            <a:r>
              <a:rPr sz="1069" b="1" dirty="0">
                <a:latin typeface="Times New Roman"/>
                <a:cs typeface="Times New Roman"/>
              </a:rPr>
              <a:t>Karnataka,</a:t>
            </a:r>
            <a:r>
              <a:rPr sz="1069" b="1" spc="73" dirty="0">
                <a:latin typeface="Times New Roman"/>
                <a:cs typeface="Times New Roman"/>
              </a:rPr>
              <a:t> </a:t>
            </a:r>
            <a:r>
              <a:rPr sz="1069" b="1" dirty="0">
                <a:latin typeface="Times New Roman"/>
                <a:cs typeface="Times New Roman"/>
              </a:rPr>
              <a:t>Affiliated</a:t>
            </a:r>
            <a:r>
              <a:rPr sz="1069" b="1" spc="73" dirty="0">
                <a:latin typeface="Times New Roman"/>
                <a:cs typeface="Times New Roman"/>
              </a:rPr>
              <a:t> </a:t>
            </a:r>
            <a:r>
              <a:rPr sz="1069" b="1" dirty="0">
                <a:latin typeface="Times New Roman"/>
                <a:cs typeface="Times New Roman"/>
              </a:rPr>
              <a:t>to</a:t>
            </a:r>
            <a:r>
              <a:rPr sz="1069" b="1" spc="73" dirty="0">
                <a:latin typeface="Times New Roman"/>
                <a:cs typeface="Times New Roman"/>
              </a:rPr>
              <a:t> </a:t>
            </a:r>
            <a:r>
              <a:rPr sz="1069" b="1" dirty="0">
                <a:latin typeface="Times New Roman"/>
                <a:cs typeface="Times New Roman"/>
              </a:rPr>
              <a:t>VTU</a:t>
            </a:r>
            <a:r>
              <a:rPr sz="1069" b="1" spc="73" dirty="0">
                <a:latin typeface="Times New Roman"/>
                <a:cs typeface="Times New Roman"/>
              </a:rPr>
              <a:t> </a:t>
            </a:r>
            <a:r>
              <a:rPr sz="1069" b="1" dirty="0">
                <a:latin typeface="Times New Roman"/>
                <a:cs typeface="Times New Roman"/>
              </a:rPr>
              <a:t>Belagavi,</a:t>
            </a:r>
            <a:r>
              <a:rPr sz="1069" b="1" spc="73" dirty="0">
                <a:latin typeface="Times New Roman"/>
                <a:cs typeface="Times New Roman"/>
              </a:rPr>
              <a:t> </a:t>
            </a:r>
            <a:r>
              <a:rPr sz="1069" b="1" dirty="0">
                <a:latin typeface="Times New Roman"/>
                <a:cs typeface="Times New Roman"/>
              </a:rPr>
              <a:t>ISO</a:t>
            </a:r>
            <a:r>
              <a:rPr sz="1069" b="1" spc="68" dirty="0">
                <a:latin typeface="Times New Roman"/>
                <a:cs typeface="Times New Roman"/>
              </a:rPr>
              <a:t> </a:t>
            </a:r>
            <a:r>
              <a:rPr sz="1069" b="1" dirty="0">
                <a:latin typeface="Times New Roman"/>
                <a:cs typeface="Times New Roman"/>
              </a:rPr>
              <a:t>9001:2015</a:t>
            </a:r>
            <a:r>
              <a:rPr sz="1069" b="1" spc="73" dirty="0">
                <a:latin typeface="Times New Roman"/>
                <a:cs typeface="Times New Roman"/>
              </a:rPr>
              <a:t> </a:t>
            </a:r>
            <a:r>
              <a:rPr sz="1069" b="1" dirty="0">
                <a:latin typeface="Times New Roman"/>
                <a:cs typeface="Times New Roman"/>
              </a:rPr>
              <a:t>Certified</a:t>
            </a:r>
            <a:r>
              <a:rPr sz="1069" b="1" spc="73" dirty="0">
                <a:latin typeface="Times New Roman"/>
                <a:cs typeface="Times New Roman"/>
              </a:rPr>
              <a:t> </a:t>
            </a:r>
            <a:r>
              <a:rPr sz="1069" b="1" spc="-10" dirty="0">
                <a:latin typeface="Times New Roman"/>
                <a:cs typeface="Times New Roman"/>
              </a:rPr>
              <a:t>Institute</a:t>
            </a:r>
            <a:r>
              <a:rPr sz="1069" b="1" spc="486" dirty="0">
                <a:latin typeface="Times New Roman"/>
                <a:cs typeface="Times New Roman"/>
              </a:rPr>
              <a:t> </a:t>
            </a:r>
            <a:r>
              <a:rPr sz="972" b="1" dirty="0">
                <a:latin typeface="Times New Roman"/>
                <a:cs typeface="Times New Roman"/>
              </a:rPr>
              <a:t>Kolar</a:t>
            </a:r>
            <a:r>
              <a:rPr sz="972" b="1" spc="49" dirty="0">
                <a:latin typeface="Times New Roman"/>
                <a:cs typeface="Times New Roman"/>
              </a:rPr>
              <a:t> </a:t>
            </a:r>
            <a:r>
              <a:rPr sz="972" b="1" dirty="0">
                <a:latin typeface="Times New Roman"/>
                <a:cs typeface="Times New Roman"/>
              </a:rPr>
              <a:t>–</a:t>
            </a:r>
            <a:r>
              <a:rPr sz="972" b="1" spc="53" dirty="0">
                <a:latin typeface="Times New Roman"/>
                <a:cs typeface="Times New Roman"/>
              </a:rPr>
              <a:t> </a:t>
            </a:r>
            <a:r>
              <a:rPr sz="972" b="1" dirty="0">
                <a:latin typeface="Times New Roman"/>
                <a:cs typeface="Times New Roman"/>
              </a:rPr>
              <a:t>Srinivaspur</a:t>
            </a:r>
            <a:r>
              <a:rPr sz="972" b="1" spc="53" dirty="0">
                <a:latin typeface="Times New Roman"/>
                <a:cs typeface="Times New Roman"/>
              </a:rPr>
              <a:t> </a:t>
            </a:r>
            <a:r>
              <a:rPr sz="972" b="1" spc="-19" dirty="0">
                <a:latin typeface="Times New Roman"/>
                <a:cs typeface="Times New Roman"/>
              </a:rPr>
              <a:t>Road,</a:t>
            </a:r>
            <a:endParaRPr sz="972" b="1" dirty="0">
              <a:latin typeface="Times New Roman"/>
              <a:cs typeface="Times New Roman"/>
            </a:endParaRPr>
          </a:p>
          <a:p>
            <a:pPr marR="44449" algn="ctr">
              <a:spcBef>
                <a:spcPts val="160"/>
              </a:spcBef>
            </a:pPr>
            <a:r>
              <a:rPr sz="972" b="1" dirty="0">
                <a:latin typeface="Times New Roman"/>
                <a:cs typeface="Times New Roman"/>
              </a:rPr>
              <a:t>Kolar</a:t>
            </a:r>
            <a:r>
              <a:rPr sz="972" b="1" spc="29" dirty="0">
                <a:latin typeface="Times New Roman"/>
                <a:cs typeface="Times New Roman"/>
              </a:rPr>
              <a:t> </a:t>
            </a:r>
            <a:r>
              <a:rPr sz="972" b="1" dirty="0">
                <a:latin typeface="Times New Roman"/>
                <a:cs typeface="Times New Roman"/>
              </a:rPr>
              <a:t>–</a:t>
            </a:r>
            <a:r>
              <a:rPr sz="972" b="1" spc="34" dirty="0">
                <a:latin typeface="Times New Roman"/>
                <a:cs typeface="Times New Roman"/>
              </a:rPr>
              <a:t> </a:t>
            </a:r>
            <a:r>
              <a:rPr sz="972" b="1" spc="-10" dirty="0">
                <a:latin typeface="Times New Roman"/>
                <a:cs typeface="Times New Roman"/>
              </a:rPr>
              <a:t>563101</a:t>
            </a:r>
            <a:endParaRPr sz="972" b="1" dirty="0">
              <a:latin typeface="Times New Roman"/>
              <a:cs typeface="Times New Roman"/>
            </a:endParaRPr>
          </a:p>
          <a:p>
            <a:pPr marR="44449" algn="ctr">
              <a:spcBef>
                <a:spcPts val="165"/>
              </a:spcBef>
            </a:pPr>
            <a:r>
              <a:rPr sz="1069" b="1" dirty="0">
                <a:latin typeface="Times New Roman"/>
                <a:cs typeface="Times New Roman"/>
              </a:rPr>
              <a:t>202</a:t>
            </a:r>
            <a:r>
              <a:rPr lang="en-US" sz="1069" b="1" dirty="0">
                <a:latin typeface="Times New Roman"/>
                <a:cs typeface="Times New Roman"/>
              </a:rPr>
              <a:t>5</a:t>
            </a:r>
            <a:r>
              <a:rPr sz="1069" b="1" dirty="0">
                <a:latin typeface="Times New Roman"/>
                <a:cs typeface="Times New Roman"/>
              </a:rPr>
              <a:t>-</a:t>
            </a:r>
            <a:r>
              <a:rPr sz="1069" b="1" spc="-19" dirty="0">
                <a:latin typeface="Times New Roman"/>
                <a:cs typeface="Times New Roman"/>
              </a:rPr>
              <a:t>202</a:t>
            </a:r>
            <a:r>
              <a:rPr lang="en-US" sz="1069" b="1" spc="-19" dirty="0">
                <a:latin typeface="Times New Roman"/>
                <a:cs typeface="Times New Roman"/>
              </a:rPr>
              <a:t>6</a:t>
            </a:r>
            <a:endParaRPr sz="1069" dirty="0">
              <a:latin typeface="Times New Roman"/>
              <a:cs typeface="Times New Roman"/>
            </a:endParaRPr>
          </a:p>
        </p:txBody>
      </p:sp>
      <p:grpSp>
        <p:nvGrpSpPr>
          <p:cNvPr id="9" name="object 9"/>
          <p:cNvGrpSpPr/>
          <p:nvPr/>
        </p:nvGrpSpPr>
        <p:grpSpPr>
          <a:xfrm>
            <a:off x="3145655" y="1777653"/>
            <a:ext cx="1045810" cy="5803194"/>
            <a:chOff x="3235531" y="1358180"/>
            <a:chExt cx="1075690" cy="5969000"/>
          </a:xfrm>
        </p:grpSpPr>
        <p:pic>
          <p:nvPicPr>
            <p:cNvPr id="10" name="object 10"/>
            <p:cNvPicPr/>
            <p:nvPr/>
          </p:nvPicPr>
          <p:blipFill>
            <a:blip r:embed="rId3" cstate="print"/>
            <a:stretch>
              <a:fillRect/>
            </a:stretch>
          </p:blipFill>
          <p:spPr>
            <a:xfrm>
              <a:off x="3334084" y="1358180"/>
              <a:ext cx="976572" cy="1200557"/>
            </a:xfrm>
            <a:prstGeom prst="rect">
              <a:avLst/>
            </a:prstGeom>
          </p:spPr>
        </p:pic>
        <p:pic>
          <p:nvPicPr>
            <p:cNvPr id="11" name="object 11"/>
            <p:cNvPicPr/>
            <p:nvPr/>
          </p:nvPicPr>
          <p:blipFill>
            <a:blip r:embed="rId4" cstate="print"/>
            <a:stretch>
              <a:fillRect/>
            </a:stretch>
          </p:blipFill>
          <p:spPr>
            <a:xfrm>
              <a:off x="3235531" y="6305400"/>
              <a:ext cx="1075125" cy="1021369"/>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1">
            <a:extLst>
              <a:ext uri="{FF2B5EF4-FFF2-40B4-BE49-F238E27FC236}">
                <a16:creationId xmlns:a16="http://schemas.microsoft.com/office/drawing/2014/main" id="{3FAE0C09-7470-D72B-4E71-24973EC9FC6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16284" y="2858189"/>
            <a:ext cx="1648028" cy="1743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A67B407D-3F2E-DB90-FE43-172574EB38A5}"/>
              </a:ext>
            </a:extLst>
          </p:cNvPr>
          <p:cNvSpPr/>
          <p:nvPr/>
        </p:nvSpPr>
        <p:spPr>
          <a:xfrm>
            <a:off x="974699" y="805487"/>
            <a:ext cx="5607101" cy="1801886"/>
          </a:xfrm>
          <a:prstGeom prst="rect">
            <a:avLst/>
          </a:prstGeom>
        </p:spPr>
        <p:txBody>
          <a:bodyPr lIns="0" tIns="0" rIns="0" bIns="0"/>
          <a:lstStyle/>
          <a:p>
            <a:pPr marL="114209">
              <a:spcAft>
                <a:spcPts val="1049"/>
              </a:spcAft>
              <a:defRPr/>
            </a:pPr>
            <a:r>
              <a:rPr lang="en-US" sz="1898" b="1" dirty="0">
                <a:solidFill>
                  <a:srgbClr val="FF0000"/>
                </a:solidFill>
                <a:latin typeface="Times New Roman"/>
              </a:rPr>
              <a:t>C BYREGOWDA INSTITUTE OF TECHNOLOGY</a:t>
            </a:r>
          </a:p>
          <a:p>
            <a:pPr>
              <a:lnSpc>
                <a:spcPts val="2086"/>
              </a:lnSpc>
              <a:defRPr/>
            </a:pPr>
            <a:r>
              <a:rPr lang="en-US" sz="1199" b="1" dirty="0">
                <a:latin typeface="Times New Roman"/>
              </a:rPr>
              <a:t>Approved by AICTE New Delhi, Accredited by NAAC with B++ Grade, Recognized by Govt. of Karnataka, Affiliated to VTU Belagavi, ISO 9001:2015 Certified Institute</a:t>
            </a:r>
          </a:p>
          <a:p>
            <a:pPr algn="ctr">
              <a:spcAft>
                <a:spcPts val="629"/>
              </a:spcAft>
              <a:defRPr/>
            </a:pPr>
            <a:r>
              <a:rPr lang="en-US" sz="1199" b="1" dirty="0">
                <a:latin typeface="Times New Roman"/>
              </a:rPr>
              <a:t>Kolar-</a:t>
            </a:r>
            <a:r>
              <a:rPr lang="en-US" sz="1199" b="1" dirty="0" err="1">
                <a:latin typeface="Times New Roman"/>
              </a:rPr>
              <a:t>Srinivasapura</a:t>
            </a:r>
            <a:r>
              <a:rPr lang="en-US" sz="1199" b="1" dirty="0">
                <a:latin typeface="Times New Roman"/>
              </a:rPr>
              <a:t> road,</a:t>
            </a:r>
          </a:p>
          <a:p>
            <a:pPr algn="ctr">
              <a:spcAft>
                <a:spcPts val="2098"/>
              </a:spcAft>
              <a:defRPr/>
            </a:pPr>
            <a:r>
              <a:rPr lang="en-US" sz="1199" b="1" dirty="0">
                <a:latin typeface="Times New Roman"/>
              </a:rPr>
              <a:t>Kolar-563101</a:t>
            </a:r>
          </a:p>
          <a:p>
            <a:pPr marL="228417">
              <a:defRPr/>
            </a:pPr>
            <a:r>
              <a:rPr lang="en-US" sz="1399" b="1" dirty="0">
                <a:solidFill>
                  <a:srgbClr val="002060"/>
                </a:solidFill>
                <a:latin typeface="Times New Roman"/>
              </a:rPr>
              <a:t>DEPARTMENT OF COMPUTER SCIENCE AND ENGINEERING</a:t>
            </a:r>
          </a:p>
        </p:txBody>
      </p:sp>
      <p:sp>
        <p:nvSpPr>
          <p:cNvPr id="1028" name="Rectangle 3">
            <a:extLst>
              <a:ext uri="{FF2B5EF4-FFF2-40B4-BE49-F238E27FC236}">
                <a16:creationId xmlns:a16="http://schemas.microsoft.com/office/drawing/2014/main" id="{C6E353A6-84A6-220B-5B9D-0D02B9D88CB1}"/>
              </a:ext>
            </a:extLst>
          </p:cNvPr>
          <p:cNvSpPr>
            <a:spLocks noChangeArrowheads="1"/>
          </p:cNvSpPr>
          <p:nvPr/>
        </p:nvSpPr>
        <p:spPr bwMode="auto">
          <a:xfrm>
            <a:off x="3126523" y="4685939"/>
            <a:ext cx="1427550" cy="180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Aft>
                <a:spcPts val="2098"/>
              </a:spcAft>
            </a:pPr>
            <a:r>
              <a:rPr lang="en-US" altLang="en-US" sz="1599" b="1" u="sng" dirty="0">
                <a:solidFill>
                  <a:srgbClr val="17365D"/>
                </a:solidFill>
                <a:latin typeface="Times New Roman" panose="02020603050405020304" pitchFamily="18" charset="0"/>
              </a:rPr>
              <a:t>CERTIFICATE</a:t>
            </a:r>
          </a:p>
        </p:txBody>
      </p:sp>
      <p:sp>
        <p:nvSpPr>
          <p:cNvPr id="1029" name="Rectangle 4">
            <a:extLst>
              <a:ext uri="{FF2B5EF4-FFF2-40B4-BE49-F238E27FC236}">
                <a16:creationId xmlns:a16="http://schemas.microsoft.com/office/drawing/2014/main" id="{8A3DFFCA-C7C5-DEC1-5BD0-B96425F97182}"/>
              </a:ext>
            </a:extLst>
          </p:cNvPr>
          <p:cNvSpPr>
            <a:spLocks noChangeArrowheads="1"/>
          </p:cNvSpPr>
          <p:nvPr/>
        </p:nvSpPr>
        <p:spPr bwMode="auto">
          <a:xfrm>
            <a:off x="893805" y="5153980"/>
            <a:ext cx="5768890" cy="2277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indent="482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ts val="2061"/>
              </a:lnSpc>
              <a:spcBef>
                <a:spcPts val="2098"/>
              </a:spcBef>
              <a:spcAft>
                <a:spcPts val="4409"/>
              </a:spcAft>
            </a:pPr>
            <a:r>
              <a:rPr lang="en-US" altLang="en-US" sz="1199" dirty="0">
                <a:latin typeface="Times New Roman" panose="02020603050405020304" pitchFamily="18" charset="0"/>
              </a:rPr>
              <a:t>This is to certify that the Mini Project work entitled </a:t>
            </a:r>
            <a:r>
              <a:rPr lang="en-US" altLang="en-US" sz="1199" b="1" dirty="0">
                <a:solidFill>
                  <a:srgbClr val="C00000"/>
                </a:solidFill>
                <a:latin typeface="Times New Roman" panose="02020603050405020304" pitchFamily="18" charset="0"/>
              </a:rPr>
              <a:t>“</a:t>
            </a:r>
            <a:r>
              <a:rPr lang="en-US" altLang="en-US" sz="1200" dirty="0">
                <a:solidFill>
                  <a:srgbClr val="C00000"/>
                </a:solidFill>
                <a:latin typeface="Times New Roman" panose="02020603050405020304" pitchFamily="18" charset="0"/>
              </a:rPr>
              <a:t>GESTURE CONTROLLED VIRTUAL MOUSE</a:t>
            </a:r>
            <a:r>
              <a:rPr lang="en-US" altLang="en-US" sz="1199" b="1" dirty="0">
                <a:solidFill>
                  <a:srgbClr val="C00000"/>
                </a:solidFill>
                <a:latin typeface="Times New Roman" panose="02020603050405020304" pitchFamily="18" charset="0"/>
              </a:rPr>
              <a:t>” </a:t>
            </a:r>
            <a:r>
              <a:rPr lang="en-US" altLang="en-US" sz="1199" dirty="0">
                <a:latin typeface="Times New Roman" panose="02020603050405020304" pitchFamily="18" charset="0"/>
              </a:rPr>
              <a:t>is a </a:t>
            </a:r>
            <a:r>
              <a:rPr lang="en-US" altLang="en-US" sz="1199" dirty="0" err="1">
                <a:latin typeface="Times New Roman" panose="02020603050405020304" pitchFamily="18" charset="0"/>
              </a:rPr>
              <a:t>bonafide</a:t>
            </a:r>
            <a:r>
              <a:rPr lang="en-US" altLang="en-US" sz="1199" dirty="0">
                <a:latin typeface="Times New Roman" panose="02020603050405020304" pitchFamily="18" charset="0"/>
              </a:rPr>
              <a:t> work carried out by </a:t>
            </a:r>
            <a:r>
              <a:rPr lang="en-US" altLang="en-US" sz="1199" b="1" dirty="0">
                <a:latin typeface="Times New Roman" panose="02020603050405020304" pitchFamily="18" charset="0"/>
              </a:rPr>
              <a:t>CHANDU SR (USN:1CK23CS030), FAIZUNNISA (USN:1CK23CS039),HARSHA SK (USN:1CK23CS049), HESHA P </a:t>
            </a:r>
            <a:r>
              <a:rPr lang="en-US" altLang="en-US" sz="1199" dirty="0">
                <a:latin typeface="Times New Roman" panose="02020603050405020304" pitchFamily="18" charset="0"/>
              </a:rPr>
              <a:t> </a:t>
            </a:r>
            <a:r>
              <a:rPr lang="en-US" altLang="en-US" sz="1199" b="1" dirty="0">
                <a:latin typeface="Times New Roman" panose="02020603050405020304" pitchFamily="18" charset="0"/>
              </a:rPr>
              <a:t>(USN:1CK23CS054) </a:t>
            </a:r>
            <a:r>
              <a:rPr lang="en-US" altLang="en-US" sz="1199" dirty="0">
                <a:latin typeface="Times New Roman" panose="02020603050405020304" pitchFamily="18" charset="0"/>
              </a:rPr>
              <a:t>in partial fulfillment for the award of Bachelor of Engineering in Computer Science &amp; Engineering of the Visvesvaraya Technological University, Belagavi during the year 2025-26. It is certified that all corrections/suggestions indicated for the internal assessment have been incorporated in the report. The project report has been approved as it satisfies the academic requirements in respect of Mini Project work prescribed for the V Semester Bachelor of Engineering Degree.</a:t>
            </a:r>
          </a:p>
        </p:txBody>
      </p:sp>
      <p:sp>
        <p:nvSpPr>
          <p:cNvPr id="1030" name="Rectangle 5">
            <a:extLst>
              <a:ext uri="{FF2B5EF4-FFF2-40B4-BE49-F238E27FC236}">
                <a16:creationId xmlns:a16="http://schemas.microsoft.com/office/drawing/2014/main" id="{4298C27C-1529-AADB-134D-864FA0F6B6B7}"/>
              </a:ext>
            </a:extLst>
          </p:cNvPr>
          <p:cNvSpPr>
            <a:spLocks noChangeArrowheads="1"/>
          </p:cNvSpPr>
          <p:nvPr/>
        </p:nvSpPr>
        <p:spPr bwMode="auto">
          <a:xfrm>
            <a:off x="1123007" y="8304109"/>
            <a:ext cx="1413275" cy="78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ts val="1587"/>
              </a:lnSpc>
            </a:pPr>
            <a:endParaRPr lang="en-US" altLang="en-US" sz="1199" b="1" dirty="0">
              <a:latin typeface="Times New Roman" panose="02020603050405020304" pitchFamily="18" charset="0"/>
            </a:endParaRPr>
          </a:p>
        </p:txBody>
      </p:sp>
      <p:sp>
        <p:nvSpPr>
          <p:cNvPr id="1031" name="Rectangle 6">
            <a:extLst>
              <a:ext uri="{FF2B5EF4-FFF2-40B4-BE49-F238E27FC236}">
                <a16:creationId xmlns:a16="http://schemas.microsoft.com/office/drawing/2014/main" id="{556B4CA0-EE69-2A88-1855-1F357504594F}"/>
              </a:ext>
            </a:extLst>
          </p:cNvPr>
          <p:cNvSpPr>
            <a:spLocks noChangeArrowheads="1"/>
          </p:cNvSpPr>
          <p:nvPr/>
        </p:nvSpPr>
        <p:spPr bwMode="auto">
          <a:xfrm>
            <a:off x="2863850" y="8304109"/>
            <a:ext cx="2156370" cy="1081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ts val="1587"/>
              </a:lnSpc>
            </a:pPr>
            <a:endParaRPr lang="en-US" altLang="en-US" sz="1199" b="1" dirty="0">
              <a:latin typeface="Times New Roman" panose="02020603050405020304" pitchFamily="18" charset="0"/>
            </a:endParaRPr>
          </a:p>
        </p:txBody>
      </p:sp>
      <p:sp>
        <p:nvSpPr>
          <p:cNvPr id="1032" name="Rectangle 7">
            <a:extLst>
              <a:ext uri="{FF2B5EF4-FFF2-40B4-BE49-F238E27FC236}">
                <a16:creationId xmlns:a16="http://schemas.microsoft.com/office/drawing/2014/main" id="{04DFA519-025B-AD95-8256-7680E4FA7A18}"/>
              </a:ext>
            </a:extLst>
          </p:cNvPr>
          <p:cNvSpPr>
            <a:spLocks noChangeArrowheads="1"/>
          </p:cNvSpPr>
          <p:nvPr/>
        </p:nvSpPr>
        <p:spPr bwMode="auto">
          <a:xfrm>
            <a:off x="5170905" y="8304109"/>
            <a:ext cx="1425965" cy="78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ts val="1587"/>
              </a:lnSpc>
            </a:pPr>
            <a:endParaRPr lang="en-US" altLang="en-US" sz="1199" b="1" dirty="0">
              <a:latin typeface="Times New Roman" panose="02020603050405020304" pitchFamily="18" charset="0"/>
            </a:endParaRPr>
          </a:p>
        </p:txBody>
      </p:sp>
      <p:graphicFrame>
        <p:nvGraphicFramePr>
          <p:cNvPr id="2" name="object 4">
            <a:extLst>
              <a:ext uri="{FF2B5EF4-FFF2-40B4-BE49-F238E27FC236}">
                <a16:creationId xmlns:a16="http://schemas.microsoft.com/office/drawing/2014/main" id="{C9ACD00B-419F-02A5-5D5B-2931244810C0}"/>
              </a:ext>
            </a:extLst>
          </p:cNvPr>
          <p:cNvGraphicFramePr>
            <a:graphicFrameLocks noGrp="1"/>
          </p:cNvGraphicFramePr>
          <p:nvPr>
            <p:extLst>
              <p:ext uri="{D42A27DB-BD31-4B8C-83A1-F6EECF244321}">
                <p14:modId xmlns:p14="http://schemas.microsoft.com/office/powerpoint/2010/main" val="3911698378"/>
              </p:ext>
            </p:extLst>
          </p:nvPr>
        </p:nvGraphicFramePr>
        <p:xfrm>
          <a:off x="769596" y="8644163"/>
          <a:ext cx="6056653" cy="738597"/>
        </p:xfrm>
        <a:graphic>
          <a:graphicData uri="http://schemas.openxmlformats.org/drawingml/2006/table">
            <a:tbl>
              <a:tblPr firstRow="1" bandRow="1">
                <a:tableStyleId>{2D5ABB26-0587-4C30-8999-92F81FD0307C}</a:tableStyleId>
              </a:tblPr>
              <a:tblGrid>
                <a:gridCol w="1531391">
                  <a:extLst>
                    <a:ext uri="{9D8B030D-6E8A-4147-A177-3AD203B41FA5}">
                      <a16:colId xmlns:a16="http://schemas.microsoft.com/office/drawing/2014/main" val="20000"/>
                    </a:ext>
                  </a:extLst>
                </a:gridCol>
                <a:gridCol w="549387">
                  <a:extLst>
                    <a:ext uri="{9D8B030D-6E8A-4147-A177-3AD203B41FA5}">
                      <a16:colId xmlns:a16="http://schemas.microsoft.com/office/drawing/2014/main" val="20001"/>
                    </a:ext>
                  </a:extLst>
                </a:gridCol>
                <a:gridCol w="1454822">
                  <a:extLst>
                    <a:ext uri="{9D8B030D-6E8A-4147-A177-3AD203B41FA5}">
                      <a16:colId xmlns:a16="http://schemas.microsoft.com/office/drawing/2014/main" val="20002"/>
                    </a:ext>
                  </a:extLst>
                </a:gridCol>
                <a:gridCol w="759953">
                  <a:extLst>
                    <a:ext uri="{9D8B030D-6E8A-4147-A177-3AD203B41FA5}">
                      <a16:colId xmlns:a16="http://schemas.microsoft.com/office/drawing/2014/main" val="20003"/>
                    </a:ext>
                  </a:extLst>
                </a:gridCol>
                <a:gridCol w="1761100">
                  <a:extLst>
                    <a:ext uri="{9D8B030D-6E8A-4147-A177-3AD203B41FA5}">
                      <a16:colId xmlns:a16="http://schemas.microsoft.com/office/drawing/2014/main" val="20004"/>
                    </a:ext>
                  </a:extLst>
                </a:gridCol>
              </a:tblGrid>
              <a:tr h="189957">
                <a:tc>
                  <a:txBody>
                    <a:bodyPr/>
                    <a:lstStyle/>
                    <a:p>
                      <a:pPr>
                        <a:lnSpc>
                          <a:spcPct val="100000"/>
                        </a:lnSpc>
                      </a:pPr>
                      <a:r>
                        <a:rPr sz="1200" b="1" dirty="0">
                          <a:latin typeface="Times New Roman"/>
                          <a:cs typeface="Times New Roman"/>
                        </a:rPr>
                        <a:t>Signature</a:t>
                      </a:r>
                      <a:r>
                        <a:rPr sz="1200" b="1" spc="-30" dirty="0">
                          <a:latin typeface="Times New Roman"/>
                          <a:cs typeface="Times New Roman"/>
                        </a:rPr>
                        <a:t> </a:t>
                      </a:r>
                      <a:r>
                        <a:rPr sz="1200" b="1" dirty="0">
                          <a:latin typeface="Times New Roman"/>
                          <a:cs typeface="Times New Roman"/>
                        </a:rPr>
                        <a:t>of</a:t>
                      </a:r>
                      <a:r>
                        <a:rPr sz="1200" b="1" spc="-35" dirty="0">
                          <a:latin typeface="Times New Roman"/>
                          <a:cs typeface="Times New Roman"/>
                        </a:rPr>
                        <a:t> </a:t>
                      </a:r>
                      <a:r>
                        <a:rPr sz="1200" b="1" dirty="0">
                          <a:latin typeface="Times New Roman"/>
                          <a:cs typeface="Times New Roman"/>
                        </a:rPr>
                        <a:t>the</a:t>
                      </a:r>
                      <a:r>
                        <a:rPr sz="1200" b="1" spc="-20" dirty="0">
                          <a:latin typeface="Times New Roman"/>
                          <a:cs typeface="Times New Roman"/>
                        </a:rPr>
                        <a:t> Guide</a:t>
                      </a:r>
                      <a:endParaRPr sz="1200" dirty="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r>
                        <a:rPr sz="1200" b="1" dirty="0">
                          <a:latin typeface="Times New Roman"/>
                          <a:cs typeface="Times New Roman"/>
                        </a:rPr>
                        <a:t>Signature</a:t>
                      </a:r>
                      <a:r>
                        <a:rPr sz="1200" b="1" spc="-30" dirty="0">
                          <a:latin typeface="Times New Roman"/>
                          <a:cs typeface="Times New Roman"/>
                        </a:rPr>
                        <a:t> </a:t>
                      </a:r>
                      <a:r>
                        <a:rPr sz="1200" b="1" dirty="0">
                          <a:latin typeface="Times New Roman"/>
                          <a:cs typeface="Times New Roman"/>
                        </a:rPr>
                        <a:t>of</a:t>
                      </a:r>
                      <a:r>
                        <a:rPr sz="1200" b="1" spc="-30" dirty="0">
                          <a:latin typeface="Times New Roman"/>
                          <a:cs typeface="Times New Roman"/>
                        </a:rPr>
                        <a:t> </a:t>
                      </a:r>
                      <a:r>
                        <a:rPr sz="1200" b="1" dirty="0">
                          <a:latin typeface="Times New Roman"/>
                          <a:cs typeface="Times New Roman"/>
                        </a:rPr>
                        <a:t>the</a:t>
                      </a:r>
                      <a:r>
                        <a:rPr sz="1200" b="1" spc="-20" dirty="0">
                          <a:latin typeface="Times New Roman"/>
                          <a:cs typeface="Times New Roman"/>
                        </a:rPr>
                        <a:t> </a:t>
                      </a:r>
                      <a:r>
                        <a:rPr sz="1200" b="1" spc="-25" dirty="0">
                          <a:latin typeface="Times New Roman"/>
                          <a:cs typeface="Times New Roman"/>
                        </a:rPr>
                        <a:t>HOD</a:t>
                      </a:r>
                      <a:endParaRPr sz="12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1000" dirty="0">
                        <a:latin typeface="Times New Roman"/>
                        <a:cs typeface="Times New Roman"/>
                      </a:endParaRPr>
                    </a:p>
                  </a:txBody>
                  <a:tcPr marL="0" marR="0" marT="0" marB="0"/>
                </a:tc>
                <a:tc>
                  <a:txBody>
                    <a:bodyPr/>
                    <a:lstStyle/>
                    <a:p>
                      <a:pPr>
                        <a:lnSpc>
                          <a:spcPct val="100000"/>
                        </a:lnSpc>
                      </a:pPr>
                      <a:r>
                        <a:rPr sz="1200" b="1" dirty="0">
                          <a:latin typeface="Times New Roman"/>
                          <a:cs typeface="Times New Roman"/>
                        </a:rPr>
                        <a:t>Signature</a:t>
                      </a:r>
                      <a:r>
                        <a:rPr sz="1200" b="1" spc="-40" dirty="0">
                          <a:latin typeface="Times New Roman"/>
                          <a:cs typeface="Times New Roman"/>
                        </a:rPr>
                        <a:t> </a:t>
                      </a:r>
                      <a:r>
                        <a:rPr sz="1200" b="1" dirty="0">
                          <a:latin typeface="Times New Roman"/>
                          <a:cs typeface="Times New Roman"/>
                        </a:rPr>
                        <a:t>of</a:t>
                      </a:r>
                      <a:r>
                        <a:rPr sz="1200" b="1" spc="-45" dirty="0">
                          <a:latin typeface="Times New Roman"/>
                          <a:cs typeface="Times New Roman"/>
                        </a:rPr>
                        <a:t> </a:t>
                      </a:r>
                      <a:r>
                        <a:rPr sz="1200" b="1" dirty="0">
                          <a:latin typeface="Times New Roman"/>
                          <a:cs typeface="Times New Roman"/>
                        </a:rPr>
                        <a:t>the</a:t>
                      </a:r>
                      <a:r>
                        <a:rPr sz="1200" b="1" spc="-35" dirty="0">
                          <a:latin typeface="Times New Roman"/>
                          <a:cs typeface="Times New Roman"/>
                        </a:rPr>
                        <a:t> </a:t>
                      </a:r>
                      <a:r>
                        <a:rPr sz="1200" b="1" spc="-10" dirty="0">
                          <a:latin typeface="Times New Roman"/>
                          <a:cs typeface="Times New Roman"/>
                        </a:rPr>
                        <a:t>Prinicipal</a:t>
                      </a:r>
                      <a:endParaRPr sz="1200">
                        <a:latin typeface="Times New Roman"/>
                        <a:cs typeface="Times New Roman"/>
                      </a:endParaRPr>
                    </a:p>
                  </a:txBody>
                  <a:tcPr marL="0" marR="0" marT="0" marB="0">
                    <a:lnT w="12700">
                      <a:solidFill>
                        <a:srgbClr val="000000"/>
                      </a:solidFill>
                      <a:prstDash val="solid"/>
                    </a:lnT>
                  </a:tcPr>
                </a:tc>
                <a:extLst>
                  <a:ext uri="{0D108BD9-81ED-4DB2-BD59-A6C34878D82A}">
                    <a16:rowId xmlns:a16="http://schemas.microsoft.com/office/drawing/2014/main" val="10000"/>
                  </a:ext>
                </a:extLst>
              </a:tr>
              <a:tr h="117276">
                <a:tc>
                  <a:txBody>
                    <a:bodyPr/>
                    <a:lstStyle/>
                    <a:p>
                      <a:pPr>
                        <a:lnSpc>
                          <a:spcPct val="100000"/>
                        </a:lnSpc>
                      </a:pPr>
                      <a:r>
                        <a:rPr sz="1200" b="1" dirty="0">
                          <a:solidFill>
                            <a:srgbClr val="006EC0"/>
                          </a:solidFill>
                          <a:latin typeface="Times New Roman"/>
                          <a:cs typeface="Times New Roman"/>
                        </a:rPr>
                        <a:t>Prof.</a:t>
                      </a:r>
                      <a:r>
                        <a:rPr sz="1200" b="1" spc="-35" dirty="0">
                          <a:solidFill>
                            <a:srgbClr val="006EC0"/>
                          </a:solidFill>
                          <a:latin typeface="Times New Roman"/>
                          <a:cs typeface="Times New Roman"/>
                        </a:rPr>
                        <a:t> </a:t>
                      </a:r>
                      <a:r>
                        <a:rPr sz="1200" b="1" dirty="0">
                          <a:solidFill>
                            <a:srgbClr val="006EC0"/>
                          </a:solidFill>
                          <a:latin typeface="Times New Roman"/>
                          <a:cs typeface="Times New Roman"/>
                        </a:rPr>
                        <a:t>S</a:t>
                      </a:r>
                      <a:r>
                        <a:rPr lang="en-US" sz="1200" b="1" dirty="0">
                          <a:solidFill>
                            <a:srgbClr val="006EC0"/>
                          </a:solidFill>
                          <a:latin typeface="Times New Roman"/>
                          <a:cs typeface="Times New Roman"/>
                        </a:rPr>
                        <a:t>wathi J K </a:t>
                      </a:r>
                      <a:endParaRPr sz="1200" dirty="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r>
                        <a:rPr sz="1200" b="1" dirty="0">
                          <a:solidFill>
                            <a:srgbClr val="006EC0"/>
                          </a:solidFill>
                          <a:latin typeface="Times New Roman"/>
                          <a:cs typeface="Times New Roman"/>
                        </a:rPr>
                        <a:t>Dr.</a:t>
                      </a:r>
                      <a:r>
                        <a:rPr sz="1200" b="1" spc="-20" dirty="0">
                          <a:solidFill>
                            <a:srgbClr val="006EC0"/>
                          </a:solidFill>
                          <a:latin typeface="Times New Roman"/>
                          <a:cs typeface="Times New Roman"/>
                        </a:rPr>
                        <a:t> </a:t>
                      </a:r>
                      <a:r>
                        <a:rPr sz="1200" b="1" dirty="0">
                          <a:solidFill>
                            <a:srgbClr val="006EC0"/>
                          </a:solidFill>
                          <a:latin typeface="Times New Roman"/>
                          <a:cs typeface="Times New Roman"/>
                        </a:rPr>
                        <a:t>Vasudeva</a:t>
                      </a:r>
                      <a:r>
                        <a:rPr sz="1200" b="1" spc="-15" dirty="0">
                          <a:solidFill>
                            <a:srgbClr val="006EC0"/>
                          </a:solidFill>
                          <a:latin typeface="Times New Roman"/>
                          <a:cs typeface="Times New Roman"/>
                        </a:rPr>
                        <a:t> </a:t>
                      </a:r>
                      <a:r>
                        <a:rPr sz="1200" b="1" spc="-50" dirty="0">
                          <a:solidFill>
                            <a:srgbClr val="006EC0"/>
                          </a:solidFill>
                          <a:latin typeface="Times New Roman"/>
                          <a:cs typeface="Times New Roman"/>
                        </a:rPr>
                        <a:t>R</a:t>
                      </a:r>
                      <a:endParaRPr sz="1200" dirty="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r>
                        <a:rPr sz="1200" b="1" dirty="0">
                          <a:solidFill>
                            <a:srgbClr val="006EC0"/>
                          </a:solidFill>
                          <a:latin typeface="Times New Roman"/>
                          <a:cs typeface="Times New Roman"/>
                        </a:rPr>
                        <a:t>Dr.</a:t>
                      </a:r>
                      <a:r>
                        <a:rPr sz="1200" b="1" spc="-25" dirty="0">
                          <a:solidFill>
                            <a:srgbClr val="006EC0"/>
                          </a:solidFill>
                          <a:latin typeface="Times New Roman"/>
                          <a:cs typeface="Times New Roman"/>
                        </a:rPr>
                        <a:t> </a:t>
                      </a:r>
                      <a:r>
                        <a:rPr sz="1200" b="1" dirty="0">
                          <a:solidFill>
                            <a:srgbClr val="006EC0"/>
                          </a:solidFill>
                          <a:latin typeface="Times New Roman"/>
                          <a:cs typeface="Times New Roman"/>
                        </a:rPr>
                        <a:t>S</a:t>
                      </a:r>
                      <a:r>
                        <a:rPr sz="1200" b="1" spc="-20" dirty="0">
                          <a:solidFill>
                            <a:srgbClr val="006EC0"/>
                          </a:solidFill>
                          <a:latin typeface="Times New Roman"/>
                          <a:cs typeface="Times New Roman"/>
                        </a:rPr>
                        <a:t> </a:t>
                      </a:r>
                      <a:r>
                        <a:rPr sz="1200" b="1" dirty="0">
                          <a:solidFill>
                            <a:srgbClr val="006EC0"/>
                          </a:solidFill>
                          <a:latin typeface="Times New Roman"/>
                          <a:cs typeface="Times New Roman"/>
                        </a:rPr>
                        <a:t>N</a:t>
                      </a:r>
                      <a:r>
                        <a:rPr sz="1200" b="1" spc="-35" dirty="0">
                          <a:solidFill>
                            <a:srgbClr val="006EC0"/>
                          </a:solidFill>
                          <a:latin typeface="Times New Roman"/>
                          <a:cs typeface="Times New Roman"/>
                        </a:rPr>
                        <a:t> </a:t>
                      </a:r>
                      <a:r>
                        <a:rPr sz="1200" b="1" spc="-10" dirty="0">
                          <a:solidFill>
                            <a:srgbClr val="006EC0"/>
                          </a:solidFill>
                          <a:latin typeface="Times New Roman"/>
                          <a:cs typeface="Times New Roman"/>
                        </a:rPr>
                        <a:t>Chandrashekara</a:t>
                      </a:r>
                      <a:endParaRPr sz="1200">
                        <a:latin typeface="Times New Roman"/>
                        <a:cs typeface="Times New Roman"/>
                      </a:endParaRPr>
                    </a:p>
                  </a:txBody>
                  <a:tcPr marL="0" marR="0" marT="0" marB="0"/>
                </a:tc>
                <a:extLst>
                  <a:ext uri="{0D108BD9-81ED-4DB2-BD59-A6C34878D82A}">
                    <a16:rowId xmlns:a16="http://schemas.microsoft.com/office/drawing/2014/main" val="10001"/>
                  </a:ext>
                </a:extLst>
              </a:tr>
              <a:tr h="117964">
                <a:tc>
                  <a:txBody>
                    <a:bodyPr/>
                    <a:lstStyle/>
                    <a:p>
                      <a:pPr>
                        <a:lnSpc>
                          <a:spcPct val="100000"/>
                        </a:lnSpc>
                      </a:pPr>
                      <a:r>
                        <a:rPr sz="1200" b="1" dirty="0">
                          <a:solidFill>
                            <a:srgbClr val="FF0000"/>
                          </a:solidFill>
                          <a:latin typeface="Times New Roman"/>
                          <a:cs typeface="Times New Roman"/>
                        </a:rPr>
                        <a:t>Asst.</a:t>
                      </a:r>
                      <a:r>
                        <a:rPr sz="1200" b="1" spc="-30" dirty="0">
                          <a:solidFill>
                            <a:srgbClr val="FF0000"/>
                          </a:solidFill>
                          <a:latin typeface="Times New Roman"/>
                          <a:cs typeface="Times New Roman"/>
                        </a:rPr>
                        <a:t> </a:t>
                      </a:r>
                      <a:r>
                        <a:rPr sz="1200" b="1" spc="-10" dirty="0">
                          <a:solidFill>
                            <a:srgbClr val="FF0000"/>
                          </a:solidFill>
                          <a:latin typeface="Times New Roman"/>
                          <a:cs typeface="Times New Roman"/>
                        </a:rPr>
                        <a:t>Professor,</a:t>
                      </a:r>
                      <a:endParaRPr sz="1200" dirty="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r>
                        <a:rPr sz="1200" b="1" dirty="0">
                          <a:solidFill>
                            <a:srgbClr val="FF0000"/>
                          </a:solidFill>
                          <a:latin typeface="Times New Roman"/>
                          <a:cs typeface="Times New Roman"/>
                        </a:rPr>
                        <a:t>Assoc.</a:t>
                      </a:r>
                      <a:r>
                        <a:rPr sz="1200" b="1" spc="-25" dirty="0">
                          <a:solidFill>
                            <a:srgbClr val="FF0000"/>
                          </a:solidFill>
                          <a:latin typeface="Times New Roman"/>
                          <a:cs typeface="Times New Roman"/>
                        </a:rPr>
                        <a:t> </a:t>
                      </a:r>
                      <a:r>
                        <a:rPr sz="1200" b="1" dirty="0">
                          <a:solidFill>
                            <a:srgbClr val="FF0000"/>
                          </a:solidFill>
                          <a:latin typeface="Times New Roman"/>
                          <a:cs typeface="Times New Roman"/>
                        </a:rPr>
                        <a:t>Prof.</a:t>
                      </a:r>
                      <a:r>
                        <a:rPr sz="1200" b="1" spc="-15" dirty="0">
                          <a:solidFill>
                            <a:srgbClr val="FF0000"/>
                          </a:solidFill>
                          <a:latin typeface="Times New Roman"/>
                          <a:cs typeface="Times New Roman"/>
                        </a:rPr>
                        <a:t> </a:t>
                      </a:r>
                      <a:r>
                        <a:rPr sz="1200" b="1" dirty="0">
                          <a:solidFill>
                            <a:srgbClr val="FF0000"/>
                          </a:solidFill>
                          <a:latin typeface="Times New Roman"/>
                          <a:cs typeface="Times New Roman"/>
                        </a:rPr>
                        <a:t>&amp;</a:t>
                      </a:r>
                      <a:r>
                        <a:rPr sz="1200" b="1" spc="-25" dirty="0">
                          <a:solidFill>
                            <a:srgbClr val="FF0000"/>
                          </a:solidFill>
                          <a:latin typeface="Times New Roman"/>
                          <a:cs typeface="Times New Roman"/>
                        </a:rPr>
                        <a:t> </a:t>
                      </a:r>
                      <a:r>
                        <a:rPr sz="1200" b="1" spc="-20" dirty="0">
                          <a:solidFill>
                            <a:srgbClr val="FF0000"/>
                          </a:solidFill>
                          <a:latin typeface="Times New Roman"/>
                          <a:cs typeface="Times New Roman"/>
                        </a:rPr>
                        <a:t>HOD,</a:t>
                      </a:r>
                      <a:endParaRPr sz="1200" dirty="0">
                        <a:latin typeface="Times New Roman"/>
                        <a:cs typeface="Times New Roman"/>
                      </a:endParaRPr>
                    </a:p>
                  </a:txBody>
                  <a:tcPr marL="0" marR="0" marT="0" marB="0"/>
                </a:tc>
                <a:tc>
                  <a:txBody>
                    <a:bodyPr/>
                    <a:lstStyle/>
                    <a:p>
                      <a:pPr>
                        <a:lnSpc>
                          <a:spcPct val="100000"/>
                        </a:lnSpc>
                      </a:pPr>
                      <a:endParaRPr sz="1000" dirty="0">
                        <a:latin typeface="Times New Roman"/>
                        <a:cs typeface="Times New Roman"/>
                      </a:endParaRPr>
                    </a:p>
                  </a:txBody>
                  <a:tcPr marL="0" marR="0" marT="0" marB="0"/>
                </a:tc>
                <a:tc>
                  <a:txBody>
                    <a:bodyPr/>
                    <a:lstStyle/>
                    <a:p>
                      <a:pPr>
                        <a:lnSpc>
                          <a:spcPct val="100000"/>
                        </a:lnSpc>
                      </a:pPr>
                      <a:r>
                        <a:rPr sz="1200" b="1" spc="-10" dirty="0">
                          <a:solidFill>
                            <a:srgbClr val="FF0000"/>
                          </a:solidFill>
                          <a:latin typeface="Times New Roman"/>
                          <a:cs typeface="Times New Roman"/>
                        </a:rPr>
                        <a:t>Principal,</a:t>
                      </a:r>
                      <a:endParaRPr sz="1200" dirty="0">
                        <a:latin typeface="Times New Roman"/>
                        <a:cs typeface="Times New Roman"/>
                      </a:endParaRPr>
                    </a:p>
                  </a:txBody>
                  <a:tcPr marL="0" marR="0" marT="0" marB="0"/>
                </a:tc>
                <a:extLst>
                  <a:ext uri="{0D108BD9-81ED-4DB2-BD59-A6C34878D82A}">
                    <a16:rowId xmlns:a16="http://schemas.microsoft.com/office/drawing/2014/main" val="10002"/>
                  </a:ext>
                </a:extLst>
              </a:tr>
              <a:tr h="115399">
                <a:tc>
                  <a:txBody>
                    <a:bodyPr/>
                    <a:lstStyle/>
                    <a:p>
                      <a:pPr>
                        <a:lnSpc>
                          <a:spcPct val="100000"/>
                        </a:lnSpc>
                      </a:pPr>
                      <a:r>
                        <a:rPr sz="1200" b="1" dirty="0">
                          <a:solidFill>
                            <a:srgbClr val="00AE50"/>
                          </a:solidFill>
                          <a:latin typeface="Times New Roman"/>
                          <a:cs typeface="Times New Roman"/>
                        </a:rPr>
                        <a:t>Dept.</a:t>
                      </a:r>
                      <a:r>
                        <a:rPr sz="1200" b="1" spc="-20" dirty="0">
                          <a:solidFill>
                            <a:srgbClr val="00AE50"/>
                          </a:solidFill>
                          <a:latin typeface="Times New Roman"/>
                          <a:cs typeface="Times New Roman"/>
                        </a:rPr>
                        <a:t> </a:t>
                      </a:r>
                      <a:r>
                        <a:rPr sz="1200" b="1" dirty="0">
                          <a:solidFill>
                            <a:srgbClr val="00AE50"/>
                          </a:solidFill>
                          <a:latin typeface="Times New Roman"/>
                          <a:cs typeface="Times New Roman"/>
                        </a:rPr>
                        <a:t>of</a:t>
                      </a:r>
                      <a:r>
                        <a:rPr sz="1200" b="1" spc="-25" dirty="0">
                          <a:solidFill>
                            <a:srgbClr val="00AE50"/>
                          </a:solidFill>
                          <a:latin typeface="Times New Roman"/>
                          <a:cs typeface="Times New Roman"/>
                        </a:rPr>
                        <a:t> CSE</a:t>
                      </a:r>
                      <a:endParaRPr sz="1200">
                        <a:latin typeface="Times New Roman"/>
                        <a:cs typeface="Times New Roman"/>
                      </a:endParaRPr>
                    </a:p>
                  </a:txBody>
                  <a:tcPr marL="0" marR="0" marT="0" marB="0"/>
                </a:tc>
                <a:tc>
                  <a:txBody>
                    <a:bodyPr/>
                    <a:lstStyle/>
                    <a:p>
                      <a:pPr>
                        <a:lnSpc>
                          <a:spcPct val="100000"/>
                        </a:lnSpc>
                      </a:pPr>
                      <a:endParaRPr sz="900">
                        <a:latin typeface="Times New Roman"/>
                        <a:cs typeface="Times New Roman"/>
                      </a:endParaRPr>
                    </a:p>
                  </a:txBody>
                  <a:tcPr marL="0" marR="0" marT="0" marB="0"/>
                </a:tc>
                <a:tc>
                  <a:txBody>
                    <a:bodyPr/>
                    <a:lstStyle/>
                    <a:p>
                      <a:pPr>
                        <a:lnSpc>
                          <a:spcPct val="100000"/>
                        </a:lnSpc>
                      </a:pPr>
                      <a:r>
                        <a:rPr sz="1200" b="1" dirty="0">
                          <a:solidFill>
                            <a:srgbClr val="00AE50"/>
                          </a:solidFill>
                          <a:latin typeface="Times New Roman"/>
                          <a:cs typeface="Times New Roman"/>
                        </a:rPr>
                        <a:t>Dept.</a:t>
                      </a:r>
                      <a:r>
                        <a:rPr sz="1200" b="1" spc="-20" dirty="0">
                          <a:solidFill>
                            <a:srgbClr val="00AE50"/>
                          </a:solidFill>
                          <a:latin typeface="Times New Roman"/>
                          <a:cs typeface="Times New Roman"/>
                        </a:rPr>
                        <a:t> </a:t>
                      </a:r>
                      <a:r>
                        <a:rPr sz="1200" b="1" dirty="0">
                          <a:solidFill>
                            <a:srgbClr val="00AE50"/>
                          </a:solidFill>
                          <a:latin typeface="Times New Roman"/>
                          <a:cs typeface="Times New Roman"/>
                        </a:rPr>
                        <a:t>of</a:t>
                      </a:r>
                      <a:r>
                        <a:rPr sz="1200" b="1" spc="-25" dirty="0">
                          <a:solidFill>
                            <a:srgbClr val="00AE50"/>
                          </a:solidFill>
                          <a:latin typeface="Times New Roman"/>
                          <a:cs typeface="Times New Roman"/>
                        </a:rPr>
                        <a:t> CSE</a:t>
                      </a:r>
                      <a:endParaRPr sz="1200">
                        <a:latin typeface="Times New Roman"/>
                        <a:cs typeface="Times New Roman"/>
                      </a:endParaRPr>
                    </a:p>
                  </a:txBody>
                  <a:tcPr marL="0" marR="0" marT="0" marB="0"/>
                </a:tc>
                <a:tc>
                  <a:txBody>
                    <a:bodyPr/>
                    <a:lstStyle/>
                    <a:p>
                      <a:pPr>
                        <a:lnSpc>
                          <a:spcPct val="100000"/>
                        </a:lnSpc>
                      </a:pPr>
                      <a:endParaRPr sz="900">
                        <a:latin typeface="Times New Roman"/>
                        <a:cs typeface="Times New Roman"/>
                      </a:endParaRPr>
                    </a:p>
                  </a:txBody>
                  <a:tcPr marL="0" marR="0" marT="0" marB="0"/>
                </a:tc>
                <a:tc>
                  <a:txBody>
                    <a:bodyPr/>
                    <a:lstStyle/>
                    <a:p>
                      <a:pPr>
                        <a:lnSpc>
                          <a:spcPct val="100000"/>
                        </a:lnSpc>
                      </a:pPr>
                      <a:r>
                        <a:rPr sz="1200" b="1" spc="-10" dirty="0">
                          <a:solidFill>
                            <a:srgbClr val="00AE50"/>
                          </a:solidFill>
                          <a:latin typeface="Times New Roman"/>
                          <a:cs typeface="Times New Roman"/>
                        </a:rPr>
                        <a:t>CBIT-Kolar</a:t>
                      </a:r>
                      <a:endParaRPr sz="1200" dirty="0">
                        <a:latin typeface="Times New Roman"/>
                        <a:cs typeface="Times New Roman"/>
                      </a:endParaRPr>
                    </a:p>
                  </a:txBody>
                  <a:tcPr marL="0" marR="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900491" y="10213980"/>
            <a:ext cx="116643" cy="26245"/>
          </a:xfrm>
          <a:prstGeom prst="rect">
            <a:avLst/>
          </a:prstGeom>
        </p:spPr>
        <p:txBody>
          <a:bodyPr vert="horz" wrap="square" lIns="0" tIns="10777" rIns="0" bIns="0" rtlCol="0">
            <a:spAutoFit/>
          </a:bodyPr>
          <a:lstStyle/>
          <a:p>
            <a:pPr marL="12678">
              <a:spcBef>
                <a:spcPts val="85"/>
              </a:spcBef>
            </a:pPr>
            <a:r>
              <a:rPr sz="100" spc="-25" dirty="0">
                <a:latin typeface="Times New Roman"/>
                <a:cs typeface="Times New Roman"/>
              </a:rPr>
              <a:t>iI</a:t>
            </a:r>
            <a:r>
              <a:rPr sz="100" spc="-15" dirty="0">
                <a:latin typeface="Times New Roman"/>
                <a:cs typeface="Times New Roman"/>
              </a:rPr>
              <a:t> </a:t>
            </a:r>
            <a:r>
              <a:rPr sz="100" spc="-10" dirty="0">
                <a:latin typeface="Times New Roman"/>
                <a:cs typeface="Times New Roman"/>
              </a:rPr>
              <a:t>iiii</a:t>
            </a:r>
            <a:r>
              <a:rPr sz="100" spc="-5" dirty="0">
                <a:latin typeface="Times New Roman"/>
                <a:cs typeface="Times New Roman"/>
              </a:rPr>
              <a:t> </a:t>
            </a:r>
            <a:r>
              <a:rPr sz="100" spc="-25" dirty="0">
                <a:latin typeface="Times New Roman"/>
                <a:cs typeface="Times New Roman"/>
              </a:rPr>
              <a:t>I</a:t>
            </a:r>
            <a:r>
              <a:rPr sz="100" spc="-10" dirty="0">
                <a:latin typeface="Times New Roman"/>
                <a:cs typeface="Times New Roman"/>
              </a:rPr>
              <a:t> iiih</a:t>
            </a:r>
            <a:r>
              <a:rPr sz="100" spc="-5" dirty="0">
                <a:latin typeface="Times New Roman"/>
                <a:cs typeface="Times New Roman"/>
              </a:rPr>
              <a:t> </a:t>
            </a:r>
            <a:r>
              <a:rPr sz="100" spc="-10" dirty="0">
                <a:latin typeface="Times New Roman"/>
                <a:cs typeface="Times New Roman"/>
              </a:rPr>
              <a:t>iug</a:t>
            </a:r>
            <a:r>
              <a:rPr sz="100" spc="25" dirty="0">
                <a:latin typeface="Times New Roman"/>
                <a:cs typeface="Times New Roman"/>
              </a:rPr>
              <a:t> </a:t>
            </a:r>
            <a:r>
              <a:rPr sz="100" spc="-25" dirty="0">
                <a:latin typeface="Times New Roman"/>
                <a:cs typeface="Times New Roman"/>
              </a:rPr>
              <a:t>y</a:t>
            </a:r>
            <a:r>
              <a:rPr sz="100" spc="-5" dirty="0">
                <a:latin typeface="Times New Roman"/>
                <a:cs typeface="Times New Roman"/>
              </a:rPr>
              <a:t> </a:t>
            </a:r>
            <a:r>
              <a:rPr sz="100" spc="-20" dirty="0">
                <a:latin typeface="Times New Roman"/>
                <a:cs typeface="Times New Roman"/>
              </a:rPr>
              <a:t>de</a:t>
            </a:r>
            <a:r>
              <a:rPr sz="100" spc="-5" dirty="0">
                <a:latin typeface="Times New Roman"/>
                <a:cs typeface="Times New Roman"/>
              </a:rPr>
              <a:t> </a:t>
            </a:r>
            <a:r>
              <a:rPr sz="100" spc="-25" dirty="0">
                <a:latin typeface="Times New Roman"/>
                <a:cs typeface="Times New Roman"/>
              </a:rPr>
              <a:t>q</a:t>
            </a:r>
            <a:r>
              <a:rPr sz="100" spc="-5" dirty="0">
                <a:latin typeface="Times New Roman"/>
                <a:cs typeface="Times New Roman"/>
              </a:rPr>
              <a:t> </a:t>
            </a:r>
            <a:r>
              <a:rPr sz="100" spc="-35" dirty="0">
                <a:latin typeface="Times New Roman"/>
                <a:cs typeface="Times New Roman"/>
              </a:rPr>
              <a:t>w</a:t>
            </a:r>
            <a:r>
              <a:rPr sz="100" spc="-10" dirty="0">
                <a:latin typeface="Times New Roman"/>
                <a:cs typeface="Times New Roman"/>
              </a:rPr>
              <a:t> </a:t>
            </a:r>
            <a:r>
              <a:rPr sz="100" spc="-25" dirty="0">
                <a:latin typeface="Times New Roman"/>
                <a:cs typeface="Times New Roman"/>
              </a:rPr>
              <a:t>iu</a:t>
            </a:r>
            <a:endParaRPr sz="100">
              <a:latin typeface="Times New Roman"/>
              <a:cs typeface="Times New Roman"/>
            </a:endParaRPr>
          </a:p>
        </p:txBody>
      </p:sp>
      <p:sp>
        <p:nvSpPr>
          <p:cNvPr id="6" name="object 6"/>
          <p:cNvSpPr txBox="1"/>
          <p:nvPr/>
        </p:nvSpPr>
        <p:spPr>
          <a:xfrm>
            <a:off x="1356873" y="10213980"/>
            <a:ext cx="45009" cy="26245"/>
          </a:xfrm>
          <a:prstGeom prst="rect">
            <a:avLst/>
          </a:prstGeom>
        </p:spPr>
        <p:txBody>
          <a:bodyPr vert="horz" wrap="square" lIns="0" tIns="10777" rIns="0" bIns="0" rtlCol="0">
            <a:spAutoFit/>
          </a:bodyPr>
          <a:lstStyle/>
          <a:p>
            <a:pPr marL="12678">
              <a:spcBef>
                <a:spcPts val="85"/>
              </a:spcBef>
            </a:pPr>
            <a:r>
              <a:rPr sz="100" spc="-10" dirty="0">
                <a:latin typeface="Times New Roman"/>
                <a:cs typeface="Times New Roman"/>
              </a:rPr>
              <a:t>IIIIi</a:t>
            </a:r>
            <a:endParaRPr sz="100">
              <a:latin typeface="Times New Roman"/>
              <a:cs typeface="Times New Roman"/>
            </a:endParaRPr>
          </a:p>
        </p:txBody>
      </p:sp>
      <p:sp>
        <p:nvSpPr>
          <p:cNvPr id="2" name="object 2"/>
          <p:cNvSpPr txBox="1"/>
          <p:nvPr/>
        </p:nvSpPr>
        <p:spPr>
          <a:xfrm>
            <a:off x="3168650" y="1155700"/>
            <a:ext cx="1267235" cy="299217"/>
          </a:xfrm>
          <a:prstGeom prst="rect">
            <a:avLst/>
          </a:prstGeom>
        </p:spPr>
        <p:txBody>
          <a:bodyPr vert="horz" wrap="square" lIns="0" tIns="12679" rIns="0" bIns="0" rtlCol="0">
            <a:spAutoFit/>
          </a:bodyPr>
          <a:lstStyle/>
          <a:p>
            <a:pPr marL="12678">
              <a:spcBef>
                <a:spcPts val="100"/>
              </a:spcBef>
            </a:pPr>
            <a:r>
              <a:rPr sz="1797" b="1" spc="-10" dirty="0">
                <a:latin typeface="Times New Roman"/>
                <a:cs typeface="Times New Roman"/>
              </a:rPr>
              <a:t>ABSTRACT</a:t>
            </a:r>
            <a:endParaRPr sz="1797" dirty="0">
              <a:latin typeface="Times New Roman"/>
              <a:cs typeface="Times New Roman"/>
            </a:endParaRPr>
          </a:p>
        </p:txBody>
      </p:sp>
      <p:sp>
        <p:nvSpPr>
          <p:cNvPr id="3" name="object 3"/>
          <p:cNvSpPr txBox="1"/>
          <p:nvPr/>
        </p:nvSpPr>
        <p:spPr>
          <a:xfrm>
            <a:off x="691179" y="1917700"/>
            <a:ext cx="6280390" cy="4964929"/>
          </a:xfrm>
          <a:prstGeom prst="rect">
            <a:avLst/>
          </a:prstGeom>
        </p:spPr>
        <p:txBody>
          <a:bodyPr vert="horz" wrap="square" lIns="0" tIns="12045" rIns="0" bIns="0" rtlCol="0">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In this project, we develop a gesture-controlled virtual mouse system that enables users to interact with their computer through hand gestures instead of conventional input devices like a mouse or keyboard. The system is implemented using Python, OpenCV, and </a:t>
            </a:r>
            <a:r>
              <a:rPr lang="en-US" sz="1200" dirty="0" err="1">
                <a:latin typeface="Times New Roman" panose="02020603050405020304" pitchFamily="18" charset="0"/>
                <a:cs typeface="Times New Roman" panose="02020603050405020304" pitchFamily="18" charset="0"/>
              </a:rPr>
              <a:t>MediaPipe</a:t>
            </a:r>
            <a:r>
              <a:rPr lang="en-US" sz="1200" dirty="0">
                <a:latin typeface="Times New Roman" panose="02020603050405020304" pitchFamily="18" charset="0"/>
                <a:cs typeface="Times New Roman" panose="02020603050405020304" pitchFamily="18" charset="0"/>
              </a:rPr>
              <a:t>, which together enable accurate real-time hand detection and tracking using a standard webcam. Each recognized gesture is mapped to specific mouse operations such as cursor movement, left click, right click, double click, and screenshot capture, allowing seamless and intuitive control of the computer.</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This approach eliminates the need for physical contact, offering a more hygienic and convenient alternative for device interaction, particularly useful in environments where touch-based interfaces are impractical. The system’s design is focused on improving accessibility, flexibility, and efficiency, making it beneficial for users with physical disabilities as well as for general hands-free applications.</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Furthermore, this project demonstrates the potential of computer vision and artificial intelligence in enhancing human-computer interaction (HCI). By leveraging advanced gesture recognition algorithms, the system ensures reliable and responsive operation even in dynamic lighting and background conditions. Overall, the proposed gesture-controlled virtual mouse represents a step toward creating smart, contactless, and user-friendly control systems for future computing environments.</a:t>
            </a:r>
          </a:p>
        </p:txBody>
      </p:sp>
      <p:sp>
        <p:nvSpPr>
          <p:cNvPr id="4" name="object 4"/>
          <p:cNvSpPr txBox="1"/>
          <p:nvPr/>
        </p:nvSpPr>
        <p:spPr>
          <a:xfrm>
            <a:off x="3778250" y="9766300"/>
            <a:ext cx="79876" cy="181476"/>
          </a:xfrm>
          <a:prstGeom prst="rect">
            <a:avLst/>
          </a:prstGeom>
        </p:spPr>
        <p:txBody>
          <a:bodyPr vert="horz" wrap="square" lIns="0" tIns="12679" rIns="0" bIns="0" rtlCol="0">
            <a:spAutoFit/>
          </a:bodyPr>
          <a:lstStyle/>
          <a:p>
            <a:pPr marL="12678">
              <a:spcBef>
                <a:spcPts val="100"/>
              </a:spcBef>
            </a:pPr>
            <a:r>
              <a:rPr sz="1098" b="1" spc="-50" dirty="0">
                <a:latin typeface="Times New Roman"/>
                <a:cs typeface="Times New Roman"/>
              </a:rPr>
              <a:t>I</a:t>
            </a:r>
            <a:endParaRPr sz="1098"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900491" y="10213980"/>
            <a:ext cx="116643" cy="26245"/>
          </a:xfrm>
          <a:prstGeom prst="rect">
            <a:avLst/>
          </a:prstGeom>
        </p:spPr>
        <p:txBody>
          <a:bodyPr vert="horz" wrap="square" lIns="0" tIns="10777" rIns="0" bIns="0" rtlCol="0">
            <a:spAutoFit/>
          </a:bodyPr>
          <a:lstStyle/>
          <a:p>
            <a:pPr marL="12678">
              <a:spcBef>
                <a:spcPts val="85"/>
              </a:spcBef>
            </a:pPr>
            <a:r>
              <a:rPr sz="100" spc="-25" dirty="0">
                <a:latin typeface="Times New Roman"/>
                <a:cs typeface="Times New Roman"/>
              </a:rPr>
              <a:t>iI</a:t>
            </a:r>
            <a:r>
              <a:rPr sz="100" spc="-15" dirty="0">
                <a:latin typeface="Times New Roman"/>
                <a:cs typeface="Times New Roman"/>
              </a:rPr>
              <a:t> </a:t>
            </a:r>
            <a:r>
              <a:rPr sz="100" spc="-10" dirty="0">
                <a:latin typeface="Times New Roman"/>
                <a:cs typeface="Times New Roman"/>
              </a:rPr>
              <a:t>iiii</a:t>
            </a:r>
            <a:r>
              <a:rPr sz="100" spc="-5" dirty="0">
                <a:latin typeface="Times New Roman"/>
                <a:cs typeface="Times New Roman"/>
              </a:rPr>
              <a:t> </a:t>
            </a:r>
            <a:r>
              <a:rPr sz="100" spc="-25" dirty="0">
                <a:latin typeface="Times New Roman"/>
                <a:cs typeface="Times New Roman"/>
              </a:rPr>
              <a:t>I</a:t>
            </a:r>
            <a:r>
              <a:rPr sz="100" spc="-10" dirty="0">
                <a:latin typeface="Times New Roman"/>
                <a:cs typeface="Times New Roman"/>
              </a:rPr>
              <a:t> iiih</a:t>
            </a:r>
            <a:r>
              <a:rPr sz="100" spc="-5" dirty="0">
                <a:latin typeface="Times New Roman"/>
                <a:cs typeface="Times New Roman"/>
              </a:rPr>
              <a:t> </a:t>
            </a:r>
            <a:r>
              <a:rPr sz="100" spc="-10" dirty="0">
                <a:latin typeface="Times New Roman"/>
                <a:cs typeface="Times New Roman"/>
              </a:rPr>
              <a:t>iug</a:t>
            </a:r>
            <a:r>
              <a:rPr sz="100" spc="25" dirty="0">
                <a:latin typeface="Times New Roman"/>
                <a:cs typeface="Times New Roman"/>
              </a:rPr>
              <a:t> </a:t>
            </a:r>
            <a:r>
              <a:rPr sz="100" spc="-25" dirty="0">
                <a:latin typeface="Times New Roman"/>
                <a:cs typeface="Times New Roman"/>
              </a:rPr>
              <a:t>y</a:t>
            </a:r>
            <a:r>
              <a:rPr sz="100" spc="-5" dirty="0">
                <a:latin typeface="Times New Roman"/>
                <a:cs typeface="Times New Roman"/>
              </a:rPr>
              <a:t> </a:t>
            </a:r>
            <a:r>
              <a:rPr sz="100" spc="-20" dirty="0">
                <a:latin typeface="Times New Roman"/>
                <a:cs typeface="Times New Roman"/>
              </a:rPr>
              <a:t>de</a:t>
            </a:r>
            <a:r>
              <a:rPr sz="100" spc="-5" dirty="0">
                <a:latin typeface="Times New Roman"/>
                <a:cs typeface="Times New Roman"/>
              </a:rPr>
              <a:t> </a:t>
            </a:r>
            <a:r>
              <a:rPr sz="100" spc="-25" dirty="0">
                <a:latin typeface="Times New Roman"/>
                <a:cs typeface="Times New Roman"/>
              </a:rPr>
              <a:t>q</a:t>
            </a:r>
            <a:r>
              <a:rPr sz="100" spc="-5" dirty="0">
                <a:latin typeface="Times New Roman"/>
                <a:cs typeface="Times New Roman"/>
              </a:rPr>
              <a:t> </a:t>
            </a:r>
            <a:r>
              <a:rPr sz="100" spc="-35" dirty="0">
                <a:latin typeface="Times New Roman"/>
                <a:cs typeface="Times New Roman"/>
              </a:rPr>
              <a:t>w</a:t>
            </a:r>
            <a:r>
              <a:rPr sz="100" spc="-10" dirty="0">
                <a:latin typeface="Times New Roman"/>
                <a:cs typeface="Times New Roman"/>
              </a:rPr>
              <a:t> </a:t>
            </a:r>
            <a:r>
              <a:rPr sz="100" spc="-25" dirty="0">
                <a:latin typeface="Times New Roman"/>
                <a:cs typeface="Times New Roman"/>
              </a:rPr>
              <a:t>iu</a:t>
            </a:r>
            <a:endParaRPr sz="100">
              <a:latin typeface="Times New Roman"/>
              <a:cs typeface="Times New Roman"/>
            </a:endParaRPr>
          </a:p>
        </p:txBody>
      </p:sp>
      <p:sp>
        <p:nvSpPr>
          <p:cNvPr id="8" name="object 8"/>
          <p:cNvSpPr txBox="1"/>
          <p:nvPr/>
        </p:nvSpPr>
        <p:spPr>
          <a:xfrm>
            <a:off x="1356873" y="10213980"/>
            <a:ext cx="45009" cy="26245"/>
          </a:xfrm>
          <a:prstGeom prst="rect">
            <a:avLst/>
          </a:prstGeom>
        </p:spPr>
        <p:txBody>
          <a:bodyPr vert="horz" wrap="square" lIns="0" tIns="10777" rIns="0" bIns="0" rtlCol="0">
            <a:spAutoFit/>
          </a:bodyPr>
          <a:lstStyle/>
          <a:p>
            <a:pPr marL="12678">
              <a:spcBef>
                <a:spcPts val="85"/>
              </a:spcBef>
            </a:pPr>
            <a:r>
              <a:rPr sz="100" spc="-10" dirty="0">
                <a:latin typeface="Times New Roman"/>
                <a:cs typeface="Times New Roman"/>
              </a:rPr>
              <a:t>IIIIi</a:t>
            </a:r>
            <a:endParaRPr sz="100">
              <a:latin typeface="Times New Roman"/>
              <a:cs typeface="Times New Roman"/>
            </a:endParaRPr>
          </a:p>
        </p:txBody>
      </p:sp>
      <p:sp>
        <p:nvSpPr>
          <p:cNvPr id="2" name="object 2"/>
          <p:cNvSpPr txBox="1"/>
          <p:nvPr/>
        </p:nvSpPr>
        <p:spPr>
          <a:xfrm>
            <a:off x="2909442" y="1133222"/>
            <a:ext cx="1737615" cy="299217"/>
          </a:xfrm>
          <a:prstGeom prst="rect">
            <a:avLst/>
          </a:prstGeom>
        </p:spPr>
        <p:txBody>
          <a:bodyPr vert="horz" wrap="square" lIns="0" tIns="12679" rIns="0" bIns="0" rtlCol="0">
            <a:spAutoFit/>
          </a:bodyPr>
          <a:lstStyle/>
          <a:p>
            <a:pPr marL="12678">
              <a:spcBef>
                <a:spcPts val="100"/>
              </a:spcBef>
            </a:pPr>
            <a:r>
              <a:rPr sz="1797" b="1" spc="-10" dirty="0">
                <a:latin typeface="Times New Roman"/>
                <a:cs typeface="Times New Roman"/>
              </a:rPr>
              <a:t>DECLARATION</a:t>
            </a:r>
            <a:endParaRPr sz="1797" dirty="0">
              <a:latin typeface="Times New Roman"/>
              <a:cs typeface="Times New Roman"/>
            </a:endParaRPr>
          </a:p>
        </p:txBody>
      </p:sp>
      <p:sp>
        <p:nvSpPr>
          <p:cNvPr id="3" name="object 3"/>
          <p:cNvSpPr txBox="1"/>
          <p:nvPr/>
        </p:nvSpPr>
        <p:spPr>
          <a:xfrm>
            <a:off x="806450" y="1765300"/>
            <a:ext cx="6088126" cy="2548619"/>
          </a:xfrm>
          <a:prstGeom prst="rect">
            <a:avLst/>
          </a:prstGeom>
        </p:spPr>
        <p:txBody>
          <a:bodyPr vert="horz" wrap="square" lIns="0" tIns="91921" rIns="0" bIns="0" rtlCol="0">
            <a:spAutoFit/>
          </a:bodyPr>
          <a:lstStyle/>
          <a:p>
            <a:pPr marL="38035" algn="just">
              <a:lnSpc>
                <a:spcPct val="150000"/>
              </a:lnSpc>
              <a:spcBef>
                <a:spcPts val="724"/>
              </a:spcBef>
            </a:pPr>
            <a:r>
              <a:rPr lang="en-US" sz="1198" dirty="0">
                <a:latin typeface="Times New Roman"/>
                <a:cs typeface="Times New Roman"/>
              </a:rPr>
              <a:t>We, </a:t>
            </a:r>
            <a:r>
              <a:rPr lang="en-US" sz="1198" b="1" dirty="0">
                <a:latin typeface="Times New Roman"/>
                <a:cs typeface="Times New Roman"/>
              </a:rPr>
              <a:t>CHANDU SR </a:t>
            </a:r>
            <a:r>
              <a:rPr lang="en-US" sz="1198" dirty="0">
                <a:latin typeface="Times New Roman"/>
                <a:cs typeface="Times New Roman"/>
              </a:rPr>
              <a:t>bearing the  </a:t>
            </a:r>
            <a:r>
              <a:rPr lang="en-US" sz="1198" b="1" dirty="0">
                <a:latin typeface="Times New Roman"/>
                <a:cs typeface="Times New Roman"/>
              </a:rPr>
              <a:t>USN 1CK23CS030</a:t>
            </a:r>
            <a:r>
              <a:rPr sz="1198" b="1" dirty="0">
                <a:latin typeface="Times New Roman"/>
                <a:cs typeface="Times New Roman"/>
              </a:rPr>
              <a:t>,</a:t>
            </a:r>
            <a:r>
              <a:rPr lang="en-US" sz="1198" b="1" dirty="0">
                <a:latin typeface="Times New Roman"/>
                <a:cs typeface="Times New Roman"/>
              </a:rPr>
              <a:t>FAIZUNNISA </a:t>
            </a:r>
            <a:r>
              <a:rPr lang="en-US" sz="1198" dirty="0">
                <a:latin typeface="Times New Roman"/>
                <a:cs typeface="Times New Roman"/>
              </a:rPr>
              <a:t>bearing </a:t>
            </a:r>
            <a:r>
              <a:rPr lang="en-US" sz="1198" b="1" dirty="0">
                <a:latin typeface="Times New Roman"/>
                <a:cs typeface="Times New Roman"/>
              </a:rPr>
              <a:t>USN 1CK23CS039, HARSHA SK </a:t>
            </a:r>
            <a:r>
              <a:rPr lang="en-US" sz="1198" dirty="0">
                <a:latin typeface="Times New Roman"/>
                <a:cs typeface="Times New Roman"/>
              </a:rPr>
              <a:t>bearing </a:t>
            </a:r>
            <a:r>
              <a:rPr lang="en-US" sz="1198" b="1" dirty="0">
                <a:latin typeface="Times New Roman"/>
                <a:cs typeface="Times New Roman"/>
              </a:rPr>
              <a:t>USN 1CK23CS049</a:t>
            </a:r>
            <a:r>
              <a:rPr lang="en-US" sz="1198" dirty="0">
                <a:latin typeface="Times New Roman"/>
                <a:cs typeface="Times New Roman"/>
              </a:rPr>
              <a:t>,</a:t>
            </a:r>
            <a:r>
              <a:rPr lang="en-US" sz="1198" b="1" dirty="0">
                <a:latin typeface="Times New Roman"/>
                <a:cs typeface="Times New Roman"/>
              </a:rPr>
              <a:t>HESHA P </a:t>
            </a:r>
            <a:r>
              <a:rPr lang="en-US" sz="1198" dirty="0">
                <a:latin typeface="Times New Roman"/>
                <a:cs typeface="Times New Roman"/>
              </a:rPr>
              <a:t>bearing </a:t>
            </a:r>
            <a:r>
              <a:rPr lang="en-US" sz="1198" b="1" dirty="0">
                <a:latin typeface="Times New Roman"/>
                <a:cs typeface="Times New Roman"/>
              </a:rPr>
              <a:t>USN 1CK23CS054,</a:t>
            </a:r>
            <a:r>
              <a:rPr sz="1198" dirty="0">
                <a:latin typeface="Times New Roman"/>
                <a:cs typeface="Times New Roman"/>
              </a:rPr>
              <a:t>students</a:t>
            </a:r>
            <a:r>
              <a:rPr sz="1198" spc="240" dirty="0">
                <a:latin typeface="Times New Roman"/>
                <a:cs typeface="Times New Roman"/>
              </a:rPr>
              <a:t> </a:t>
            </a:r>
            <a:r>
              <a:rPr sz="1198" dirty="0">
                <a:latin typeface="Times New Roman"/>
                <a:cs typeface="Times New Roman"/>
              </a:rPr>
              <a:t>of</a:t>
            </a:r>
            <a:r>
              <a:rPr sz="1198" spc="235" dirty="0">
                <a:latin typeface="Times New Roman"/>
                <a:cs typeface="Times New Roman"/>
              </a:rPr>
              <a:t> </a:t>
            </a:r>
            <a:r>
              <a:rPr sz="1198" dirty="0">
                <a:latin typeface="Times New Roman"/>
                <a:cs typeface="Times New Roman"/>
              </a:rPr>
              <a:t>5</a:t>
            </a:r>
            <a:r>
              <a:rPr sz="1198" baseline="31250" dirty="0">
                <a:latin typeface="Times New Roman"/>
                <a:cs typeface="Times New Roman"/>
              </a:rPr>
              <a:t>th</a:t>
            </a:r>
            <a:r>
              <a:rPr sz="1198" spc="516" baseline="31250" dirty="0">
                <a:latin typeface="Times New Roman"/>
                <a:cs typeface="Times New Roman"/>
              </a:rPr>
              <a:t> </a:t>
            </a:r>
            <a:r>
              <a:rPr sz="1198" dirty="0">
                <a:latin typeface="Times New Roman"/>
                <a:cs typeface="Times New Roman"/>
              </a:rPr>
              <a:t>semester</a:t>
            </a:r>
            <a:r>
              <a:rPr sz="1198" spc="235" dirty="0">
                <a:latin typeface="Times New Roman"/>
                <a:cs typeface="Times New Roman"/>
              </a:rPr>
              <a:t> </a:t>
            </a:r>
            <a:r>
              <a:rPr sz="1198" dirty="0">
                <a:latin typeface="Times New Roman"/>
                <a:cs typeface="Times New Roman"/>
              </a:rPr>
              <a:t>B.E,</a:t>
            </a:r>
            <a:r>
              <a:rPr sz="1198" spc="235" dirty="0">
                <a:latin typeface="Times New Roman"/>
                <a:cs typeface="Times New Roman"/>
              </a:rPr>
              <a:t> </a:t>
            </a:r>
            <a:r>
              <a:rPr sz="1198" dirty="0">
                <a:latin typeface="Times New Roman"/>
                <a:cs typeface="Times New Roman"/>
              </a:rPr>
              <a:t>Computer</a:t>
            </a:r>
            <a:r>
              <a:rPr sz="1198" spc="240" dirty="0">
                <a:latin typeface="Times New Roman"/>
                <a:cs typeface="Times New Roman"/>
              </a:rPr>
              <a:t> </a:t>
            </a:r>
            <a:r>
              <a:rPr sz="1198" dirty="0">
                <a:latin typeface="Times New Roman"/>
                <a:cs typeface="Times New Roman"/>
              </a:rPr>
              <a:t>Science</a:t>
            </a:r>
            <a:r>
              <a:rPr sz="1198" spc="240" dirty="0">
                <a:latin typeface="Times New Roman"/>
                <a:cs typeface="Times New Roman"/>
              </a:rPr>
              <a:t> </a:t>
            </a:r>
            <a:r>
              <a:rPr sz="1198" spc="-25" dirty="0">
                <a:latin typeface="Times New Roman"/>
                <a:cs typeface="Times New Roman"/>
              </a:rPr>
              <a:t>and </a:t>
            </a:r>
            <a:r>
              <a:rPr sz="1198" dirty="0">
                <a:latin typeface="Times New Roman"/>
                <a:cs typeface="Times New Roman"/>
              </a:rPr>
              <a:t>Engineering</a:t>
            </a:r>
            <a:r>
              <a:rPr sz="1198" spc="20" dirty="0">
                <a:latin typeface="Times New Roman"/>
                <a:cs typeface="Times New Roman"/>
              </a:rPr>
              <a:t> </a:t>
            </a:r>
            <a:r>
              <a:rPr sz="1198" dirty="0">
                <a:latin typeface="Times New Roman"/>
                <a:cs typeface="Times New Roman"/>
              </a:rPr>
              <a:t>of</a:t>
            </a:r>
            <a:r>
              <a:rPr sz="1198" spc="35" dirty="0">
                <a:latin typeface="Times New Roman"/>
                <a:cs typeface="Times New Roman"/>
              </a:rPr>
              <a:t> </a:t>
            </a:r>
            <a:r>
              <a:rPr sz="1198" dirty="0">
                <a:latin typeface="Times New Roman"/>
                <a:cs typeface="Times New Roman"/>
              </a:rPr>
              <a:t>VTU,</a:t>
            </a:r>
            <a:r>
              <a:rPr sz="1198" spc="25" dirty="0">
                <a:latin typeface="Times New Roman"/>
                <a:cs typeface="Times New Roman"/>
              </a:rPr>
              <a:t> </a:t>
            </a:r>
            <a:r>
              <a:rPr sz="1198" dirty="0">
                <a:latin typeface="Times New Roman"/>
                <a:cs typeface="Times New Roman"/>
              </a:rPr>
              <a:t>declare</a:t>
            </a:r>
            <a:r>
              <a:rPr sz="1198" spc="20" dirty="0">
                <a:latin typeface="Times New Roman"/>
                <a:cs typeface="Times New Roman"/>
              </a:rPr>
              <a:t> </a:t>
            </a:r>
            <a:r>
              <a:rPr sz="1198" dirty="0">
                <a:latin typeface="Times New Roman"/>
                <a:cs typeface="Times New Roman"/>
              </a:rPr>
              <a:t>that</a:t>
            </a:r>
            <a:r>
              <a:rPr sz="1198" spc="25" dirty="0">
                <a:latin typeface="Times New Roman"/>
                <a:cs typeface="Times New Roman"/>
              </a:rPr>
              <a:t> </a:t>
            </a:r>
            <a:r>
              <a:rPr sz="1198" dirty="0">
                <a:latin typeface="Times New Roman"/>
                <a:cs typeface="Times New Roman"/>
              </a:rPr>
              <a:t>this</a:t>
            </a:r>
            <a:r>
              <a:rPr sz="1198" spc="25" dirty="0">
                <a:latin typeface="Times New Roman"/>
                <a:cs typeface="Times New Roman"/>
              </a:rPr>
              <a:t> </a:t>
            </a:r>
            <a:r>
              <a:rPr sz="1198" dirty="0">
                <a:latin typeface="Times New Roman"/>
                <a:cs typeface="Times New Roman"/>
              </a:rPr>
              <a:t>project</a:t>
            </a:r>
            <a:r>
              <a:rPr sz="1198" spc="25" dirty="0">
                <a:latin typeface="Times New Roman"/>
                <a:cs typeface="Times New Roman"/>
              </a:rPr>
              <a:t> </a:t>
            </a:r>
            <a:r>
              <a:rPr sz="1198" dirty="0">
                <a:latin typeface="Times New Roman"/>
                <a:cs typeface="Times New Roman"/>
              </a:rPr>
              <a:t>entitled</a:t>
            </a:r>
            <a:r>
              <a:rPr lang="en-US" sz="1198" dirty="0">
                <a:latin typeface="Times New Roman"/>
                <a:cs typeface="Times New Roman"/>
              </a:rPr>
              <a:t> </a:t>
            </a:r>
            <a:r>
              <a:rPr sz="1198" dirty="0">
                <a:latin typeface="Times New Roman"/>
                <a:cs typeface="Times New Roman"/>
              </a:rPr>
              <a:t>”</a:t>
            </a:r>
            <a:r>
              <a:rPr sz="1198" b="1" dirty="0">
                <a:solidFill>
                  <a:srgbClr val="FF0000"/>
                </a:solidFill>
                <a:latin typeface="Times New Roman"/>
                <a:cs typeface="Times New Roman"/>
              </a:rPr>
              <a:t>GESTURE</a:t>
            </a:r>
            <a:r>
              <a:rPr sz="1198" b="1" spc="25" dirty="0">
                <a:solidFill>
                  <a:srgbClr val="FF0000"/>
                </a:solidFill>
                <a:latin typeface="Times New Roman"/>
                <a:cs typeface="Times New Roman"/>
              </a:rPr>
              <a:t> </a:t>
            </a:r>
            <a:r>
              <a:rPr sz="1198" b="1" spc="-10" dirty="0">
                <a:solidFill>
                  <a:srgbClr val="FF0000"/>
                </a:solidFill>
                <a:latin typeface="Times New Roman"/>
                <a:cs typeface="Times New Roman"/>
              </a:rPr>
              <a:t>CONTROLLED </a:t>
            </a:r>
            <a:r>
              <a:rPr sz="1198" b="1" dirty="0">
                <a:solidFill>
                  <a:srgbClr val="FF0000"/>
                </a:solidFill>
                <a:latin typeface="Times New Roman"/>
                <a:cs typeface="Times New Roman"/>
              </a:rPr>
              <a:t>VIRTUAL</a:t>
            </a:r>
            <a:r>
              <a:rPr sz="1198" b="1" spc="60" dirty="0">
                <a:solidFill>
                  <a:srgbClr val="FF0000"/>
                </a:solidFill>
                <a:latin typeface="Times New Roman"/>
                <a:cs typeface="Times New Roman"/>
              </a:rPr>
              <a:t> </a:t>
            </a:r>
            <a:r>
              <a:rPr sz="1198" b="1" dirty="0">
                <a:solidFill>
                  <a:srgbClr val="FF0000"/>
                </a:solidFill>
                <a:latin typeface="Times New Roman"/>
                <a:cs typeface="Times New Roman"/>
              </a:rPr>
              <a:t>MOUSE</a:t>
            </a:r>
            <a:r>
              <a:rPr sz="1198" dirty="0">
                <a:latin typeface="Times New Roman"/>
                <a:cs typeface="Times New Roman"/>
              </a:rPr>
              <a:t>”,</a:t>
            </a:r>
            <a:r>
              <a:rPr sz="1198" spc="55" dirty="0">
                <a:latin typeface="Times New Roman"/>
                <a:cs typeface="Times New Roman"/>
              </a:rPr>
              <a:t> </a:t>
            </a:r>
            <a:r>
              <a:rPr sz="1198" dirty="0">
                <a:latin typeface="Times New Roman"/>
                <a:cs typeface="Times New Roman"/>
              </a:rPr>
              <a:t>embodies</a:t>
            </a:r>
            <a:r>
              <a:rPr sz="1198" spc="60" dirty="0">
                <a:latin typeface="Times New Roman"/>
                <a:cs typeface="Times New Roman"/>
              </a:rPr>
              <a:t> </a:t>
            </a:r>
            <a:r>
              <a:rPr sz="1198" dirty="0">
                <a:latin typeface="Times New Roman"/>
                <a:cs typeface="Times New Roman"/>
              </a:rPr>
              <a:t>the</a:t>
            </a:r>
            <a:r>
              <a:rPr sz="1198" spc="55" dirty="0">
                <a:latin typeface="Times New Roman"/>
                <a:cs typeface="Times New Roman"/>
              </a:rPr>
              <a:t> </a:t>
            </a:r>
            <a:r>
              <a:rPr sz="1198" dirty="0">
                <a:latin typeface="Times New Roman"/>
                <a:cs typeface="Times New Roman"/>
              </a:rPr>
              <a:t>report</a:t>
            </a:r>
            <a:r>
              <a:rPr sz="1198" spc="60" dirty="0">
                <a:latin typeface="Times New Roman"/>
                <a:cs typeface="Times New Roman"/>
              </a:rPr>
              <a:t> </a:t>
            </a:r>
            <a:r>
              <a:rPr sz="1198" dirty="0">
                <a:latin typeface="Times New Roman"/>
                <a:cs typeface="Times New Roman"/>
              </a:rPr>
              <a:t>of</a:t>
            </a:r>
            <a:r>
              <a:rPr sz="1198" spc="50" dirty="0">
                <a:latin typeface="Times New Roman"/>
                <a:cs typeface="Times New Roman"/>
              </a:rPr>
              <a:t> </a:t>
            </a:r>
            <a:r>
              <a:rPr sz="1198" dirty="0">
                <a:latin typeface="Times New Roman"/>
                <a:cs typeface="Times New Roman"/>
              </a:rPr>
              <a:t>the</a:t>
            </a:r>
            <a:r>
              <a:rPr sz="1198" spc="50" dirty="0">
                <a:latin typeface="Times New Roman"/>
                <a:cs typeface="Times New Roman"/>
              </a:rPr>
              <a:t> </a:t>
            </a:r>
            <a:r>
              <a:rPr sz="1198" dirty="0">
                <a:latin typeface="Times New Roman"/>
                <a:cs typeface="Times New Roman"/>
              </a:rPr>
              <a:t>project</a:t>
            </a:r>
            <a:r>
              <a:rPr sz="1198" spc="65" dirty="0">
                <a:latin typeface="Times New Roman"/>
                <a:cs typeface="Times New Roman"/>
              </a:rPr>
              <a:t> </a:t>
            </a:r>
            <a:r>
              <a:rPr sz="1198" dirty="0">
                <a:latin typeface="Times New Roman"/>
                <a:cs typeface="Times New Roman"/>
              </a:rPr>
              <a:t>work</a:t>
            </a:r>
            <a:r>
              <a:rPr sz="1198" spc="65" dirty="0">
                <a:latin typeface="Times New Roman"/>
                <a:cs typeface="Times New Roman"/>
              </a:rPr>
              <a:t> </a:t>
            </a:r>
            <a:r>
              <a:rPr sz="1198" dirty="0">
                <a:latin typeface="Times New Roman"/>
                <a:cs typeface="Times New Roman"/>
              </a:rPr>
              <a:t>carried</a:t>
            </a:r>
            <a:r>
              <a:rPr sz="1198" spc="60" dirty="0">
                <a:latin typeface="Times New Roman"/>
                <a:cs typeface="Times New Roman"/>
              </a:rPr>
              <a:t> </a:t>
            </a:r>
            <a:r>
              <a:rPr sz="1198" dirty="0">
                <a:latin typeface="Times New Roman"/>
                <a:cs typeface="Times New Roman"/>
              </a:rPr>
              <a:t>out</a:t>
            </a:r>
            <a:r>
              <a:rPr sz="1198" spc="60" dirty="0">
                <a:latin typeface="Times New Roman"/>
                <a:cs typeface="Times New Roman"/>
              </a:rPr>
              <a:t> </a:t>
            </a:r>
            <a:r>
              <a:rPr sz="1198" dirty="0">
                <a:latin typeface="Times New Roman"/>
                <a:cs typeface="Times New Roman"/>
              </a:rPr>
              <a:t>under</a:t>
            </a:r>
            <a:r>
              <a:rPr sz="1198" spc="50" dirty="0">
                <a:latin typeface="Times New Roman"/>
                <a:cs typeface="Times New Roman"/>
              </a:rPr>
              <a:t> </a:t>
            </a:r>
            <a:r>
              <a:rPr sz="1198" spc="-25" dirty="0">
                <a:latin typeface="Times New Roman"/>
                <a:cs typeface="Times New Roman"/>
              </a:rPr>
              <a:t>the </a:t>
            </a:r>
            <a:r>
              <a:rPr sz="1198" dirty="0">
                <a:latin typeface="Times New Roman"/>
                <a:cs typeface="Times New Roman"/>
              </a:rPr>
              <a:t>guidance</a:t>
            </a:r>
            <a:r>
              <a:rPr sz="1198" spc="294" dirty="0">
                <a:latin typeface="Times New Roman"/>
                <a:cs typeface="Times New Roman"/>
              </a:rPr>
              <a:t> </a:t>
            </a:r>
            <a:r>
              <a:rPr sz="1198" dirty="0">
                <a:latin typeface="Times New Roman"/>
                <a:cs typeface="Times New Roman"/>
              </a:rPr>
              <a:t>of</a:t>
            </a:r>
            <a:r>
              <a:rPr sz="1198" spc="304" dirty="0">
                <a:latin typeface="Times New Roman"/>
                <a:cs typeface="Times New Roman"/>
              </a:rPr>
              <a:t> </a:t>
            </a:r>
            <a:r>
              <a:rPr sz="1198" b="1" dirty="0">
                <a:latin typeface="Times New Roman"/>
                <a:cs typeface="Times New Roman"/>
              </a:rPr>
              <a:t>S</a:t>
            </a:r>
            <a:r>
              <a:rPr lang="en-US" sz="1198" b="1" dirty="0">
                <a:latin typeface="Times New Roman"/>
                <a:cs typeface="Times New Roman"/>
              </a:rPr>
              <a:t>WATHI JK</a:t>
            </a:r>
            <a:r>
              <a:rPr sz="1198" dirty="0">
                <a:latin typeface="Times New Roman"/>
                <a:cs typeface="Times New Roman"/>
              </a:rPr>
              <a:t>,</a:t>
            </a:r>
            <a:r>
              <a:rPr sz="1198" spc="299" dirty="0">
                <a:latin typeface="Times New Roman"/>
                <a:cs typeface="Times New Roman"/>
              </a:rPr>
              <a:t> </a:t>
            </a:r>
            <a:r>
              <a:rPr sz="1198" b="1" dirty="0">
                <a:latin typeface="Times New Roman"/>
                <a:cs typeface="Times New Roman"/>
              </a:rPr>
              <a:t>Asst</a:t>
            </a:r>
            <a:r>
              <a:rPr sz="1198" b="1" spc="290" dirty="0">
                <a:latin typeface="Times New Roman"/>
                <a:cs typeface="Times New Roman"/>
              </a:rPr>
              <a:t> </a:t>
            </a:r>
            <a:r>
              <a:rPr sz="1198" b="1" dirty="0">
                <a:latin typeface="Times New Roman"/>
                <a:cs typeface="Times New Roman"/>
              </a:rPr>
              <a:t>Professor</a:t>
            </a:r>
            <a:r>
              <a:rPr sz="1198" b="1" spc="309" dirty="0">
                <a:latin typeface="Times New Roman"/>
                <a:cs typeface="Times New Roman"/>
              </a:rPr>
              <a:t> </a:t>
            </a:r>
            <a:r>
              <a:rPr sz="1198" b="1" dirty="0">
                <a:latin typeface="Times New Roman"/>
                <a:cs typeface="Times New Roman"/>
              </a:rPr>
              <a:t>Dept</a:t>
            </a:r>
            <a:r>
              <a:rPr sz="1198" b="1" spc="290" dirty="0">
                <a:latin typeface="Times New Roman"/>
                <a:cs typeface="Times New Roman"/>
              </a:rPr>
              <a:t> </a:t>
            </a:r>
            <a:r>
              <a:rPr sz="1198" b="1" dirty="0">
                <a:latin typeface="Times New Roman"/>
                <a:cs typeface="Times New Roman"/>
              </a:rPr>
              <a:t>of</a:t>
            </a:r>
            <a:r>
              <a:rPr sz="1198" b="1" spc="290" dirty="0">
                <a:latin typeface="Times New Roman"/>
                <a:cs typeface="Times New Roman"/>
              </a:rPr>
              <a:t> </a:t>
            </a:r>
            <a:r>
              <a:rPr sz="1198" b="1" dirty="0">
                <a:latin typeface="Times New Roman"/>
                <a:cs typeface="Times New Roman"/>
              </a:rPr>
              <a:t>CSE,CBIT</a:t>
            </a:r>
            <a:r>
              <a:rPr sz="1198" b="1" spc="299" dirty="0">
                <a:latin typeface="Times New Roman"/>
                <a:cs typeface="Times New Roman"/>
              </a:rPr>
              <a:t> </a:t>
            </a:r>
            <a:r>
              <a:rPr sz="1198" dirty="0">
                <a:latin typeface="Times New Roman"/>
                <a:cs typeface="Times New Roman"/>
              </a:rPr>
              <a:t>as</a:t>
            </a:r>
            <a:r>
              <a:rPr sz="1198" spc="309" dirty="0">
                <a:latin typeface="Times New Roman"/>
                <a:cs typeface="Times New Roman"/>
              </a:rPr>
              <a:t> </a:t>
            </a:r>
            <a:r>
              <a:rPr sz="1198" dirty="0">
                <a:latin typeface="Times New Roman"/>
                <a:cs typeface="Times New Roman"/>
              </a:rPr>
              <a:t>the</a:t>
            </a:r>
            <a:r>
              <a:rPr sz="1198" spc="304" dirty="0">
                <a:latin typeface="Times New Roman"/>
                <a:cs typeface="Times New Roman"/>
              </a:rPr>
              <a:t> </a:t>
            </a:r>
            <a:r>
              <a:rPr sz="1198" spc="-10" dirty="0">
                <a:latin typeface="Times New Roman"/>
                <a:cs typeface="Times New Roman"/>
              </a:rPr>
              <a:t>partial </a:t>
            </a:r>
            <a:r>
              <a:rPr sz="1198" dirty="0">
                <a:latin typeface="Times New Roman"/>
                <a:cs typeface="Times New Roman"/>
              </a:rPr>
              <a:t>fulfilment</a:t>
            </a:r>
            <a:r>
              <a:rPr sz="1198" spc="70" dirty="0">
                <a:latin typeface="Times New Roman"/>
                <a:cs typeface="Times New Roman"/>
              </a:rPr>
              <a:t> </a:t>
            </a:r>
            <a:r>
              <a:rPr sz="1198" dirty="0">
                <a:latin typeface="Times New Roman"/>
                <a:cs typeface="Times New Roman"/>
              </a:rPr>
              <a:t>of</a:t>
            </a:r>
            <a:r>
              <a:rPr sz="1198" spc="80" dirty="0">
                <a:latin typeface="Times New Roman"/>
                <a:cs typeface="Times New Roman"/>
              </a:rPr>
              <a:t> </a:t>
            </a:r>
            <a:r>
              <a:rPr sz="1198" dirty="0">
                <a:latin typeface="Times New Roman"/>
                <a:cs typeface="Times New Roman"/>
              </a:rPr>
              <a:t>the</a:t>
            </a:r>
            <a:r>
              <a:rPr sz="1198" spc="80" dirty="0">
                <a:latin typeface="Times New Roman"/>
                <a:cs typeface="Times New Roman"/>
              </a:rPr>
              <a:t> </a:t>
            </a:r>
            <a:r>
              <a:rPr sz="1198" dirty="0">
                <a:latin typeface="Times New Roman"/>
                <a:cs typeface="Times New Roman"/>
              </a:rPr>
              <a:t>requirement</a:t>
            </a:r>
            <a:r>
              <a:rPr sz="1198" spc="80" dirty="0">
                <a:latin typeface="Times New Roman"/>
                <a:cs typeface="Times New Roman"/>
              </a:rPr>
              <a:t> </a:t>
            </a:r>
            <a:r>
              <a:rPr sz="1198" dirty="0">
                <a:latin typeface="Times New Roman"/>
                <a:cs typeface="Times New Roman"/>
              </a:rPr>
              <a:t>of</a:t>
            </a:r>
            <a:r>
              <a:rPr sz="1198" spc="80" dirty="0">
                <a:latin typeface="Times New Roman"/>
                <a:cs typeface="Times New Roman"/>
              </a:rPr>
              <a:t> </a:t>
            </a:r>
            <a:r>
              <a:rPr sz="1198" dirty="0">
                <a:latin typeface="Times New Roman"/>
                <a:cs typeface="Times New Roman"/>
              </a:rPr>
              <a:t>the</a:t>
            </a:r>
            <a:r>
              <a:rPr sz="1198" spc="80" dirty="0">
                <a:latin typeface="Times New Roman"/>
                <a:cs typeface="Times New Roman"/>
              </a:rPr>
              <a:t> </a:t>
            </a:r>
            <a:r>
              <a:rPr sz="1198" dirty="0">
                <a:latin typeface="Times New Roman"/>
                <a:cs typeface="Times New Roman"/>
              </a:rPr>
              <a:t>award</a:t>
            </a:r>
            <a:r>
              <a:rPr sz="1198" spc="85" dirty="0">
                <a:latin typeface="Times New Roman"/>
                <a:cs typeface="Times New Roman"/>
              </a:rPr>
              <a:t> </a:t>
            </a:r>
            <a:r>
              <a:rPr sz="1198" dirty="0">
                <a:latin typeface="Times New Roman"/>
                <a:cs typeface="Times New Roman"/>
              </a:rPr>
              <a:t>of</a:t>
            </a:r>
            <a:r>
              <a:rPr sz="1198" spc="80" dirty="0">
                <a:latin typeface="Times New Roman"/>
                <a:cs typeface="Times New Roman"/>
              </a:rPr>
              <a:t> </a:t>
            </a:r>
            <a:r>
              <a:rPr sz="1198" dirty="0">
                <a:latin typeface="Times New Roman"/>
                <a:cs typeface="Times New Roman"/>
              </a:rPr>
              <a:t>the</a:t>
            </a:r>
            <a:r>
              <a:rPr sz="1198" spc="65" dirty="0">
                <a:latin typeface="Times New Roman"/>
                <a:cs typeface="Times New Roman"/>
              </a:rPr>
              <a:t> </a:t>
            </a:r>
            <a:r>
              <a:rPr sz="1198" dirty="0">
                <a:latin typeface="Times New Roman"/>
                <a:cs typeface="Times New Roman"/>
              </a:rPr>
              <a:t>degree</a:t>
            </a:r>
            <a:r>
              <a:rPr sz="1198" spc="70" dirty="0">
                <a:latin typeface="Times New Roman"/>
                <a:cs typeface="Times New Roman"/>
              </a:rPr>
              <a:t> </a:t>
            </a:r>
            <a:r>
              <a:rPr sz="1198" dirty="0">
                <a:latin typeface="Times New Roman"/>
                <a:cs typeface="Times New Roman"/>
              </a:rPr>
              <a:t>in</a:t>
            </a:r>
            <a:r>
              <a:rPr sz="1198" spc="85" dirty="0">
                <a:latin typeface="Times New Roman"/>
                <a:cs typeface="Times New Roman"/>
              </a:rPr>
              <a:t> </a:t>
            </a:r>
            <a:r>
              <a:rPr sz="1198" dirty="0">
                <a:latin typeface="Times New Roman"/>
                <a:cs typeface="Times New Roman"/>
              </a:rPr>
              <a:t>Bachelor</a:t>
            </a:r>
            <a:r>
              <a:rPr sz="1198" spc="85" dirty="0">
                <a:latin typeface="Times New Roman"/>
                <a:cs typeface="Times New Roman"/>
              </a:rPr>
              <a:t> </a:t>
            </a:r>
            <a:r>
              <a:rPr sz="1198" dirty="0">
                <a:latin typeface="Times New Roman"/>
                <a:cs typeface="Times New Roman"/>
              </a:rPr>
              <a:t>of</a:t>
            </a:r>
            <a:r>
              <a:rPr sz="1198" spc="95" dirty="0">
                <a:latin typeface="Times New Roman"/>
                <a:cs typeface="Times New Roman"/>
              </a:rPr>
              <a:t> </a:t>
            </a:r>
            <a:r>
              <a:rPr sz="1198" spc="-10" dirty="0">
                <a:latin typeface="Times New Roman"/>
                <a:cs typeface="Times New Roman"/>
              </a:rPr>
              <a:t>engineering, </a:t>
            </a:r>
            <a:r>
              <a:rPr sz="1198" dirty="0">
                <a:latin typeface="Times New Roman"/>
                <a:cs typeface="Times New Roman"/>
              </a:rPr>
              <a:t>Computer</a:t>
            </a:r>
            <a:r>
              <a:rPr sz="1198" spc="190" dirty="0">
                <a:latin typeface="Times New Roman"/>
                <a:cs typeface="Times New Roman"/>
              </a:rPr>
              <a:t>  </a:t>
            </a:r>
            <a:r>
              <a:rPr sz="1198" dirty="0">
                <a:latin typeface="Times New Roman"/>
                <a:cs typeface="Times New Roman"/>
              </a:rPr>
              <a:t>Science</a:t>
            </a:r>
            <a:r>
              <a:rPr sz="1198" spc="200" dirty="0">
                <a:latin typeface="Times New Roman"/>
                <a:cs typeface="Times New Roman"/>
              </a:rPr>
              <a:t>  </a:t>
            </a:r>
            <a:r>
              <a:rPr sz="1198" dirty="0">
                <a:latin typeface="Times New Roman"/>
                <a:cs typeface="Times New Roman"/>
              </a:rPr>
              <a:t>and</a:t>
            </a:r>
            <a:r>
              <a:rPr sz="1198" spc="190" dirty="0">
                <a:latin typeface="Times New Roman"/>
                <a:cs typeface="Times New Roman"/>
              </a:rPr>
              <a:t>  </a:t>
            </a:r>
            <a:r>
              <a:rPr sz="1198" dirty="0">
                <a:latin typeface="Times New Roman"/>
                <a:cs typeface="Times New Roman"/>
              </a:rPr>
              <a:t>engineering,</a:t>
            </a:r>
            <a:r>
              <a:rPr sz="1198" spc="195" dirty="0">
                <a:latin typeface="Times New Roman"/>
                <a:cs typeface="Times New Roman"/>
              </a:rPr>
              <a:t>  </a:t>
            </a:r>
            <a:r>
              <a:rPr sz="1198" dirty="0">
                <a:latin typeface="Times New Roman"/>
                <a:cs typeface="Times New Roman"/>
              </a:rPr>
              <a:t>affiliated</a:t>
            </a:r>
            <a:r>
              <a:rPr sz="1198" spc="195" dirty="0">
                <a:latin typeface="Times New Roman"/>
                <a:cs typeface="Times New Roman"/>
              </a:rPr>
              <a:t>  </a:t>
            </a:r>
            <a:r>
              <a:rPr sz="1198" dirty="0">
                <a:latin typeface="Times New Roman"/>
                <a:cs typeface="Times New Roman"/>
              </a:rPr>
              <a:t>to</a:t>
            </a:r>
            <a:r>
              <a:rPr sz="1198" spc="190" dirty="0">
                <a:latin typeface="Times New Roman"/>
                <a:cs typeface="Times New Roman"/>
              </a:rPr>
              <a:t>  </a:t>
            </a:r>
            <a:r>
              <a:rPr sz="1198" dirty="0">
                <a:latin typeface="Times New Roman"/>
                <a:cs typeface="Times New Roman"/>
              </a:rPr>
              <a:t>Visvesvaraya</a:t>
            </a:r>
            <a:r>
              <a:rPr sz="1198" spc="275" dirty="0">
                <a:latin typeface="Times New Roman"/>
                <a:cs typeface="Times New Roman"/>
              </a:rPr>
              <a:t> </a:t>
            </a:r>
            <a:r>
              <a:rPr sz="1198" spc="-10" dirty="0">
                <a:latin typeface="Times New Roman"/>
                <a:cs typeface="Times New Roman"/>
              </a:rPr>
              <a:t>Technological </a:t>
            </a:r>
            <a:r>
              <a:rPr sz="1198" dirty="0">
                <a:latin typeface="Times New Roman"/>
                <a:cs typeface="Times New Roman"/>
              </a:rPr>
              <a:t>university,</a:t>
            </a:r>
            <a:r>
              <a:rPr sz="1198" spc="294" dirty="0">
                <a:latin typeface="Times New Roman"/>
                <a:cs typeface="Times New Roman"/>
              </a:rPr>
              <a:t> </a:t>
            </a:r>
            <a:r>
              <a:rPr sz="1198" spc="-10" dirty="0">
                <a:latin typeface="Times New Roman"/>
                <a:cs typeface="Times New Roman"/>
              </a:rPr>
              <a:t>Belagavi</a:t>
            </a:r>
            <a:r>
              <a:rPr sz="1198" spc="-65" dirty="0">
                <a:latin typeface="Times New Roman"/>
                <a:cs typeface="Times New Roman"/>
              </a:rPr>
              <a:t> </a:t>
            </a:r>
            <a:r>
              <a:rPr sz="1198" spc="-10" dirty="0">
                <a:latin typeface="Times New Roman"/>
                <a:cs typeface="Times New Roman"/>
              </a:rPr>
              <a:t>during</a:t>
            </a:r>
            <a:r>
              <a:rPr sz="1198" spc="-65" dirty="0">
                <a:latin typeface="Times New Roman"/>
                <a:cs typeface="Times New Roman"/>
              </a:rPr>
              <a:t> </a:t>
            </a:r>
            <a:r>
              <a:rPr sz="1198" spc="-10" dirty="0">
                <a:latin typeface="Times New Roman"/>
                <a:cs typeface="Times New Roman"/>
              </a:rPr>
              <a:t>academic</a:t>
            </a:r>
            <a:r>
              <a:rPr sz="1198" spc="-40" dirty="0">
                <a:latin typeface="Times New Roman"/>
                <a:cs typeface="Times New Roman"/>
              </a:rPr>
              <a:t> </a:t>
            </a:r>
            <a:r>
              <a:rPr sz="1198" dirty="0">
                <a:latin typeface="Times New Roman"/>
                <a:cs typeface="Times New Roman"/>
              </a:rPr>
              <a:t>year</a:t>
            </a:r>
            <a:r>
              <a:rPr sz="1198" spc="-50" dirty="0">
                <a:latin typeface="Times New Roman"/>
                <a:cs typeface="Times New Roman"/>
              </a:rPr>
              <a:t> </a:t>
            </a:r>
            <a:r>
              <a:rPr sz="1198" spc="-10" dirty="0">
                <a:latin typeface="Times New Roman"/>
                <a:cs typeface="Times New Roman"/>
              </a:rPr>
              <a:t>202</a:t>
            </a:r>
            <a:r>
              <a:rPr lang="en-US" sz="1198" spc="-10" dirty="0">
                <a:latin typeface="Times New Roman"/>
                <a:cs typeface="Times New Roman"/>
              </a:rPr>
              <a:t>5</a:t>
            </a:r>
            <a:r>
              <a:rPr sz="1198" spc="-10" dirty="0">
                <a:latin typeface="Times New Roman"/>
                <a:cs typeface="Times New Roman"/>
              </a:rPr>
              <a:t>-</a:t>
            </a:r>
            <a:r>
              <a:rPr sz="1198" dirty="0">
                <a:latin typeface="Times New Roman"/>
                <a:cs typeface="Times New Roman"/>
              </a:rPr>
              <a:t>202</a:t>
            </a:r>
            <a:r>
              <a:rPr lang="en-US" sz="1198" dirty="0">
                <a:latin typeface="Times New Roman"/>
                <a:cs typeface="Times New Roman"/>
              </a:rPr>
              <a:t>6</a:t>
            </a:r>
            <a:r>
              <a:rPr sz="1198" dirty="0">
                <a:latin typeface="Times New Roman"/>
                <a:cs typeface="Times New Roman"/>
              </a:rPr>
              <a:t>. </a:t>
            </a:r>
            <a:r>
              <a:rPr sz="1198" spc="-10" dirty="0">
                <a:latin typeface="Times New Roman"/>
                <a:cs typeface="Times New Roman"/>
              </a:rPr>
              <a:t>Further</a:t>
            </a:r>
            <a:r>
              <a:rPr sz="1198" spc="-55" dirty="0">
                <a:latin typeface="Times New Roman"/>
                <a:cs typeface="Times New Roman"/>
              </a:rPr>
              <a:t> </a:t>
            </a:r>
            <a:r>
              <a:rPr sz="1198" dirty="0">
                <a:latin typeface="Times New Roman"/>
                <a:cs typeface="Times New Roman"/>
              </a:rPr>
              <a:t>the</a:t>
            </a:r>
            <a:r>
              <a:rPr sz="1198" spc="-50" dirty="0">
                <a:latin typeface="Times New Roman"/>
                <a:cs typeface="Times New Roman"/>
              </a:rPr>
              <a:t> </a:t>
            </a:r>
            <a:r>
              <a:rPr sz="1198" dirty="0">
                <a:latin typeface="Times New Roman"/>
                <a:cs typeface="Times New Roman"/>
              </a:rPr>
              <a:t>content</a:t>
            </a:r>
            <a:r>
              <a:rPr sz="1198" spc="10" dirty="0">
                <a:latin typeface="Times New Roman"/>
                <a:cs typeface="Times New Roman"/>
              </a:rPr>
              <a:t> </a:t>
            </a:r>
            <a:r>
              <a:rPr sz="1198" dirty="0">
                <a:latin typeface="Times New Roman"/>
                <a:cs typeface="Times New Roman"/>
              </a:rPr>
              <a:t>embodies</a:t>
            </a:r>
            <a:r>
              <a:rPr sz="1198" spc="-10" dirty="0">
                <a:latin typeface="Times New Roman"/>
                <a:cs typeface="Times New Roman"/>
              </a:rPr>
              <a:t> </a:t>
            </a:r>
            <a:r>
              <a:rPr sz="1198" spc="-25" dirty="0">
                <a:latin typeface="Times New Roman"/>
                <a:cs typeface="Times New Roman"/>
              </a:rPr>
              <a:t>in </a:t>
            </a:r>
            <a:r>
              <a:rPr sz="1198" dirty="0">
                <a:latin typeface="Times New Roman"/>
                <a:cs typeface="Times New Roman"/>
              </a:rPr>
              <a:t>the</a:t>
            </a:r>
            <a:r>
              <a:rPr sz="1198" spc="50" dirty="0">
                <a:latin typeface="Times New Roman"/>
                <a:cs typeface="Times New Roman"/>
              </a:rPr>
              <a:t> </a:t>
            </a:r>
            <a:r>
              <a:rPr sz="1198" dirty="0">
                <a:latin typeface="Times New Roman"/>
                <a:cs typeface="Times New Roman"/>
              </a:rPr>
              <a:t>project</a:t>
            </a:r>
            <a:r>
              <a:rPr sz="1198" spc="100" dirty="0">
                <a:latin typeface="Times New Roman"/>
                <a:cs typeface="Times New Roman"/>
              </a:rPr>
              <a:t> </a:t>
            </a:r>
            <a:r>
              <a:rPr sz="1198" dirty="0">
                <a:latin typeface="Times New Roman"/>
                <a:cs typeface="Times New Roman"/>
              </a:rPr>
              <a:t>has</a:t>
            </a:r>
            <a:r>
              <a:rPr sz="1198" spc="75" dirty="0">
                <a:latin typeface="Times New Roman"/>
                <a:cs typeface="Times New Roman"/>
              </a:rPr>
              <a:t> </a:t>
            </a:r>
            <a:r>
              <a:rPr sz="1198" dirty="0">
                <a:latin typeface="Times New Roman"/>
                <a:cs typeface="Times New Roman"/>
              </a:rPr>
              <a:t>not</a:t>
            </a:r>
            <a:r>
              <a:rPr sz="1198" spc="65" dirty="0">
                <a:latin typeface="Times New Roman"/>
                <a:cs typeface="Times New Roman"/>
              </a:rPr>
              <a:t> </a:t>
            </a:r>
            <a:r>
              <a:rPr sz="1198" dirty="0">
                <a:latin typeface="Times New Roman"/>
                <a:cs typeface="Times New Roman"/>
              </a:rPr>
              <a:t>been</a:t>
            </a:r>
            <a:r>
              <a:rPr sz="1198" spc="40" dirty="0">
                <a:latin typeface="Times New Roman"/>
                <a:cs typeface="Times New Roman"/>
              </a:rPr>
              <a:t> </a:t>
            </a:r>
            <a:r>
              <a:rPr sz="1198" dirty="0">
                <a:latin typeface="Times New Roman"/>
                <a:cs typeface="Times New Roman"/>
              </a:rPr>
              <a:t>submitted</a:t>
            </a:r>
            <a:r>
              <a:rPr sz="1198" spc="55" dirty="0">
                <a:latin typeface="Times New Roman"/>
                <a:cs typeface="Times New Roman"/>
              </a:rPr>
              <a:t> </a:t>
            </a:r>
            <a:r>
              <a:rPr sz="1198" dirty="0">
                <a:latin typeface="Times New Roman"/>
                <a:cs typeface="Times New Roman"/>
              </a:rPr>
              <a:t>previously</a:t>
            </a:r>
            <a:r>
              <a:rPr sz="1198" spc="55" dirty="0">
                <a:latin typeface="Times New Roman"/>
                <a:cs typeface="Times New Roman"/>
              </a:rPr>
              <a:t> </a:t>
            </a:r>
            <a:r>
              <a:rPr sz="1198" dirty="0">
                <a:latin typeface="Times New Roman"/>
                <a:cs typeface="Times New Roman"/>
              </a:rPr>
              <a:t>by</a:t>
            </a:r>
            <a:r>
              <a:rPr sz="1198" spc="25" dirty="0">
                <a:latin typeface="Times New Roman"/>
                <a:cs typeface="Times New Roman"/>
              </a:rPr>
              <a:t> </a:t>
            </a:r>
            <a:r>
              <a:rPr sz="1198" dirty="0">
                <a:latin typeface="Times New Roman"/>
                <a:cs typeface="Times New Roman"/>
              </a:rPr>
              <a:t>anybody</a:t>
            </a:r>
            <a:r>
              <a:rPr sz="1198" spc="30" dirty="0">
                <a:latin typeface="Times New Roman"/>
                <a:cs typeface="Times New Roman"/>
              </a:rPr>
              <a:t> </a:t>
            </a:r>
            <a:r>
              <a:rPr sz="1198" dirty="0">
                <a:latin typeface="Times New Roman"/>
                <a:cs typeface="Times New Roman"/>
              </a:rPr>
              <a:t>for</a:t>
            </a:r>
            <a:r>
              <a:rPr sz="1198" spc="55" dirty="0">
                <a:latin typeface="Times New Roman"/>
                <a:cs typeface="Times New Roman"/>
              </a:rPr>
              <a:t> </a:t>
            </a:r>
            <a:r>
              <a:rPr sz="1198" dirty="0">
                <a:latin typeface="Times New Roman"/>
                <a:cs typeface="Times New Roman"/>
              </a:rPr>
              <a:t>the</a:t>
            </a:r>
            <a:r>
              <a:rPr sz="1198" spc="65" dirty="0">
                <a:latin typeface="Times New Roman"/>
                <a:cs typeface="Times New Roman"/>
              </a:rPr>
              <a:t> </a:t>
            </a:r>
            <a:r>
              <a:rPr sz="1198" dirty="0">
                <a:latin typeface="Times New Roman"/>
                <a:cs typeface="Times New Roman"/>
              </a:rPr>
              <a:t>award</a:t>
            </a:r>
            <a:r>
              <a:rPr sz="1198" spc="15" dirty="0">
                <a:latin typeface="Times New Roman"/>
                <a:cs typeface="Times New Roman"/>
              </a:rPr>
              <a:t> </a:t>
            </a:r>
            <a:r>
              <a:rPr sz="1198" dirty="0">
                <a:latin typeface="Times New Roman"/>
                <a:cs typeface="Times New Roman"/>
              </a:rPr>
              <a:t>of</a:t>
            </a:r>
            <a:r>
              <a:rPr sz="1198" spc="105" dirty="0">
                <a:latin typeface="Times New Roman"/>
                <a:cs typeface="Times New Roman"/>
              </a:rPr>
              <a:t> </a:t>
            </a:r>
            <a:r>
              <a:rPr sz="1198" dirty="0">
                <a:latin typeface="Times New Roman"/>
                <a:cs typeface="Times New Roman"/>
              </a:rPr>
              <a:t>any</a:t>
            </a:r>
            <a:r>
              <a:rPr sz="1198" spc="75" dirty="0">
                <a:latin typeface="Times New Roman"/>
                <a:cs typeface="Times New Roman"/>
              </a:rPr>
              <a:t> </a:t>
            </a:r>
            <a:r>
              <a:rPr sz="1198" spc="-10" dirty="0">
                <a:latin typeface="Times New Roman"/>
                <a:cs typeface="Times New Roman"/>
              </a:rPr>
              <a:t>other degree.</a:t>
            </a:r>
            <a:endParaRPr sz="1198" dirty="0">
              <a:latin typeface="Times New Roman"/>
              <a:cs typeface="Times New Roman"/>
            </a:endParaRPr>
          </a:p>
        </p:txBody>
      </p:sp>
      <p:sp>
        <p:nvSpPr>
          <p:cNvPr id="4" name="object 4"/>
          <p:cNvSpPr txBox="1"/>
          <p:nvPr/>
        </p:nvSpPr>
        <p:spPr>
          <a:xfrm>
            <a:off x="958812" y="7152920"/>
            <a:ext cx="927751" cy="509734"/>
          </a:xfrm>
          <a:prstGeom prst="rect">
            <a:avLst/>
          </a:prstGeom>
        </p:spPr>
        <p:txBody>
          <a:bodyPr vert="horz" wrap="square" lIns="0" tIns="12679" rIns="0" bIns="0" rtlCol="0">
            <a:spAutoFit/>
          </a:bodyPr>
          <a:lstStyle/>
          <a:p>
            <a:pPr marL="12678">
              <a:spcBef>
                <a:spcPts val="100"/>
              </a:spcBef>
            </a:pPr>
            <a:r>
              <a:rPr sz="1198" b="1" dirty="0">
                <a:latin typeface="Times New Roman"/>
                <a:cs typeface="Times New Roman"/>
              </a:rPr>
              <a:t>Place:</a:t>
            </a:r>
            <a:r>
              <a:rPr sz="1198" b="1" spc="-55" dirty="0">
                <a:latin typeface="Times New Roman"/>
                <a:cs typeface="Times New Roman"/>
              </a:rPr>
              <a:t> </a:t>
            </a:r>
            <a:r>
              <a:rPr sz="1198" b="1" spc="-10" dirty="0">
                <a:latin typeface="Times New Roman"/>
                <a:cs typeface="Times New Roman"/>
              </a:rPr>
              <a:t>Kolar</a:t>
            </a:r>
            <a:endParaRPr sz="1198" b="1" dirty="0">
              <a:latin typeface="Times New Roman"/>
              <a:cs typeface="Times New Roman"/>
            </a:endParaRPr>
          </a:p>
          <a:p>
            <a:pPr marL="12678">
              <a:spcBef>
                <a:spcPts val="958"/>
              </a:spcBef>
            </a:pPr>
            <a:r>
              <a:rPr sz="1198" b="1" spc="-10" dirty="0">
                <a:latin typeface="Times New Roman"/>
                <a:cs typeface="Times New Roman"/>
              </a:rPr>
              <a:t>Date:</a:t>
            </a:r>
            <a:endParaRPr sz="1198" b="1" dirty="0">
              <a:latin typeface="Times New Roman"/>
              <a:cs typeface="Times New Roman"/>
            </a:endParaRPr>
          </a:p>
        </p:txBody>
      </p:sp>
      <p:sp>
        <p:nvSpPr>
          <p:cNvPr id="6" name="object 6"/>
          <p:cNvSpPr txBox="1"/>
          <p:nvPr/>
        </p:nvSpPr>
        <p:spPr>
          <a:xfrm>
            <a:off x="3765193" y="9752009"/>
            <a:ext cx="165457" cy="166691"/>
          </a:xfrm>
          <a:prstGeom prst="rect">
            <a:avLst/>
          </a:prstGeom>
        </p:spPr>
        <p:txBody>
          <a:bodyPr vert="horz" wrap="square" lIns="0" tIns="12679" rIns="0" bIns="0" rtlCol="0">
            <a:spAutoFit/>
          </a:bodyPr>
          <a:lstStyle/>
          <a:p>
            <a:pPr marL="12678">
              <a:spcBef>
                <a:spcPts val="100"/>
              </a:spcBef>
            </a:pPr>
            <a:r>
              <a:rPr sz="1000" b="1" spc="-25" dirty="0">
                <a:latin typeface="Times New Roman"/>
                <a:cs typeface="Times New Roman"/>
              </a:rPr>
              <a:t>II</a:t>
            </a:r>
            <a:endParaRPr sz="1000" dirty="0">
              <a:latin typeface="Times New Roman"/>
              <a:cs typeface="Times New Roman"/>
            </a:endParaRPr>
          </a:p>
        </p:txBody>
      </p:sp>
      <p:sp>
        <p:nvSpPr>
          <p:cNvPr id="9" name="TextBox 8">
            <a:extLst>
              <a:ext uri="{FF2B5EF4-FFF2-40B4-BE49-F238E27FC236}">
                <a16:creationId xmlns:a16="http://schemas.microsoft.com/office/drawing/2014/main" id="{9595E59A-EBC1-D612-8289-6255534E2A59}"/>
              </a:ext>
            </a:extLst>
          </p:cNvPr>
          <p:cNvSpPr txBox="1"/>
          <p:nvPr/>
        </p:nvSpPr>
        <p:spPr>
          <a:xfrm>
            <a:off x="4760976" y="6940597"/>
            <a:ext cx="2133600" cy="1444113"/>
          </a:xfrm>
          <a:prstGeom prst="rect">
            <a:avLst/>
          </a:prstGeom>
          <a:noFill/>
        </p:spPr>
        <p:txBody>
          <a:bodyPr wrap="square" rtlCol="0">
            <a:spAutoFit/>
          </a:bodyPr>
          <a:lstStyle/>
          <a:p>
            <a:pPr>
              <a:lnSpc>
                <a:spcPct val="150000"/>
              </a:lnSpc>
            </a:pPr>
            <a:r>
              <a:rPr lang="en-US" sz="1200" b="1" dirty="0">
                <a:latin typeface="Times New Roman" panose="02020603050405020304" pitchFamily="18" charset="0"/>
                <a:cs typeface="Times New Roman" panose="02020603050405020304" pitchFamily="18" charset="0"/>
              </a:rPr>
              <a:t>SIGNATURE OF STUDENT</a:t>
            </a:r>
          </a:p>
          <a:p>
            <a:pPr>
              <a:lnSpc>
                <a:spcPct val="150000"/>
              </a:lnSpc>
            </a:pPr>
            <a:r>
              <a:rPr lang="en-US" sz="1200" b="1" dirty="0">
                <a:latin typeface="Times New Roman" panose="02020603050405020304" pitchFamily="18" charset="0"/>
                <a:cs typeface="Times New Roman" panose="02020603050405020304" pitchFamily="18" charset="0"/>
              </a:rPr>
              <a:t>CHANDU SR</a:t>
            </a:r>
          </a:p>
          <a:p>
            <a:pPr>
              <a:lnSpc>
                <a:spcPct val="150000"/>
              </a:lnSpc>
            </a:pPr>
            <a:r>
              <a:rPr lang="en-US" sz="1200" b="1" dirty="0">
                <a:latin typeface="Times New Roman" panose="02020603050405020304" pitchFamily="18" charset="0"/>
                <a:cs typeface="Times New Roman" panose="02020603050405020304" pitchFamily="18" charset="0"/>
              </a:rPr>
              <a:t>FAIZUNNISA</a:t>
            </a:r>
          </a:p>
          <a:p>
            <a:pPr>
              <a:lnSpc>
                <a:spcPct val="150000"/>
              </a:lnSpc>
            </a:pPr>
            <a:r>
              <a:rPr lang="en-US" sz="1200" b="1" dirty="0">
                <a:latin typeface="Times New Roman" panose="02020603050405020304" pitchFamily="18" charset="0"/>
                <a:cs typeface="Times New Roman" panose="02020603050405020304" pitchFamily="18" charset="0"/>
              </a:rPr>
              <a:t>HARSHA SK</a:t>
            </a:r>
          </a:p>
          <a:p>
            <a:pPr>
              <a:lnSpc>
                <a:spcPct val="150000"/>
              </a:lnSpc>
            </a:pPr>
            <a:r>
              <a:rPr lang="en-US" sz="1200" b="1" dirty="0">
                <a:latin typeface="Times New Roman" panose="02020603050405020304" pitchFamily="18" charset="0"/>
                <a:cs typeface="Times New Roman" panose="02020603050405020304" pitchFamily="18" charset="0"/>
              </a:rPr>
              <a:t>HESHA P</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BF4D2452-4534-7345-8FB6-DA511CC679C4}"/>
              </a:ext>
            </a:extLst>
          </p:cNvPr>
          <p:cNvSpPr>
            <a:spLocks noChangeArrowheads="1"/>
          </p:cNvSpPr>
          <p:nvPr/>
        </p:nvSpPr>
        <p:spPr bwMode="auto">
          <a:xfrm>
            <a:off x="2522006" y="937949"/>
            <a:ext cx="2509316" cy="17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Aft>
                <a:spcPts val="2311"/>
              </a:spcAft>
            </a:pPr>
            <a:r>
              <a:rPr lang="en-US" altLang="en-US" sz="1699" b="1">
                <a:latin typeface="Times New Roman" panose="02020603050405020304" pitchFamily="18" charset="0"/>
              </a:rPr>
              <a:t>ACKNOWLEDGEMENT</a:t>
            </a:r>
          </a:p>
        </p:txBody>
      </p:sp>
      <p:sp>
        <p:nvSpPr>
          <p:cNvPr id="3" name="Rectangle 2">
            <a:extLst>
              <a:ext uri="{FF2B5EF4-FFF2-40B4-BE49-F238E27FC236}">
                <a16:creationId xmlns:a16="http://schemas.microsoft.com/office/drawing/2014/main" id="{A44DB547-F40A-8989-306D-46366B12A555}"/>
              </a:ext>
            </a:extLst>
          </p:cNvPr>
          <p:cNvSpPr/>
          <p:nvPr/>
        </p:nvSpPr>
        <p:spPr>
          <a:xfrm>
            <a:off x="894598" y="1534348"/>
            <a:ext cx="5775235" cy="6918861"/>
          </a:xfrm>
          <a:prstGeom prst="rect">
            <a:avLst/>
          </a:prstGeom>
        </p:spPr>
        <p:txBody>
          <a:bodyPr lIns="0" tIns="0" rIns="0" bIns="0"/>
          <a:lstStyle/>
          <a:p>
            <a:pPr algn="just">
              <a:lnSpc>
                <a:spcPts val="2062"/>
              </a:lnSpc>
              <a:spcBef>
                <a:spcPts val="2308"/>
              </a:spcBef>
              <a:spcAft>
                <a:spcPts val="1259"/>
              </a:spcAft>
              <a:defRPr/>
            </a:pPr>
            <a:r>
              <a:rPr lang="en-US" sz="1199" dirty="0">
                <a:latin typeface="Times New Roman"/>
              </a:rPr>
              <a:t>The completion of project brings with and sense of satisfaction, but it is never completed without thanking the persons who are all responsible for its successful completion.</a:t>
            </a:r>
          </a:p>
          <a:p>
            <a:pPr indent="469524" algn="just">
              <a:lnSpc>
                <a:spcPts val="2062"/>
              </a:lnSpc>
              <a:spcAft>
                <a:spcPts val="1259"/>
              </a:spcAft>
              <a:defRPr/>
            </a:pPr>
            <a:r>
              <a:rPr lang="en-US" sz="1199" dirty="0">
                <a:latin typeface="Times New Roman"/>
              </a:rPr>
              <a:t>First and foremost. We wish to express our deep sincere feelings of gratitude to my Institution, </a:t>
            </a:r>
            <a:r>
              <a:rPr lang="en-US" sz="1199" b="1" dirty="0">
                <a:latin typeface="Times New Roman"/>
              </a:rPr>
              <a:t>C BYREGOWDA INSTITUTE OF TECHNOLOGY, </a:t>
            </a:r>
            <a:r>
              <a:rPr lang="en-US" sz="1199" dirty="0">
                <a:latin typeface="Times New Roman"/>
              </a:rPr>
              <a:t>for providing mean opportunity to do our education.</a:t>
            </a:r>
          </a:p>
          <a:p>
            <a:pPr indent="469524" algn="just">
              <a:lnSpc>
                <a:spcPts val="2062"/>
              </a:lnSpc>
              <a:spcAft>
                <a:spcPts val="839"/>
              </a:spcAft>
              <a:defRPr/>
            </a:pPr>
            <a:r>
              <a:rPr lang="en-US" sz="1199" dirty="0">
                <a:latin typeface="Times New Roman"/>
              </a:rPr>
              <a:t>We extend our deep sense of sincere gratitude to our beloved principal </a:t>
            </a:r>
            <a:r>
              <a:rPr lang="en-US" sz="1199" b="1" dirty="0">
                <a:latin typeface="Times New Roman"/>
              </a:rPr>
              <a:t>Dr. S N CHANDRASHEKARA, </a:t>
            </a:r>
            <a:r>
              <a:rPr lang="en-US" sz="1199" dirty="0">
                <a:latin typeface="Times New Roman"/>
              </a:rPr>
              <a:t>for permitting to carry out the project work successfully</a:t>
            </a:r>
            <a:r>
              <a:rPr lang="en-US" sz="1199" b="1" dirty="0">
                <a:latin typeface="Times New Roman"/>
              </a:rPr>
              <a:t>.</a:t>
            </a:r>
          </a:p>
          <a:p>
            <a:pPr indent="469524" algn="just">
              <a:lnSpc>
                <a:spcPts val="2062"/>
              </a:lnSpc>
              <a:spcAft>
                <a:spcPts val="1259"/>
              </a:spcAft>
              <a:defRPr/>
            </a:pPr>
            <a:r>
              <a:rPr lang="en-US" sz="1199" dirty="0">
                <a:latin typeface="Times New Roman"/>
              </a:rPr>
              <a:t>We extend our heartfelt sincere gratitude to </a:t>
            </a:r>
            <a:r>
              <a:rPr lang="en-US" sz="1199" b="1" dirty="0">
                <a:latin typeface="Times New Roman"/>
              </a:rPr>
              <a:t>Dr. VASUDEVA R, </a:t>
            </a:r>
            <a:r>
              <a:rPr lang="en-US" sz="1199" dirty="0">
                <a:latin typeface="Times New Roman"/>
              </a:rPr>
              <a:t>Assoc. Professor and HOD, Department of Computer Science Engineering, CBIT for giving us guidance, valuable advice and support.</a:t>
            </a:r>
          </a:p>
          <a:p>
            <a:pPr indent="469524" algn="just">
              <a:lnSpc>
                <a:spcPts val="2062"/>
              </a:lnSpc>
              <a:spcAft>
                <a:spcPts val="1259"/>
              </a:spcAft>
              <a:defRPr/>
            </a:pPr>
            <a:r>
              <a:rPr lang="en-US" sz="1199" dirty="0">
                <a:latin typeface="Times New Roman"/>
              </a:rPr>
              <a:t>We extend our sincere gratitude to our Mini project coordinator </a:t>
            </a:r>
            <a:r>
              <a:rPr lang="en-US" sz="1199" b="1" dirty="0">
                <a:latin typeface="Times New Roman"/>
              </a:rPr>
              <a:t>Mrs. SARIKA C G, </a:t>
            </a:r>
            <a:r>
              <a:rPr lang="en-US" sz="1199" dirty="0">
                <a:latin typeface="Times New Roman"/>
              </a:rPr>
              <a:t>Assistant Professor, Department of computer science and engineering, for all their prolific support, guidance and valuable suggestions at all stages of this complete process.</a:t>
            </a:r>
          </a:p>
          <a:p>
            <a:pPr indent="469524" algn="just">
              <a:lnSpc>
                <a:spcPts val="2062"/>
              </a:lnSpc>
              <a:spcAft>
                <a:spcPts val="1259"/>
              </a:spcAft>
              <a:defRPr/>
            </a:pPr>
            <a:r>
              <a:rPr lang="en-US" sz="1199" dirty="0">
                <a:latin typeface="Times New Roman"/>
              </a:rPr>
              <a:t>We extend our sincere gratitude to our internal guide </a:t>
            </a:r>
            <a:r>
              <a:rPr lang="en-US" sz="1199" b="1" dirty="0">
                <a:latin typeface="Times New Roman"/>
              </a:rPr>
              <a:t>Mrs. SWATHI J K, </a:t>
            </a:r>
            <a:r>
              <a:rPr lang="en-US" sz="1199" dirty="0">
                <a:latin typeface="Times New Roman"/>
              </a:rPr>
              <a:t>Assistant Professor, Department of computer science and engineering, CBIT for her valuable advice, support and constructive suggestions.</a:t>
            </a:r>
          </a:p>
          <a:p>
            <a:pPr indent="469524" algn="just">
              <a:lnSpc>
                <a:spcPts val="2086"/>
              </a:lnSpc>
              <a:spcAft>
                <a:spcPts val="1259"/>
              </a:spcAft>
              <a:defRPr/>
            </a:pPr>
            <a:r>
              <a:rPr lang="en-US" sz="1199" dirty="0">
                <a:latin typeface="Times New Roman"/>
              </a:rPr>
              <a:t>We would like to thank all the Teaching and non-teaching staff members of Department of Computer Science and Engineering, for their co-operation and suggestions.</a:t>
            </a:r>
          </a:p>
          <a:p>
            <a:pPr indent="469524" algn="just">
              <a:lnSpc>
                <a:spcPts val="2062"/>
              </a:lnSpc>
              <a:spcAft>
                <a:spcPts val="1259"/>
              </a:spcAft>
              <a:defRPr/>
            </a:pPr>
            <a:r>
              <a:rPr lang="en-US" sz="1199" dirty="0">
                <a:latin typeface="Times New Roman"/>
              </a:rPr>
              <a:t>Finally, we like to thank our parents and friends for their continuous encouragement and moral support.</a:t>
            </a:r>
          </a:p>
        </p:txBody>
      </p:sp>
      <p:sp>
        <p:nvSpPr>
          <p:cNvPr id="1028" name="Rectangle 3">
            <a:extLst>
              <a:ext uri="{FF2B5EF4-FFF2-40B4-BE49-F238E27FC236}">
                <a16:creationId xmlns:a16="http://schemas.microsoft.com/office/drawing/2014/main" id="{CE8CC25B-F175-12A3-62F4-92877A6170C0}"/>
              </a:ext>
            </a:extLst>
          </p:cNvPr>
          <p:cNvSpPr>
            <a:spLocks noChangeArrowheads="1"/>
          </p:cNvSpPr>
          <p:nvPr/>
        </p:nvSpPr>
        <p:spPr bwMode="auto">
          <a:xfrm>
            <a:off x="4616450" y="8389762"/>
            <a:ext cx="2228564" cy="961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ts val="2061"/>
              </a:lnSpc>
              <a:spcBef>
                <a:spcPts val="1262"/>
              </a:spcBef>
            </a:pPr>
            <a:r>
              <a:rPr lang="en-US" altLang="en-US" sz="1199" b="1" dirty="0">
                <a:latin typeface="Times New Roman" panose="02020603050405020304" pitchFamily="18" charset="0"/>
              </a:rPr>
              <a:t>CHANDU S R (1CK23CS030) FAIZUNNISA (1CK23CS039)</a:t>
            </a:r>
          </a:p>
          <a:p>
            <a:pPr>
              <a:lnSpc>
                <a:spcPts val="2061"/>
              </a:lnSpc>
            </a:pPr>
            <a:r>
              <a:rPr lang="en-US" altLang="en-US" sz="1199" b="1" dirty="0">
                <a:latin typeface="Times New Roman" panose="02020603050405020304" pitchFamily="18" charset="0"/>
              </a:rPr>
              <a:t>HARSHA SK  (1CK23CS049) HESHA P        (1CK23CS054)</a:t>
            </a:r>
          </a:p>
        </p:txBody>
      </p:sp>
      <p:sp>
        <p:nvSpPr>
          <p:cNvPr id="2" name="TextBox 1">
            <a:extLst>
              <a:ext uri="{FF2B5EF4-FFF2-40B4-BE49-F238E27FC236}">
                <a16:creationId xmlns:a16="http://schemas.microsoft.com/office/drawing/2014/main" id="{3A286100-8D08-B1CF-79AE-C75A58F7B81A}"/>
              </a:ext>
            </a:extLst>
          </p:cNvPr>
          <p:cNvSpPr txBox="1"/>
          <p:nvPr/>
        </p:nvSpPr>
        <p:spPr>
          <a:xfrm>
            <a:off x="3625850" y="9766300"/>
            <a:ext cx="333746" cy="246221"/>
          </a:xfrm>
          <a:prstGeom prst="rect">
            <a:avLst/>
          </a:prstGeom>
          <a:noFill/>
        </p:spPr>
        <p:txBody>
          <a:bodyPr wrap="none" rtlCol="0">
            <a:spAutoFit/>
          </a:bodyPr>
          <a:lstStyle/>
          <a:p>
            <a:r>
              <a:rPr lang="en-US" sz="1000" b="1" dirty="0">
                <a:latin typeface="Times New Roman" panose="02020603050405020304" pitchFamily="18" charset="0"/>
                <a:cs typeface="Times New Roman" panose="02020603050405020304" pitchFamily="18" charset="0"/>
              </a:rPr>
              <a:t>III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1EA21DE9-899C-0C2B-7B6A-EDCB3EBF193E}"/>
              </a:ext>
            </a:extLst>
          </p:cNvPr>
          <p:cNvSpPr>
            <a:spLocks noChangeArrowheads="1"/>
          </p:cNvSpPr>
          <p:nvPr/>
        </p:nvSpPr>
        <p:spPr bwMode="auto">
          <a:xfrm>
            <a:off x="3345388" y="167582"/>
            <a:ext cx="1275278" cy="195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Aft>
                <a:spcPts val="1674"/>
              </a:spcAft>
            </a:pPr>
            <a:r>
              <a:rPr lang="en-US" altLang="en-US" b="1">
                <a:latin typeface="Times New Roman" panose="02020603050405020304" pitchFamily="18" charset="0"/>
              </a:rPr>
              <a:t>CONTENTS</a:t>
            </a:r>
          </a:p>
        </p:txBody>
      </p:sp>
      <p:graphicFrame>
        <p:nvGraphicFramePr>
          <p:cNvPr id="3" name="Table 2">
            <a:extLst>
              <a:ext uri="{FF2B5EF4-FFF2-40B4-BE49-F238E27FC236}">
                <a16:creationId xmlns:a16="http://schemas.microsoft.com/office/drawing/2014/main" id="{951F52EA-F920-E5DF-24D5-F1FFB1D08C5A}"/>
              </a:ext>
            </a:extLst>
          </p:cNvPr>
          <p:cNvGraphicFramePr>
            <a:graphicFrameLocks noGrp="1"/>
          </p:cNvGraphicFramePr>
          <p:nvPr>
            <p:extLst>
              <p:ext uri="{D42A27DB-BD31-4B8C-83A1-F6EECF244321}">
                <p14:modId xmlns:p14="http://schemas.microsoft.com/office/powerpoint/2010/main" val="3445179516"/>
              </p:ext>
            </p:extLst>
          </p:nvPr>
        </p:nvGraphicFramePr>
        <p:xfrm>
          <a:off x="892218" y="642184"/>
          <a:ext cx="5784752" cy="2086589"/>
        </p:xfrm>
        <a:graphic>
          <a:graphicData uri="http://schemas.openxmlformats.org/drawingml/2006/table">
            <a:tbl>
              <a:tblPr>
                <a:tableStyleId>{2D5ABB26-0587-4C30-8999-92F81FD0307C}</a:tableStyleId>
              </a:tblPr>
              <a:tblGrid>
                <a:gridCol w="3627565">
                  <a:extLst>
                    <a:ext uri="{9D8B030D-6E8A-4147-A177-3AD203B41FA5}">
                      <a16:colId xmlns:a16="http://schemas.microsoft.com/office/drawing/2014/main" val="3435378712"/>
                    </a:ext>
                  </a:extLst>
                </a:gridCol>
                <a:gridCol w="2157187">
                  <a:extLst>
                    <a:ext uri="{9D8B030D-6E8A-4147-A177-3AD203B41FA5}">
                      <a16:colId xmlns:a16="http://schemas.microsoft.com/office/drawing/2014/main" val="1185783764"/>
                    </a:ext>
                  </a:extLst>
                </a:gridCol>
              </a:tblGrid>
              <a:tr h="25837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Abstract</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tc>
                <a:tc>
                  <a:txBody>
                    <a:bodyPr/>
                    <a:lstStyle>
                      <a:lvl1pPr marL="175260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75260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tc>
                <a:extLst>
                  <a:ext uri="{0D108BD9-81ED-4DB2-BD59-A6C34878D82A}">
                    <a16:rowId xmlns:a16="http://schemas.microsoft.com/office/drawing/2014/main" val="386270741"/>
                  </a:ext>
                </a:extLst>
              </a:tr>
              <a:tr h="25837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Declaration</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tc>
                  <a:txBody>
                    <a:bodyPr/>
                    <a:lstStyle>
                      <a:lvl1pPr marL="175260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75260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II                 </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extLst>
                  <a:ext uri="{0D108BD9-81ED-4DB2-BD59-A6C34878D82A}">
                    <a16:rowId xmlns:a16="http://schemas.microsoft.com/office/drawing/2014/main" val="2586477617"/>
                  </a:ext>
                </a:extLst>
              </a:tr>
              <a:tr h="25837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Acknowledgement</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III</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extLst>
                  <a:ext uri="{0D108BD9-81ED-4DB2-BD59-A6C34878D82A}">
                    <a16:rowId xmlns:a16="http://schemas.microsoft.com/office/drawing/2014/main" val="3734638377"/>
                  </a:ext>
                </a:extLst>
              </a:tr>
              <a:tr h="25837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Table of Contents</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400" b="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IV</a:t>
                      </a:r>
                      <a:endParaRPr kumimoji="0" lang="en-US"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extLst>
                  <a:ext uri="{0D108BD9-81ED-4DB2-BD59-A6C34878D82A}">
                    <a16:rowId xmlns:a16="http://schemas.microsoft.com/office/drawing/2014/main" val="3236618193"/>
                  </a:ext>
                </a:extLst>
              </a:tr>
              <a:tr h="25837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en-US" sz="1400" b="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List of Figures</a:t>
                      </a:r>
                      <a:endParaRPr kumimoji="0" lang="en-US"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400" b="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VI</a:t>
                      </a:r>
                      <a:endParaRPr kumimoji="0" lang="en-US" altLang="en-US" sz="1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extLst>
                  <a:ext uri="{0D108BD9-81ED-4DB2-BD59-A6C34878D82A}">
                    <a16:rowId xmlns:a16="http://schemas.microsoft.com/office/drawing/2014/main" val="141980676"/>
                  </a:ext>
                </a:extLst>
              </a:tr>
              <a:tr h="337465">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List of Tables</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VII</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tc>
                <a:extLst>
                  <a:ext uri="{0D108BD9-81ED-4DB2-BD59-A6C34878D82A}">
                    <a16:rowId xmlns:a16="http://schemas.microsoft.com/office/drawing/2014/main" val="2379766499"/>
                  </a:ext>
                </a:extLst>
              </a:tr>
              <a:tr h="340374">
                <a:tc>
                  <a:txBody>
                    <a:bodyPr/>
                    <a:lstStyle>
                      <a:lvl1pPr marL="12700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2700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Chapter Name</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4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Page No</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extLst>
                  <a:ext uri="{0D108BD9-81ED-4DB2-BD59-A6C34878D82A}">
                    <a16:rowId xmlns:a16="http://schemas.microsoft.com/office/drawing/2014/main" val="4028681081"/>
                  </a:ext>
                </a:extLst>
              </a:tr>
            </a:tbl>
          </a:graphicData>
        </a:graphic>
      </p:graphicFrame>
      <p:sp>
        <p:nvSpPr>
          <p:cNvPr id="4" name="Rectangle 3">
            <a:extLst>
              <a:ext uri="{FF2B5EF4-FFF2-40B4-BE49-F238E27FC236}">
                <a16:creationId xmlns:a16="http://schemas.microsoft.com/office/drawing/2014/main" id="{F9E60E38-2040-AE35-EBFA-3A287C8F1F25}"/>
              </a:ext>
            </a:extLst>
          </p:cNvPr>
          <p:cNvSpPr/>
          <p:nvPr/>
        </p:nvSpPr>
        <p:spPr>
          <a:xfrm>
            <a:off x="1187450" y="2832100"/>
            <a:ext cx="4260521" cy="6305014"/>
          </a:xfrm>
          <a:prstGeom prst="rect">
            <a:avLst/>
          </a:prstGeom>
        </p:spPr>
        <p:txBody>
          <a:bodyPr lIns="0" tIns="0" rIns="0" bIns="0"/>
          <a:lstStyle/>
          <a:p>
            <a:pPr algn="just">
              <a:spcBef>
                <a:spcPts val="1679"/>
              </a:spcBef>
              <a:spcAft>
                <a:spcPts val="629"/>
              </a:spcAft>
              <a:defRPr/>
            </a:pPr>
            <a:r>
              <a:rPr lang="en-US" sz="1399" b="1" dirty="0">
                <a:latin typeface="Times New Roman"/>
              </a:rPr>
              <a:t>1               Introduction</a:t>
            </a:r>
          </a:p>
          <a:p>
            <a:pPr marL="627893" algn="just">
              <a:lnSpc>
                <a:spcPct val="150000"/>
              </a:lnSpc>
              <a:defRPr/>
            </a:pPr>
            <a:r>
              <a:rPr lang="en-US" sz="1199" dirty="0">
                <a:latin typeface="Times New Roman"/>
              </a:rPr>
              <a:t>    1.1     Introduction to  project</a:t>
            </a:r>
          </a:p>
          <a:p>
            <a:pPr marL="627893" algn="just">
              <a:lnSpc>
                <a:spcPct val="150000"/>
              </a:lnSpc>
              <a:defRPr/>
            </a:pPr>
            <a:r>
              <a:rPr lang="en-US" sz="1199" dirty="0">
                <a:latin typeface="Times New Roman"/>
              </a:rPr>
              <a:t>    1.2     Objectives</a:t>
            </a:r>
          </a:p>
          <a:p>
            <a:pPr marL="627893" algn="just">
              <a:lnSpc>
                <a:spcPct val="150000"/>
              </a:lnSpc>
              <a:defRPr/>
            </a:pPr>
            <a:r>
              <a:rPr lang="en-US" sz="1199" dirty="0">
                <a:latin typeface="Times New Roman"/>
              </a:rPr>
              <a:t>    1.3     Problem Statement</a:t>
            </a:r>
          </a:p>
          <a:p>
            <a:pPr marL="627893" algn="just">
              <a:lnSpc>
                <a:spcPct val="150000"/>
              </a:lnSpc>
              <a:defRPr/>
            </a:pPr>
            <a:r>
              <a:rPr lang="en-US" sz="1199" dirty="0">
                <a:latin typeface="Times New Roman"/>
              </a:rPr>
              <a:t>    1.4     Methodology</a:t>
            </a:r>
          </a:p>
          <a:p>
            <a:pPr marL="627893" algn="just">
              <a:lnSpc>
                <a:spcPct val="150000"/>
              </a:lnSpc>
              <a:defRPr/>
            </a:pPr>
            <a:r>
              <a:rPr lang="en-US" sz="1199" dirty="0">
                <a:latin typeface="Times New Roman"/>
              </a:rPr>
              <a:t>    1.4.1   Steps involved in methodology</a:t>
            </a:r>
          </a:p>
          <a:p>
            <a:pPr marL="627893" algn="just">
              <a:lnSpc>
                <a:spcPct val="150000"/>
              </a:lnSpc>
              <a:defRPr/>
            </a:pPr>
            <a:r>
              <a:rPr lang="en-US" sz="1199" dirty="0">
                <a:latin typeface="Times New Roman"/>
              </a:rPr>
              <a:t>    1.5     </a:t>
            </a:r>
            <a:r>
              <a:rPr lang="en-US" sz="1199" dirty="0" err="1">
                <a:latin typeface="Times New Roman"/>
              </a:rPr>
              <a:t>Organisation</a:t>
            </a:r>
            <a:r>
              <a:rPr lang="en-US" sz="1199" dirty="0">
                <a:latin typeface="Times New Roman"/>
              </a:rPr>
              <a:t> of Report</a:t>
            </a:r>
          </a:p>
          <a:p>
            <a:pPr algn="just">
              <a:spcAft>
                <a:spcPts val="629"/>
              </a:spcAft>
              <a:defRPr/>
            </a:pPr>
            <a:r>
              <a:rPr lang="en-US" sz="1399" b="1" dirty="0">
                <a:latin typeface="Times New Roman"/>
              </a:rPr>
              <a:t>2                Literature Survey.</a:t>
            </a:r>
          </a:p>
          <a:p>
            <a:pPr marL="627893" algn="just">
              <a:lnSpc>
                <a:spcPct val="150000"/>
              </a:lnSpc>
              <a:spcAft>
                <a:spcPts val="629"/>
              </a:spcAft>
              <a:defRPr/>
            </a:pPr>
            <a:r>
              <a:rPr lang="en-US" sz="1199" dirty="0">
                <a:latin typeface="Times New Roman"/>
              </a:rPr>
              <a:t>    2.1    Introduction</a:t>
            </a:r>
          </a:p>
          <a:p>
            <a:pPr marL="627893" algn="just">
              <a:lnSpc>
                <a:spcPct val="150000"/>
              </a:lnSpc>
              <a:spcAft>
                <a:spcPts val="629"/>
              </a:spcAft>
              <a:defRPr/>
            </a:pPr>
            <a:r>
              <a:rPr lang="en-US" sz="1199" dirty="0">
                <a:latin typeface="Times New Roman"/>
              </a:rPr>
              <a:t>    2.2    Related Work.</a:t>
            </a:r>
          </a:p>
          <a:p>
            <a:pPr algn="just">
              <a:spcAft>
                <a:spcPts val="629"/>
              </a:spcAft>
              <a:defRPr/>
            </a:pPr>
            <a:r>
              <a:rPr lang="en-US" sz="1399" b="1" dirty="0">
                <a:latin typeface="Times New Roman"/>
              </a:rPr>
              <a:t>3                System Requirement Specification</a:t>
            </a:r>
          </a:p>
          <a:p>
            <a:pPr marL="627893" algn="just">
              <a:lnSpc>
                <a:spcPct val="150000"/>
              </a:lnSpc>
              <a:defRPr/>
            </a:pPr>
            <a:r>
              <a:rPr lang="en-US" sz="1199" dirty="0">
                <a:latin typeface="Times New Roman"/>
              </a:rPr>
              <a:t>    3.1    Introduction</a:t>
            </a:r>
          </a:p>
          <a:p>
            <a:pPr marL="627893" algn="just">
              <a:lnSpc>
                <a:spcPct val="150000"/>
              </a:lnSpc>
              <a:defRPr/>
            </a:pPr>
            <a:r>
              <a:rPr lang="en-US" sz="1199" dirty="0">
                <a:latin typeface="Times New Roman"/>
              </a:rPr>
              <a:t>    3.2    Hardware Requirements</a:t>
            </a:r>
          </a:p>
          <a:p>
            <a:pPr marL="627893" algn="just">
              <a:lnSpc>
                <a:spcPct val="150000"/>
              </a:lnSpc>
              <a:defRPr/>
            </a:pPr>
            <a:r>
              <a:rPr lang="en-US" sz="1199" dirty="0">
                <a:latin typeface="Times New Roman"/>
              </a:rPr>
              <a:t>    3.3    Software Requirements</a:t>
            </a:r>
          </a:p>
          <a:p>
            <a:pPr marL="627893" algn="just">
              <a:lnSpc>
                <a:spcPct val="150000"/>
              </a:lnSpc>
              <a:defRPr/>
            </a:pPr>
            <a:r>
              <a:rPr lang="en-US" sz="1199" dirty="0">
                <a:latin typeface="Times New Roman"/>
              </a:rPr>
              <a:t>    3.4    Functional Requirements</a:t>
            </a:r>
          </a:p>
          <a:p>
            <a:pPr marL="627893" algn="just">
              <a:lnSpc>
                <a:spcPct val="150000"/>
              </a:lnSpc>
              <a:defRPr/>
            </a:pPr>
            <a:r>
              <a:rPr lang="en-US" sz="1199" dirty="0">
                <a:latin typeface="Times New Roman"/>
              </a:rPr>
              <a:t>    3.5    Non Functional Requirements</a:t>
            </a:r>
          </a:p>
          <a:p>
            <a:pPr marL="627893" algn="just">
              <a:lnSpc>
                <a:spcPct val="150000"/>
              </a:lnSpc>
              <a:defRPr/>
            </a:pPr>
            <a:r>
              <a:rPr lang="en-US" sz="1199" dirty="0">
                <a:latin typeface="Times New Roman"/>
              </a:rPr>
              <a:t>    3.6    Preliminary Investigation</a:t>
            </a:r>
          </a:p>
          <a:p>
            <a:pPr marL="627893" algn="just">
              <a:lnSpc>
                <a:spcPct val="150000"/>
              </a:lnSpc>
              <a:defRPr/>
            </a:pPr>
            <a:r>
              <a:rPr lang="en-US" sz="1199" dirty="0">
                <a:latin typeface="Times New Roman"/>
              </a:rPr>
              <a:t>    3.7     System Environment</a:t>
            </a:r>
          </a:p>
          <a:p>
            <a:pPr algn="just">
              <a:spcAft>
                <a:spcPts val="629"/>
              </a:spcAft>
              <a:defRPr/>
            </a:pPr>
            <a:r>
              <a:rPr lang="en-US" sz="1399" b="1" dirty="0">
                <a:latin typeface="Times New Roman"/>
              </a:rPr>
              <a:t>4                System Analysis</a:t>
            </a:r>
          </a:p>
          <a:p>
            <a:pPr algn="just">
              <a:lnSpc>
                <a:spcPct val="150000"/>
              </a:lnSpc>
              <a:spcAft>
                <a:spcPts val="629"/>
              </a:spcAft>
              <a:defRPr/>
            </a:pPr>
            <a:r>
              <a:rPr lang="en-US" sz="1199" dirty="0">
                <a:latin typeface="Times New Roman"/>
              </a:rPr>
              <a:t>                     4.1    Existing System</a:t>
            </a:r>
          </a:p>
          <a:p>
            <a:pPr marL="627893" algn="just">
              <a:lnSpc>
                <a:spcPct val="150000"/>
              </a:lnSpc>
              <a:spcAft>
                <a:spcPts val="629"/>
              </a:spcAft>
              <a:defRPr/>
            </a:pPr>
            <a:r>
              <a:rPr lang="en-US" sz="1199" dirty="0">
                <a:latin typeface="Times New Roman"/>
              </a:rPr>
              <a:t>    4.2    Proposed System</a:t>
            </a:r>
          </a:p>
          <a:p>
            <a:pPr algn="just">
              <a:spcAft>
                <a:spcPts val="629"/>
              </a:spcAft>
              <a:defRPr/>
            </a:pPr>
            <a:r>
              <a:rPr lang="en-US" sz="1200" b="1" dirty="0">
                <a:latin typeface="Times New Roman"/>
              </a:rPr>
              <a:t>5</a:t>
            </a:r>
            <a:r>
              <a:rPr lang="en-US" sz="1199" dirty="0">
                <a:latin typeface="Times New Roman"/>
              </a:rPr>
              <a:t>                   </a:t>
            </a:r>
            <a:r>
              <a:rPr lang="en-US" sz="1399" b="1" dirty="0">
                <a:latin typeface="Times New Roman"/>
              </a:rPr>
              <a:t>System Design</a:t>
            </a:r>
            <a:endParaRPr lang="en-US" sz="1199" dirty="0">
              <a:latin typeface="Times New Roman"/>
            </a:endParaRPr>
          </a:p>
          <a:p>
            <a:pPr marL="627893" algn="just">
              <a:lnSpc>
                <a:spcPct val="150000"/>
              </a:lnSpc>
              <a:defRPr/>
            </a:pPr>
            <a:r>
              <a:rPr lang="en-US" sz="1199" dirty="0">
                <a:latin typeface="Times New Roman"/>
              </a:rPr>
              <a:t>    5.1    Input Design</a:t>
            </a:r>
          </a:p>
          <a:p>
            <a:pPr marL="627893" algn="just">
              <a:lnSpc>
                <a:spcPct val="150000"/>
              </a:lnSpc>
              <a:defRPr/>
            </a:pPr>
            <a:r>
              <a:rPr lang="en-US" sz="1199" dirty="0">
                <a:latin typeface="Times New Roman"/>
              </a:rPr>
              <a:t>    5.2    Output Design</a:t>
            </a:r>
          </a:p>
        </p:txBody>
      </p:sp>
      <p:sp>
        <p:nvSpPr>
          <p:cNvPr id="1054" name="Rectangle 4">
            <a:extLst>
              <a:ext uri="{FF2B5EF4-FFF2-40B4-BE49-F238E27FC236}">
                <a16:creationId xmlns:a16="http://schemas.microsoft.com/office/drawing/2014/main" id="{51345274-DE63-07F6-F04F-11A2E2443FA8}"/>
              </a:ext>
            </a:extLst>
          </p:cNvPr>
          <p:cNvSpPr>
            <a:spLocks noChangeArrowheads="1"/>
          </p:cNvSpPr>
          <p:nvPr/>
        </p:nvSpPr>
        <p:spPr bwMode="auto">
          <a:xfrm>
            <a:off x="3760931" y="9869593"/>
            <a:ext cx="169719" cy="125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999" b="1" dirty="0">
                <a:latin typeface="Times New Roman" panose="02020603050405020304" pitchFamily="18" charset="0"/>
              </a:rPr>
              <a:t>IV</a:t>
            </a:r>
          </a:p>
        </p:txBody>
      </p:sp>
      <p:sp>
        <p:nvSpPr>
          <p:cNvPr id="2" name="TextBox 1">
            <a:extLst>
              <a:ext uri="{FF2B5EF4-FFF2-40B4-BE49-F238E27FC236}">
                <a16:creationId xmlns:a16="http://schemas.microsoft.com/office/drawing/2014/main" id="{524A81DA-2BC2-EA89-31D9-20DBB9C4B410}"/>
              </a:ext>
            </a:extLst>
          </p:cNvPr>
          <p:cNvSpPr txBox="1"/>
          <p:nvPr/>
        </p:nvSpPr>
        <p:spPr>
          <a:xfrm>
            <a:off x="6288535" y="9179502"/>
            <a:ext cx="338554" cy="890115"/>
          </a:xfrm>
          <a:prstGeom prst="rect">
            <a:avLst/>
          </a:prstGeom>
          <a:noFill/>
        </p:spPr>
        <p:txBody>
          <a:bodyPr wrap="none" rtlCol="0">
            <a:spAutoFit/>
          </a:bodyPr>
          <a:lstStyle/>
          <a:p>
            <a:pPr>
              <a:lnSpc>
                <a:spcPct val="150000"/>
              </a:lnSpc>
            </a:pPr>
            <a:r>
              <a:rPr lang="en-US" sz="1200" dirty="0">
                <a:latin typeface="Times New Roman" panose="02020603050405020304" pitchFamily="18" charset="0"/>
                <a:cs typeface="Times New Roman" panose="02020603050405020304" pitchFamily="18" charset="0"/>
              </a:rPr>
              <a:t>15</a:t>
            </a:r>
          </a:p>
          <a:p>
            <a:pPr>
              <a:lnSpc>
                <a:spcPct val="150000"/>
              </a:lnSpc>
            </a:pPr>
            <a:r>
              <a:rPr lang="en-US" sz="1200" dirty="0">
                <a:latin typeface="Times New Roman" panose="02020603050405020304" pitchFamily="18" charset="0"/>
                <a:cs typeface="Times New Roman" panose="02020603050405020304" pitchFamily="18" charset="0"/>
              </a:rPr>
              <a:t>16</a:t>
            </a:r>
          </a:p>
          <a:p>
            <a:pPr>
              <a:lnSpc>
                <a:spcPct val="150000"/>
              </a:lnSpc>
            </a:pPr>
            <a:endParaRPr lang="en-US"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014E201-6C4E-B8D8-5A2E-7A2B8F16DF4F}"/>
              </a:ext>
            </a:extLst>
          </p:cNvPr>
          <p:cNvSpPr txBox="1"/>
          <p:nvPr/>
        </p:nvSpPr>
        <p:spPr>
          <a:xfrm>
            <a:off x="6288535" y="8899136"/>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15</a:t>
            </a:r>
          </a:p>
        </p:txBody>
      </p:sp>
      <p:sp>
        <p:nvSpPr>
          <p:cNvPr id="6" name="TextBox 5">
            <a:extLst>
              <a:ext uri="{FF2B5EF4-FFF2-40B4-BE49-F238E27FC236}">
                <a16:creationId xmlns:a16="http://schemas.microsoft.com/office/drawing/2014/main" id="{6EC92477-FC38-6643-297C-642CF1840747}"/>
              </a:ext>
            </a:extLst>
          </p:cNvPr>
          <p:cNvSpPr txBox="1"/>
          <p:nvPr/>
        </p:nvSpPr>
        <p:spPr>
          <a:xfrm>
            <a:off x="6288535" y="8135076"/>
            <a:ext cx="338554" cy="613117"/>
          </a:xfrm>
          <a:prstGeom prst="rect">
            <a:avLst/>
          </a:prstGeom>
          <a:noFill/>
        </p:spPr>
        <p:txBody>
          <a:bodyPr wrap="none" rtlCol="0">
            <a:spAutoFit/>
          </a:bodyPr>
          <a:lstStyle/>
          <a:p>
            <a:pPr>
              <a:lnSpc>
                <a:spcPct val="150000"/>
              </a:lnSpc>
            </a:pPr>
            <a:r>
              <a:rPr lang="en-US" sz="1200" dirty="0">
                <a:latin typeface="Times New Roman" panose="02020603050405020304" pitchFamily="18" charset="0"/>
                <a:cs typeface="Times New Roman" panose="02020603050405020304" pitchFamily="18" charset="0"/>
              </a:rPr>
              <a:t>13</a:t>
            </a:r>
          </a:p>
          <a:p>
            <a:pPr>
              <a:lnSpc>
                <a:spcPct val="150000"/>
              </a:lnSpc>
            </a:pPr>
            <a:r>
              <a:rPr lang="en-US" sz="1200" dirty="0">
                <a:latin typeface="Times New Roman" panose="02020603050405020304" pitchFamily="18" charset="0"/>
                <a:cs typeface="Times New Roman" panose="02020603050405020304" pitchFamily="18" charset="0"/>
              </a:rPr>
              <a:t>14</a:t>
            </a:r>
          </a:p>
        </p:txBody>
      </p:sp>
      <p:sp>
        <p:nvSpPr>
          <p:cNvPr id="7" name="TextBox 6">
            <a:extLst>
              <a:ext uri="{FF2B5EF4-FFF2-40B4-BE49-F238E27FC236}">
                <a16:creationId xmlns:a16="http://schemas.microsoft.com/office/drawing/2014/main" id="{405D2437-90B4-68F8-E270-777D565FBA36}"/>
              </a:ext>
            </a:extLst>
          </p:cNvPr>
          <p:cNvSpPr txBox="1"/>
          <p:nvPr/>
        </p:nvSpPr>
        <p:spPr>
          <a:xfrm>
            <a:off x="6288535" y="7901259"/>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13</a:t>
            </a:r>
          </a:p>
        </p:txBody>
      </p:sp>
      <p:sp>
        <p:nvSpPr>
          <p:cNvPr id="8" name="TextBox 7">
            <a:extLst>
              <a:ext uri="{FF2B5EF4-FFF2-40B4-BE49-F238E27FC236}">
                <a16:creationId xmlns:a16="http://schemas.microsoft.com/office/drawing/2014/main" id="{84C38BCA-4E68-67C6-5256-643461DF8EF2}"/>
              </a:ext>
            </a:extLst>
          </p:cNvPr>
          <p:cNvSpPr txBox="1"/>
          <p:nvPr/>
        </p:nvSpPr>
        <p:spPr>
          <a:xfrm>
            <a:off x="6288535" y="5702861"/>
            <a:ext cx="338554" cy="2182777"/>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9</a:t>
            </a:r>
          </a:p>
          <a:p>
            <a:pPr>
              <a:lnSpc>
                <a:spcPct val="150000"/>
              </a:lnSpc>
            </a:pPr>
            <a:r>
              <a:rPr lang="en-US" sz="1200" dirty="0">
                <a:latin typeface="Times New Roman" panose="02020603050405020304" pitchFamily="18" charset="0"/>
                <a:cs typeface="Times New Roman" panose="02020603050405020304" pitchFamily="18" charset="0"/>
              </a:rPr>
              <a:t> 9</a:t>
            </a:r>
          </a:p>
          <a:p>
            <a:pPr>
              <a:lnSpc>
                <a:spcPct val="150000"/>
              </a:lnSpc>
            </a:pPr>
            <a:r>
              <a:rPr lang="en-US" sz="1200" dirty="0">
                <a:latin typeface="Times New Roman" panose="02020603050405020304" pitchFamily="18" charset="0"/>
                <a:cs typeface="Times New Roman" panose="02020603050405020304" pitchFamily="18" charset="0"/>
              </a:rPr>
              <a:t>10</a:t>
            </a:r>
          </a:p>
          <a:p>
            <a:pPr>
              <a:lnSpc>
                <a:spcPct val="150000"/>
              </a:lnSpc>
            </a:pPr>
            <a:r>
              <a:rPr lang="en-US" sz="1200" dirty="0">
                <a:latin typeface="Times New Roman" panose="02020603050405020304" pitchFamily="18" charset="0"/>
                <a:cs typeface="Times New Roman" panose="02020603050405020304" pitchFamily="18" charset="0"/>
              </a:rPr>
              <a:t>10</a:t>
            </a:r>
          </a:p>
          <a:p>
            <a:pPr>
              <a:lnSpc>
                <a:spcPct val="150000"/>
              </a:lnSpc>
            </a:pPr>
            <a:r>
              <a:rPr lang="en-US" sz="1200" dirty="0">
                <a:latin typeface="Times New Roman" panose="02020603050405020304" pitchFamily="18" charset="0"/>
                <a:cs typeface="Times New Roman" panose="02020603050405020304" pitchFamily="18" charset="0"/>
              </a:rPr>
              <a:t>10</a:t>
            </a:r>
          </a:p>
          <a:p>
            <a:pPr>
              <a:lnSpc>
                <a:spcPct val="150000"/>
              </a:lnSpc>
            </a:pPr>
            <a:r>
              <a:rPr lang="en-US" sz="1200" dirty="0">
                <a:latin typeface="Times New Roman" panose="02020603050405020304" pitchFamily="18" charset="0"/>
                <a:cs typeface="Times New Roman" panose="02020603050405020304" pitchFamily="18" charset="0"/>
              </a:rPr>
              <a:t>10</a:t>
            </a:r>
          </a:p>
          <a:p>
            <a:pPr>
              <a:lnSpc>
                <a:spcPct val="150000"/>
              </a:lnSpc>
            </a:pPr>
            <a:r>
              <a:rPr lang="en-US" sz="1200" dirty="0">
                <a:latin typeface="Times New Roman" panose="02020603050405020304" pitchFamily="18" charset="0"/>
                <a:cs typeface="Times New Roman" panose="02020603050405020304" pitchFamily="18" charset="0"/>
              </a:rPr>
              <a:t>11</a:t>
            </a:r>
          </a:p>
          <a:p>
            <a:pPr>
              <a:lnSpc>
                <a:spcPct val="150000"/>
              </a:lnSpc>
            </a:pPr>
            <a:r>
              <a:rPr lang="en-US" sz="1200" dirty="0">
                <a:latin typeface="Times New Roman" panose="02020603050405020304" pitchFamily="18" charset="0"/>
                <a:cs typeface="Times New Roman" panose="02020603050405020304" pitchFamily="18" charset="0"/>
              </a:rPr>
              <a:t>12</a:t>
            </a:r>
          </a:p>
        </p:txBody>
      </p:sp>
      <p:sp>
        <p:nvSpPr>
          <p:cNvPr id="10" name="TextBox 9">
            <a:extLst>
              <a:ext uri="{FF2B5EF4-FFF2-40B4-BE49-F238E27FC236}">
                <a16:creationId xmlns:a16="http://schemas.microsoft.com/office/drawing/2014/main" id="{1D1B2245-8297-74E7-4E03-8FE97A0C322B}"/>
              </a:ext>
            </a:extLst>
          </p:cNvPr>
          <p:cNvSpPr txBox="1"/>
          <p:nvPr/>
        </p:nvSpPr>
        <p:spPr>
          <a:xfrm>
            <a:off x="6312769" y="4780614"/>
            <a:ext cx="261610" cy="890115"/>
          </a:xfrm>
          <a:prstGeom prst="rect">
            <a:avLst/>
          </a:prstGeom>
          <a:noFill/>
        </p:spPr>
        <p:txBody>
          <a:bodyPr wrap="none" rtlCol="0">
            <a:spAutoFit/>
          </a:bodyPr>
          <a:lstStyle/>
          <a:p>
            <a:pPr>
              <a:lnSpc>
                <a:spcPct val="150000"/>
              </a:lnSpc>
            </a:pPr>
            <a:r>
              <a:rPr lang="en-US" sz="1200" b="1" dirty="0">
                <a:latin typeface="Times New Roman" panose="02020603050405020304" pitchFamily="18" charset="0"/>
                <a:cs typeface="Times New Roman" panose="02020603050405020304" pitchFamily="18" charset="0"/>
              </a:rPr>
              <a:t>6</a:t>
            </a:r>
          </a:p>
          <a:p>
            <a:pPr>
              <a:lnSpc>
                <a:spcPct val="150000"/>
              </a:lnSpc>
            </a:pPr>
            <a:r>
              <a:rPr lang="en-US" sz="1200" dirty="0">
                <a:latin typeface="Times New Roman" panose="02020603050405020304" pitchFamily="18" charset="0"/>
                <a:cs typeface="Times New Roman" panose="02020603050405020304" pitchFamily="18" charset="0"/>
              </a:rPr>
              <a:t>6</a:t>
            </a:r>
          </a:p>
          <a:p>
            <a:pPr>
              <a:lnSpc>
                <a:spcPct val="150000"/>
              </a:lnSpc>
            </a:pPr>
            <a:r>
              <a:rPr lang="en-US" sz="1200" dirty="0">
                <a:latin typeface="Times New Roman" panose="02020603050405020304" pitchFamily="18" charset="0"/>
                <a:cs typeface="Times New Roman" panose="02020603050405020304" pitchFamily="18" charset="0"/>
              </a:rPr>
              <a:t>7</a:t>
            </a:r>
          </a:p>
        </p:txBody>
      </p:sp>
      <p:sp>
        <p:nvSpPr>
          <p:cNvPr id="11" name="TextBox 10">
            <a:extLst>
              <a:ext uri="{FF2B5EF4-FFF2-40B4-BE49-F238E27FC236}">
                <a16:creationId xmlns:a16="http://schemas.microsoft.com/office/drawing/2014/main" id="{74845A97-ADC1-A676-754C-8B4A460F9CF5}"/>
              </a:ext>
            </a:extLst>
          </p:cNvPr>
          <p:cNvSpPr txBox="1"/>
          <p:nvPr/>
        </p:nvSpPr>
        <p:spPr>
          <a:xfrm>
            <a:off x="6312769" y="2799080"/>
            <a:ext cx="364201" cy="3877985"/>
          </a:xfrm>
          <a:prstGeom prst="rect">
            <a:avLst/>
          </a:prstGeom>
          <a:noFill/>
        </p:spPr>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1</a:t>
            </a:r>
            <a:endParaRPr lang="en-US" sz="1200" b="1"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1</a:t>
            </a:r>
          </a:p>
          <a:p>
            <a:pPr>
              <a:lnSpc>
                <a:spcPct val="150000"/>
              </a:lnSpc>
            </a:pPr>
            <a:r>
              <a:rPr lang="en-US" sz="1200" dirty="0">
                <a:latin typeface="Times New Roman" panose="02020603050405020304" pitchFamily="18" charset="0"/>
                <a:cs typeface="Times New Roman" panose="02020603050405020304" pitchFamily="18" charset="0"/>
              </a:rPr>
              <a:t>1</a:t>
            </a:r>
          </a:p>
          <a:p>
            <a:pPr>
              <a:lnSpc>
                <a:spcPct val="150000"/>
              </a:lnSpc>
            </a:pPr>
            <a:r>
              <a:rPr lang="en-US" sz="1200" dirty="0">
                <a:latin typeface="Times New Roman" panose="02020603050405020304" pitchFamily="18" charset="0"/>
                <a:cs typeface="Times New Roman" panose="02020603050405020304" pitchFamily="18" charset="0"/>
              </a:rPr>
              <a:t>2</a:t>
            </a:r>
          </a:p>
          <a:p>
            <a:pPr>
              <a:lnSpc>
                <a:spcPct val="150000"/>
              </a:lnSpc>
            </a:pPr>
            <a:r>
              <a:rPr lang="en-US" sz="1200" dirty="0">
                <a:latin typeface="Times New Roman" panose="02020603050405020304" pitchFamily="18" charset="0"/>
                <a:cs typeface="Times New Roman" panose="02020603050405020304" pitchFamily="18" charset="0"/>
              </a:rPr>
              <a:t>2</a:t>
            </a:r>
          </a:p>
          <a:p>
            <a:pPr>
              <a:lnSpc>
                <a:spcPct val="150000"/>
              </a:lnSpc>
            </a:pPr>
            <a:r>
              <a:rPr lang="en-US" sz="1200" dirty="0">
                <a:latin typeface="Times New Roman" panose="02020603050405020304" pitchFamily="18" charset="0"/>
                <a:cs typeface="Times New Roman" panose="02020603050405020304" pitchFamily="18" charset="0"/>
              </a:rPr>
              <a:t>4</a:t>
            </a:r>
          </a:p>
          <a:p>
            <a:pPr>
              <a:lnSpc>
                <a:spcPct val="150000"/>
              </a:lnSpc>
            </a:pPr>
            <a:r>
              <a:rPr lang="en-US" sz="1200" dirty="0">
                <a:latin typeface="Times New Roman" panose="02020603050405020304" pitchFamily="18" charset="0"/>
                <a:cs typeface="Times New Roman" panose="02020603050405020304" pitchFamily="18" charset="0"/>
              </a:rPr>
              <a:t>5</a:t>
            </a:r>
          </a:p>
          <a:p>
            <a:pPr>
              <a:lnSpc>
                <a:spcPct val="150000"/>
              </a:lnSpc>
            </a:pPr>
            <a:endParaRPr lang="en-US" sz="1200" dirty="0">
              <a:latin typeface="Times New Roman" panose="02020603050405020304" pitchFamily="18" charset="0"/>
              <a:cs typeface="Times New Roman" panose="02020603050405020304" pitchFamily="18" charset="0"/>
            </a:endParaRPr>
          </a:p>
          <a:p>
            <a:pPr>
              <a:lnSpc>
                <a:spcPct val="150000"/>
              </a:lnSpc>
            </a:pPr>
            <a:endParaRPr lang="en-US" sz="1200" dirty="0">
              <a:latin typeface="Times New Roman" panose="02020603050405020304" pitchFamily="18" charset="0"/>
              <a:cs typeface="Times New Roman" panose="02020603050405020304" pitchFamily="18" charset="0"/>
            </a:endParaRPr>
          </a:p>
          <a:p>
            <a:pPr>
              <a:lnSpc>
                <a:spcPct val="150000"/>
              </a:lnSpc>
            </a:pPr>
            <a:endParaRPr lang="en-US" sz="1200" dirty="0">
              <a:latin typeface="Times New Roman" panose="02020603050405020304" pitchFamily="18" charset="0"/>
              <a:cs typeface="Times New Roman" panose="02020603050405020304" pitchFamily="18" charset="0"/>
            </a:endParaRPr>
          </a:p>
          <a:p>
            <a:pPr>
              <a:lnSpc>
                <a:spcPct val="150000"/>
              </a:lnSpc>
            </a:pPr>
            <a:endParaRPr lang="en-US" sz="1200" dirty="0">
              <a:latin typeface="Times New Roman" panose="02020603050405020304" pitchFamily="18" charset="0"/>
              <a:cs typeface="Times New Roman" panose="02020603050405020304" pitchFamily="18" charset="0"/>
            </a:endParaRPr>
          </a:p>
          <a:p>
            <a:pPr>
              <a:lnSpc>
                <a:spcPct val="150000"/>
              </a:lnSpc>
            </a:pPr>
            <a:endParaRPr lang="en-US" dirty="0"/>
          </a:p>
          <a:p>
            <a:endParaRPr lang="en-US" dirty="0"/>
          </a:p>
        </p:txBody>
      </p:sp>
      <p:sp>
        <p:nvSpPr>
          <p:cNvPr id="9" name="TextBox 8">
            <a:extLst>
              <a:ext uri="{FF2B5EF4-FFF2-40B4-BE49-F238E27FC236}">
                <a16:creationId xmlns:a16="http://schemas.microsoft.com/office/drawing/2014/main" id="{2A58BF04-97E7-0E57-F232-6986A969F0BB}"/>
              </a:ext>
            </a:extLst>
          </p:cNvPr>
          <p:cNvSpPr txBox="1"/>
          <p:nvPr/>
        </p:nvSpPr>
        <p:spPr>
          <a:xfrm>
            <a:off x="671548" y="2472659"/>
            <a:ext cx="1087157" cy="307777"/>
          </a:xfrm>
          <a:prstGeom prst="rect">
            <a:avLst/>
          </a:prstGeom>
          <a:noFill/>
        </p:spPr>
        <p:txBody>
          <a:bodyPr wrap="none" rtlCol="0">
            <a:spAutoFit/>
          </a:bodyPr>
          <a:lstStyle/>
          <a:p>
            <a:r>
              <a:rPr lang="en-US" sz="1400" b="1" dirty="0">
                <a:latin typeface="Times New Roman" panose="02020603050405020304" pitchFamily="18" charset="0"/>
                <a:cs typeface="Times New Roman" panose="02020603050405020304" pitchFamily="18" charset="0"/>
              </a:rPr>
              <a:t>Chapter No</a:t>
            </a:r>
            <a:endParaRPr lang="en-IN" sz="1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ABE6F9-F5C5-6562-CF67-07D3102D48E2}"/>
              </a:ext>
            </a:extLst>
          </p:cNvPr>
          <p:cNvSpPr/>
          <p:nvPr/>
        </p:nvSpPr>
        <p:spPr>
          <a:xfrm>
            <a:off x="1131302" y="1669060"/>
            <a:ext cx="2436352" cy="1996985"/>
          </a:xfrm>
          <a:prstGeom prst="rect">
            <a:avLst/>
          </a:prstGeom>
        </p:spPr>
        <p:txBody>
          <a:bodyPr lIns="0" tIns="0" rIns="0" bIns="0"/>
          <a:lstStyle/>
          <a:p>
            <a:pPr marL="618757" algn="just">
              <a:lnSpc>
                <a:spcPct val="150000"/>
              </a:lnSpc>
              <a:spcAft>
                <a:spcPts val="629"/>
              </a:spcAft>
              <a:defRPr/>
            </a:pPr>
            <a:r>
              <a:rPr lang="en-US" sz="1199" dirty="0">
                <a:latin typeface="Times New Roman"/>
              </a:rPr>
              <a:t>5.5    Use Case Diagrams</a:t>
            </a:r>
          </a:p>
          <a:p>
            <a:pPr algn="just">
              <a:lnSpc>
                <a:spcPct val="150000"/>
              </a:lnSpc>
              <a:spcAft>
                <a:spcPts val="629"/>
              </a:spcAft>
              <a:defRPr/>
            </a:pPr>
            <a:r>
              <a:rPr lang="en-US" sz="1399" b="1" dirty="0">
                <a:latin typeface="Times New Roman"/>
              </a:rPr>
              <a:t>6           Implementation</a:t>
            </a:r>
          </a:p>
          <a:p>
            <a:pPr marL="606067" algn="just">
              <a:lnSpc>
                <a:spcPct val="150000"/>
              </a:lnSpc>
              <a:defRPr/>
            </a:pPr>
            <a:r>
              <a:rPr lang="en-US" sz="1199" dirty="0">
                <a:latin typeface="Times New Roman"/>
              </a:rPr>
              <a:t> 6.1    Introduction</a:t>
            </a:r>
          </a:p>
          <a:p>
            <a:pPr marL="606067" algn="just">
              <a:lnSpc>
                <a:spcPct val="150000"/>
              </a:lnSpc>
              <a:defRPr/>
            </a:pPr>
            <a:r>
              <a:rPr lang="en-US" sz="1199" dirty="0">
                <a:latin typeface="Times New Roman"/>
              </a:rPr>
              <a:t> 6.2    Language Selection</a:t>
            </a:r>
          </a:p>
          <a:p>
            <a:pPr marL="606067" algn="just">
              <a:lnSpc>
                <a:spcPct val="150000"/>
              </a:lnSpc>
              <a:defRPr/>
            </a:pPr>
            <a:r>
              <a:rPr lang="en-US" sz="1199" dirty="0">
                <a:latin typeface="Times New Roman"/>
              </a:rPr>
              <a:t> 6.3    Platform Selection</a:t>
            </a:r>
          </a:p>
          <a:p>
            <a:pPr marL="606067" algn="just">
              <a:lnSpc>
                <a:spcPct val="150000"/>
              </a:lnSpc>
              <a:defRPr/>
            </a:pPr>
            <a:r>
              <a:rPr lang="en-US" sz="1199" dirty="0">
                <a:latin typeface="Times New Roman"/>
              </a:rPr>
              <a:t> 6.4    Implemented Modules</a:t>
            </a:r>
          </a:p>
          <a:p>
            <a:pPr marL="606067" algn="just">
              <a:lnSpc>
                <a:spcPct val="150000"/>
              </a:lnSpc>
              <a:spcAft>
                <a:spcPts val="629"/>
              </a:spcAft>
              <a:defRPr/>
            </a:pPr>
            <a:r>
              <a:rPr lang="en-US" sz="1199" dirty="0">
                <a:latin typeface="Times New Roman"/>
              </a:rPr>
              <a:t> 6.5    Pseudocode</a:t>
            </a:r>
          </a:p>
          <a:p>
            <a:pPr algn="just">
              <a:lnSpc>
                <a:spcPct val="150000"/>
              </a:lnSpc>
              <a:defRPr/>
            </a:pPr>
            <a:r>
              <a:rPr lang="en-US" sz="1399" b="1" dirty="0">
                <a:latin typeface="Times New Roman"/>
              </a:rPr>
              <a:t>7           Testing</a:t>
            </a:r>
          </a:p>
        </p:txBody>
      </p:sp>
      <p:graphicFrame>
        <p:nvGraphicFramePr>
          <p:cNvPr id="3" name="Table 2">
            <a:extLst>
              <a:ext uri="{FF2B5EF4-FFF2-40B4-BE49-F238E27FC236}">
                <a16:creationId xmlns:a16="http://schemas.microsoft.com/office/drawing/2014/main" id="{93A5148E-D86B-15E1-3F28-A52F1CF0BD5C}"/>
              </a:ext>
            </a:extLst>
          </p:cNvPr>
          <p:cNvGraphicFramePr>
            <a:graphicFrameLocks noGrp="1"/>
          </p:cNvGraphicFramePr>
          <p:nvPr>
            <p:extLst>
              <p:ext uri="{D42A27DB-BD31-4B8C-83A1-F6EECF244321}">
                <p14:modId xmlns:p14="http://schemas.microsoft.com/office/powerpoint/2010/main" val="3941433094"/>
              </p:ext>
            </p:extLst>
          </p:nvPr>
        </p:nvGraphicFramePr>
        <p:xfrm>
          <a:off x="1817102" y="3924012"/>
          <a:ext cx="1969842" cy="1777040"/>
        </p:xfrm>
        <a:graphic>
          <a:graphicData uri="http://schemas.openxmlformats.org/drawingml/2006/table">
            <a:tbl>
              <a:tblPr>
                <a:tableStyleId>{2D5ABB26-0587-4C30-8999-92F81FD0307C}</a:tableStyleId>
              </a:tblPr>
              <a:tblGrid>
                <a:gridCol w="338567">
                  <a:extLst>
                    <a:ext uri="{9D8B030D-6E8A-4147-A177-3AD203B41FA5}">
                      <a16:colId xmlns:a16="http://schemas.microsoft.com/office/drawing/2014/main" val="20000"/>
                    </a:ext>
                  </a:extLst>
                </a:gridCol>
                <a:gridCol w="1631275">
                  <a:extLst>
                    <a:ext uri="{9D8B030D-6E8A-4147-A177-3AD203B41FA5}">
                      <a16:colId xmlns:a16="http://schemas.microsoft.com/office/drawing/2014/main" val="20001"/>
                    </a:ext>
                  </a:extLst>
                </a:gridCol>
              </a:tblGrid>
              <a:tr h="200979">
                <a:tc>
                  <a:txBody>
                    <a:bodyPr/>
                    <a:lstStyle/>
                    <a:p>
                      <a:pPr indent="0">
                        <a:lnSpc>
                          <a:spcPct val="150000"/>
                        </a:lnSpc>
                      </a:pPr>
                      <a:endParaRPr lang="en-US" sz="1200" dirty="0">
                        <a:latin typeface="Times New Roman" panose="02020603050405020304" pitchFamily="18" charset="0"/>
                        <a:cs typeface="Times New Roman" panose="02020603050405020304" pitchFamily="18" charset="0"/>
                      </a:endParaRPr>
                    </a:p>
                  </a:txBody>
                  <a:tcPr marL="0" marR="0" marT="0" marB="0"/>
                </a:tc>
                <a:tc>
                  <a:txBody>
                    <a:bodyPr/>
                    <a:lstStyle/>
                    <a:p>
                      <a:pPr indent="0">
                        <a:lnSpc>
                          <a:spcPct val="150000"/>
                        </a:lnSpc>
                      </a:pPr>
                      <a:endParaRPr lang="en-US" sz="1200" dirty="0">
                        <a:latin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r h="267973">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7.1</a:t>
                      </a:r>
                    </a:p>
                  </a:txBody>
                  <a:tcPr marL="0" marR="0" marT="0" marB="0" anchor="b"/>
                </a:tc>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Types Of Tests</a:t>
                      </a:r>
                    </a:p>
                  </a:txBody>
                  <a:tcPr marL="0" marR="0" marT="0" marB="0" anchor="b"/>
                </a:tc>
                <a:extLst>
                  <a:ext uri="{0D108BD9-81ED-4DB2-BD59-A6C34878D82A}">
                    <a16:rowId xmlns:a16="http://schemas.microsoft.com/office/drawing/2014/main" val="10001"/>
                  </a:ext>
                </a:extLst>
              </a:tr>
              <a:tr h="258837">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7.2</a:t>
                      </a:r>
                    </a:p>
                  </a:txBody>
                  <a:tcPr marL="0" marR="0" marT="0" marB="0"/>
                </a:tc>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Unit Testing</a:t>
                      </a:r>
                    </a:p>
                  </a:txBody>
                  <a:tcPr marL="0" marR="0" marT="0" marB="0"/>
                </a:tc>
                <a:extLst>
                  <a:ext uri="{0D108BD9-81ED-4DB2-BD59-A6C34878D82A}">
                    <a16:rowId xmlns:a16="http://schemas.microsoft.com/office/drawing/2014/main" val="10002"/>
                  </a:ext>
                </a:extLst>
              </a:tr>
              <a:tr h="258837">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7.3</a:t>
                      </a:r>
                    </a:p>
                  </a:txBody>
                  <a:tcPr marL="0" marR="0" marT="0" marB="0"/>
                </a:tc>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Integration Testing</a:t>
                      </a:r>
                    </a:p>
                  </a:txBody>
                  <a:tcPr marL="0" marR="0" marT="0" marB="0"/>
                </a:tc>
                <a:extLst>
                  <a:ext uri="{0D108BD9-81ED-4DB2-BD59-A6C34878D82A}">
                    <a16:rowId xmlns:a16="http://schemas.microsoft.com/office/drawing/2014/main" val="10003"/>
                  </a:ext>
                </a:extLst>
              </a:tr>
              <a:tr h="252747">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7.4</a:t>
                      </a:r>
                    </a:p>
                  </a:txBody>
                  <a:tcPr marL="0" marR="0" marT="0" marB="0"/>
                </a:tc>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System Testing</a:t>
                      </a:r>
                    </a:p>
                  </a:txBody>
                  <a:tcPr marL="0" marR="0" marT="0" marB="0"/>
                </a:tc>
                <a:extLst>
                  <a:ext uri="{0D108BD9-81ED-4DB2-BD59-A6C34878D82A}">
                    <a16:rowId xmlns:a16="http://schemas.microsoft.com/office/drawing/2014/main" val="10004"/>
                  </a:ext>
                </a:extLst>
              </a:tr>
              <a:tr h="255792">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7.5</a:t>
                      </a:r>
                    </a:p>
                  </a:txBody>
                  <a:tcPr marL="0" marR="0" marT="0" marB="0"/>
                </a:tc>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Acceptance Testing</a:t>
                      </a:r>
                    </a:p>
                  </a:txBody>
                  <a:tcPr marL="0" marR="0" marT="0" marB="0"/>
                </a:tc>
                <a:extLst>
                  <a:ext uri="{0D108BD9-81ED-4DB2-BD59-A6C34878D82A}">
                    <a16:rowId xmlns:a16="http://schemas.microsoft.com/office/drawing/2014/main" val="10005"/>
                  </a:ext>
                </a:extLst>
              </a:tr>
              <a:tr h="188798">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7.6</a:t>
                      </a:r>
                    </a:p>
                  </a:txBody>
                  <a:tcPr marL="0" marR="0" marT="0" marB="0" anchor="b"/>
                </a:tc>
                <a:tc>
                  <a:txBody>
                    <a:bodyPr/>
                    <a:lstStyle/>
                    <a:p>
                      <a:pPr indent="0">
                        <a:lnSpc>
                          <a:spcPct val="150000"/>
                        </a:lnSpc>
                      </a:pPr>
                      <a:r>
                        <a:rPr lang="en-US" sz="1200" dirty="0">
                          <a:latin typeface="Times New Roman" panose="02020603050405020304" pitchFamily="18" charset="0"/>
                          <a:cs typeface="Times New Roman" panose="02020603050405020304" pitchFamily="18" charset="0"/>
                        </a:rPr>
                        <a:t>Test Cases</a:t>
                      </a:r>
                    </a:p>
                  </a:txBody>
                  <a:tcPr marL="0" marR="0" marT="0" marB="0" anchor="b"/>
                </a:tc>
                <a:extLst>
                  <a:ext uri="{0D108BD9-81ED-4DB2-BD59-A6C34878D82A}">
                    <a16:rowId xmlns:a16="http://schemas.microsoft.com/office/drawing/2014/main" val="10007"/>
                  </a:ext>
                </a:extLst>
              </a:tr>
            </a:tbl>
          </a:graphicData>
        </a:graphic>
      </p:graphicFrame>
      <p:sp>
        <p:nvSpPr>
          <p:cNvPr id="4" name="Rectangle 3">
            <a:extLst>
              <a:ext uri="{FF2B5EF4-FFF2-40B4-BE49-F238E27FC236}">
                <a16:creationId xmlns:a16="http://schemas.microsoft.com/office/drawing/2014/main" id="{DDA77686-C97A-A2B6-E483-F5395B257577}"/>
              </a:ext>
            </a:extLst>
          </p:cNvPr>
          <p:cNvSpPr/>
          <p:nvPr/>
        </p:nvSpPr>
        <p:spPr>
          <a:xfrm>
            <a:off x="1254492" y="5774032"/>
            <a:ext cx="5392420" cy="1476722"/>
          </a:xfrm>
          <a:prstGeom prst="rect">
            <a:avLst/>
          </a:prstGeom>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spcBef>
                <a:spcPts val="625"/>
              </a:spcBef>
              <a:spcAft>
                <a:spcPts val="625"/>
              </a:spcAft>
            </a:pPr>
            <a:r>
              <a:rPr lang="en-US" sz="1200" b="1" dirty="0">
                <a:latin typeface="Times New Roman"/>
              </a:rPr>
              <a:t>8</a:t>
            </a:r>
            <a:r>
              <a:rPr lang="en-US" altLang="en-US" sz="1199" dirty="0">
                <a:latin typeface="Times New Roman" panose="02020603050405020304" pitchFamily="18" charset="0"/>
              </a:rPr>
              <a:t>           </a:t>
            </a:r>
            <a:r>
              <a:rPr lang="en-US" altLang="en-US" sz="1399" b="1" dirty="0">
                <a:latin typeface="Times New Roman" panose="02020603050405020304" pitchFamily="18" charset="0"/>
              </a:rPr>
              <a:t>Conclusions and Future </a:t>
            </a:r>
            <a:r>
              <a:rPr lang="en-US" altLang="en-US" sz="1200" b="1" dirty="0">
                <a:latin typeface="Times New Roman" panose="02020603050405020304" pitchFamily="18" charset="0"/>
              </a:rPr>
              <a:t>Enhancements                                             </a:t>
            </a:r>
          </a:p>
          <a:p>
            <a:pPr algn="just">
              <a:lnSpc>
                <a:spcPct val="150000"/>
              </a:lnSpc>
            </a:pPr>
            <a:r>
              <a:rPr lang="en-US" altLang="en-US" sz="1199" dirty="0">
                <a:latin typeface="Times New Roman" panose="02020603050405020304" pitchFamily="18" charset="0"/>
              </a:rPr>
              <a:t>               8.1    Conclusions                                                                                          </a:t>
            </a:r>
            <a:endParaRPr lang="en-US" altLang="en-US" sz="1200" dirty="0">
              <a:latin typeface="Times New Roman" panose="02020603050405020304" pitchFamily="18" charset="0"/>
            </a:endParaRPr>
          </a:p>
          <a:p>
            <a:pPr>
              <a:lnSpc>
                <a:spcPct val="150000"/>
              </a:lnSpc>
            </a:pPr>
            <a:r>
              <a:rPr lang="en-US" altLang="en-US" sz="1199" dirty="0">
                <a:latin typeface="Times New Roman" panose="02020603050405020304" pitchFamily="18" charset="0"/>
              </a:rPr>
              <a:t>               8.2    Future Enhancements                                                                             </a:t>
            </a:r>
          </a:p>
          <a:p>
            <a:pPr>
              <a:lnSpc>
                <a:spcPct val="150000"/>
              </a:lnSpc>
            </a:pPr>
            <a:r>
              <a:rPr lang="en-US" altLang="en-US" sz="1399" b="1" dirty="0">
                <a:latin typeface="Times New Roman" panose="02020603050405020304" pitchFamily="18" charset="0"/>
              </a:rPr>
              <a:t>             Bibliography                                                                               </a:t>
            </a:r>
            <a:endParaRPr lang="en-US" altLang="en-US" sz="1200" dirty="0">
              <a:latin typeface="Times New Roman" panose="02020603050405020304" pitchFamily="18" charset="0"/>
            </a:endParaRPr>
          </a:p>
          <a:p>
            <a:pPr>
              <a:lnSpc>
                <a:spcPct val="150000"/>
              </a:lnSpc>
            </a:pPr>
            <a:r>
              <a:rPr lang="en-US" altLang="en-US" sz="1399" b="1" dirty="0">
                <a:latin typeface="Times New Roman" panose="02020603050405020304" pitchFamily="18" charset="0"/>
              </a:rPr>
              <a:t>            Appendix A-Acronyms                                                               </a:t>
            </a:r>
          </a:p>
          <a:p>
            <a:pPr>
              <a:lnSpc>
                <a:spcPct val="150000"/>
              </a:lnSpc>
            </a:pPr>
            <a:r>
              <a:rPr lang="en-US" altLang="en-US" sz="1399" b="1" dirty="0">
                <a:latin typeface="Times New Roman" panose="02020603050405020304" pitchFamily="18" charset="0"/>
              </a:rPr>
              <a:t>            Appendix B- </a:t>
            </a:r>
            <a:r>
              <a:rPr lang="en-US" altLang="en-US" sz="1199" b="1" dirty="0">
                <a:latin typeface="Times New Roman" panose="02020603050405020304" pitchFamily="18" charset="0"/>
              </a:rPr>
              <a:t>SNAPSHOTS</a:t>
            </a:r>
            <a:endParaRPr lang="en-US" altLang="en-US" sz="1200" dirty="0">
              <a:latin typeface="Times New Roman" panose="02020603050405020304" pitchFamily="18" charset="0"/>
            </a:endParaRPr>
          </a:p>
        </p:txBody>
      </p:sp>
      <p:sp>
        <p:nvSpPr>
          <p:cNvPr id="2081" name="Rectangle 4">
            <a:extLst>
              <a:ext uri="{FF2B5EF4-FFF2-40B4-BE49-F238E27FC236}">
                <a16:creationId xmlns:a16="http://schemas.microsoft.com/office/drawing/2014/main" id="{264BD0A1-2E2E-E209-DA25-900075250666}"/>
              </a:ext>
            </a:extLst>
          </p:cNvPr>
          <p:cNvSpPr>
            <a:spLocks noChangeArrowheads="1"/>
          </p:cNvSpPr>
          <p:nvPr/>
        </p:nvSpPr>
        <p:spPr bwMode="auto">
          <a:xfrm>
            <a:off x="4115663" y="11012593"/>
            <a:ext cx="128480" cy="125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999" b="1" dirty="0">
                <a:latin typeface="Times New Roman" panose="02020603050405020304" pitchFamily="18" charset="0"/>
              </a:rPr>
              <a:t>V</a:t>
            </a:r>
          </a:p>
        </p:txBody>
      </p:sp>
      <p:sp>
        <p:nvSpPr>
          <p:cNvPr id="5" name="TextBox 4">
            <a:extLst>
              <a:ext uri="{FF2B5EF4-FFF2-40B4-BE49-F238E27FC236}">
                <a16:creationId xmlns:a16="http://schemas.microsoft.com/office/drawing/2014/main" id="{FBB7F3C9-3CE1-CAC4-3564-31899C8B458C}"/>
              </a:ext>
            </a:extLst>
          </p:cNvPr>
          <p:cNvSpPr txBox="1"/>
          <p:nvPr/>
        </p:nvSpPr>
        <p:spPr>
          <a:xfrm>
            <a:off x="6406584" y="4040021"/>
            <a:ext cx="364202" cy="613117"/>
          </a:xfrm>
          <a:prstGeom prst="rect">
            <a:avLst/>
          </a:prstGeom>
          <a:noFill/>
        </p:spPr>
        <p:txBody>
          <a:bodyPr wrap="square" rtlCol="0">
            <a:spAutoFit/>
          </a:bodyPr>
          <a:lstStyle/>
          <a:p>
            <a:pPr>
              <a:lnSpc>
                <a:spcPct val="150000"/>
              </a:lnSpc>
            </a:pPr>
            <a:r>
              <a:rPr lang="en-US" sz="1200" dirty="0">
                <a:latin typeface="Times New Roman" panose="02020603050405020304" pitchFamily="18" charset="0"/>
                <a:cs typeface="Times New Roman" panose="02020603050405020304" pitchFamily="18" charset="0"/>
              </a:rPr>
              <a:t>31</a:t>
            </a:r>
          </a:p>
          <a:p>
            <a:pPr>
              <a:lnSpc>
                <a:spcPct val="150000"/>
              </a:lnSpc>
            </a:pPr>
            <a:r>
              <a:rPr lang="en-US" sz="1200" dirty="0">
                <a:latin typeface="Times New Roman" panose="02020603050405020304" pitchFamily="18" charset="0"/>
                <a:cs typeface="Times New Roman" panose="02020603050405020304" pitchFamily="18" charset="0"/>
              </a:rPr>
              <a:t>31</a:t>
            </a:r>
          </a:p>
        </p:txBody>
      </p:sp>
      <p:sp>
        <p:nvSpPr>
          <p:cNvPr id="6" name="TextBox 5">
            <a:extLst>
              <a:ext uri="{FF2B5EF4-FFF2-40B4-BE49-F238E27FC236}">
                <a16:creationId xmlns:a16="http://schemas.microsoft.com/office/drawing/2014/main" id="{E0C3ED17-531A-A6BD-5BA4-D666900ED221}"/>
              </a:ext>
            </a:extLst>
          </p:cNvPr>
          <p:cNvSpPr txBox="1"/>
          <p:nvPr/>
        </p:nvSpPr>
        <p:spPr>
          <a:xfrm>
            <a:off x="6394623" y="4574967"/>
            <a:ext cx="338554" cy="613117"/>
          </a:xfrm>
          <a:prstGeom prst="rect">
            <a:avLst/>
          </a:prstGeom>
          <a:noFill/>
        </p:spPr>
        <p:txBody>
          <a:bodyPr wrap="none" rtlCol="0">
            <a:spAutoFit/>
          </a:bodyPr>
          <a:lstStyle/>
          <a:p>
            <a:pPr>
              <a:lnSpc>
                <a:spcPct val="150000"/>
              </a:lnSpc>
            </a:pPr>
            <a:r>
              <a:rPr lang="en-US" sz="1200" dirty="0">
                <a:latin typeface="Times New Roman" panose="02020603050405020304" pitchFamily="18" charset="0"/>
                <a:cs typeface="Times New Roman" panose="02020603050405020304" pitchFamily="18" charset="0"/>
              </a:rPr>
              <a:t>33</a:t>
            </a:r>
          </a:p>
          <a:p>
            <a:pPr>
              <a:lnSpc>
                <a:spcPct val="150000"/>
              </a:lnSpc>
            </a:pPr>
            <a:endParaRPr lang="en-US"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052585D-3ED3-3518-7A08-BD2427087919}"/>
              </a:ext>
            </a:extLst>
          </p:cNvPr>
          <p:cNvSpPr txBox="1"/>
          <p:nvPr/>
        </p:nvSpPr>
        <p:spPr>
          <a:xfrm>
            <a:off x="6399884" y="4781577"/>
            <a:ext cx="338554" cy="336118"/>
          </a:xfrm>
          <a:prstGeom prst="rect">
            <a:avLst/>
          </a:prstGeom>
          <a:noFill/>
        </p:spPr>
        <p:txBody>
          <a:bodyPr wrap="none" rtlCol="0">
            <a:spAutoFit/>
          </a:bodyPr>
          <a:lstStyle/>
          <a:p>
            <a:pPr>
              <a:lnSpc>
                <a:spcPct val="150000"/>
              </a:lnSpc>
            </a:pPr>
            <a:r>
              <a:rPr lang="en-US" sz="1200" dirty="0">
                <a:latin typeface="Times New Roman" panose="02020603050405020304" pitchFamily="18" charset="0"/>
                <a:cs typeface="Times New Roman" panose="02020603050405020304" pitchFamily="18" charset="0"/>
              </a:rPr>
              <a:t>34</a:t>
            </a:r>
          </a:p>
        </p:txBody>
      </p:sp>
      <p:sp>
        <p:nvSpPr>
          <p:cNvPr id="8" name="TextBox 7">
            <a:extLst>
              <a:ext uri="{FF2B5EF4-FFF2-40B4-BE49-F238E27FC236}">
                <a16:creationId xmlns:a16="http://schemas.microsoft.com/office/drawing/2014/main" id="{4F0C659C-B100-EE58-BCD4-B46C253C008A}"/>
              </a:ext>
            </a:extLst>
          </p:cNvPr>
          <p:cNvSpPr txBox="1"/>
          <p:nvPr/>
        </p:nvSpPr>
        <p:spPr>
          <a:xfrm>
            <a:off x="6399884" y="5424053"/>
            <a:ext cx="338554"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34</a:t>
            </a:r>
          </a:p>
        </p:txBody>
      </p:sp>
      <p:sp>
        <p:nvSpPr>
          <p:cNvPr id="9" name="TextBox 8">
            <a:extLst>
              <a:ext uri="{FF2B5EF4-FFF2-40B4-BE49-F238E27FC236}">
                <a16:creationId xmlns:a16="http://schemas.microsoft.com/office/drawing/2014/main" id="{C3F47F2D-1FEA-E2E5-61AF-C999DD40696F}"/>
              </a:ext>
            </a:extLst>
          </p:cNvPr>
          <p:cNvSpPr txBox="1"/>
          <p:nvPr/>
        </p:nvSpPr>
        <p:spPr>
          <a:xfrm>
            <a:off x="6399884" y="5066384"/>
            <a:ext cx="338554" cy="336118"/>
          </a:xfrm>
          <a:prstGeom prst="rect">
            <a:avLst/>
          </a:prstGeom>
          <a:noFill/>
        </p:spPr>
        <p:txBody>
          <a:bodyPr wrap="none" rtlCol="0">
            <a:spAutoFit/>
          </a:bodyPr>
          <a:lstStyle/>
          <a:p>
            <a:pPr>
              <a:lnSpc>
                <a:spcPct val="150000"/>
              </a:lnSpc>
            </a:pPr>
            <a:r>
              <a:rPr lang="en-US" sz="1200" dirty="0">
                <a:latin typeface="Times New Roman" panose="02020603050405020304" pitchFamily="18" charset="0"/>
                <a:cs typeface="Times New Roman" panose="02020603050405020304" pitchFamily="18" charset="0"/>
              </a:rPr>
              <a:t>34</a:t>
            </a:r>
          </a:p>
        </p:txBody>
      </p:sp>
      <p:sp>
        <p:nvSpPr>
          <p:cNvPr id="11" name="TextBox 10">
            <a:extLst>
              <a:ext uri="{FF2B5EF4-FFF2-40B4-BE49-F238E27FC236}">
                <a16:creationId xmlns:a16="http://schemas.microsoft.com/office/drawing/2014/main" id="{C3882EF2-4903-EF20-AED1-41FDC233556C}"/>
              </a:ext>
            </a:extLst>
          </p:cNvPr>
          <p:cNvSpPr txBox="1"/>
          <p:nvPr/>
        </p:nvSpPr>
        <p:spPr>
          <a:xfrm>
            <a:off x="6406584" y="3765786"/>
            <a:ext cx="338554" cy="336118"/>
          </a:xfrm>
          <a:prstGeom prst="rect">
            <a:avLst/>
          </a:prstGeom>
          <a:noFill/>
        </p:spPr>
        <p:txBody>
          <a:bodyPr wrap="none" rtlCol="0">
            <a:spAutoFit/>
          </a:bodyPr>
          <a:lstStyle/>
          <a:p>
            <a:pPr>
              <a:lnSpc>
                <a:spcPct val="150000"/>
              </a:lnSpc>
            </a:pPr>
            <a:r>
              <a:rPr lang="en-US" sz="1200" b="1" dirty="0">
                <a:latin typeface="Times New Roman" panose="02020603050405020304" pitchFamily="18" charset="0"/>
                <a:cs typeface="Times New Roman" panose="02020603050405020304" pitchFamily="18" charset="0"/>
              </a:rPr>
              <a:t>31</a:t>
            </a:r>
          </a:p>
        </p:txBody>
      </p:sp>
      <p:sp>
        <p:nvSpPr>
          <p:cNvPr id="12" name="TextBox 11">
            <a:extLst>
              <a:ext uri="{FF2B5EF4-FFF2-40B4-BE49-F238E27FC236}">
                <a16:creationId xmlns:a16="http://schemas.microsoft.com/office/drawing/2014/main" id="{C11EA77A-CD2C-11BA-7D2B-27727BF9273B}"/>
              </a:ext>
            </a:extLst>
          </p:cNvPr>
          <p:cNvSpPr txBox="1"/>
          <p:nvPr/>
        </p:nvSpPr>
        <p:spPr>
          <a:xfrm>
            <a:off x="6393517" y="2041102"/>
            <a:ext cx="432733" cy="1721112"/>
          </a:xfrm>
          <a:prstGeom prst="rect">
            <a:avLst/>
          </a:prstGeom>
          <a:noFill/>
        </p:spPr>
        <p:txBody>
          <a:bodyPr wrap="square" rtlCol="0">
            <a:spAutoFit/>
          </a:bodyPr>
          <a:lstStyle/>
          <a:p>
            <a:pPr>
              <a:lnSpc>
                <a:spcPct val="150000"/>
              </a:lnSpc>
            </a:pPr>
            <a:endParaRPr lang="en-US" sz="1200"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21</a:t>
            </a:r>
          </a:p>
          <a:p>
            <a:pPr>
              <a:lnSpc>
                <a:spcPct val="150000"/>
              </a:lnSpc>
            </a:pPr>
            <a:r>
              <a:rPr lang="en-US" sz="1200" dirty="0">
                <a:latin typeface="Times New Roman" panose="02020603050405020304" pitchFamily="18" charset="0"/>
                <a:cs typeface="Times New Roman" panose="02020603050405020304" pitchFamily="18" charset="0"/>
              </a:rPr>
              <a:t>22</a:t>
            </a:r>
          </a:p>
          <a:p>
            <a:pPr>
              <a:lnSpc>
                <a:spcPct val="150000"/>
              </a:lnSpc>
            </a:pPr>
            <a:r>
              <a:rPr lang="en-US" sz="1200" dirty="0">
                <a:latin typeface="Times New Roman" panose="02020603050405020304" pitchFamily="18" charset="0"/>
                <a:cs typeface="Times New Roman" panose="02020603050405020304" pitchFamily="18" charset="0"/>
              </a:rPr>
              <a:t>24</a:t>
            </a:r>
          </a:p>
          <a:p>
            <a:pPr>
              <a:lnSpc>
                <a:spcPct val="150000"/>
              </a:lnSpc>
            </a:pPr>
            <a:r>
              <a:rPr lang="en-US" sz="1200" dirty="0">
                <a:latin typeface="Times New Roman" panose="02020603050405020304" pitchFamily="18" charset="0"/>
                <a:cs typeface="Times New Roman" panose="02020603050405020304" pitchFamily="18" charset="0"/>
              </a:rPr>
              <a:t>25</a:t>
            </a:r>
          </a:p>
          <a:p>
            <a:pPr>
              <a:lnSpc>
                <a:spcPct val="150000"/>
              </a:lnSpc>
            </a:pPr>
            <a:r>
              <a:rPr lang="en-US" sz="1200" dirty="0">
                <a:latin typeface="Times New Roman" panose="02020603050405020304" pitchFamily="18" charset="0"/>
                <a:cs typeface="Times New Roman" panose="02020603050405020304" pitchFamily="18" charset="0"/>
              </a:rPr>
              <a:t>27</a:t>
            </a:r>
          </a:p>
        </p:txBody>
      </p:sp>
      <p:sp>
        <p:nvSpPr>
          <p:cNvPr id="13" name="TextBox 12">
            <a:extLst>
              <a:ext uri="{FF2B5EF4-FFF2-40B4-BE49-F238E27FC236}">
                <a16:creationId xmlns:a16="http://schemas.microsoft.com/office/drawing/2014/main" id="{0407D17C-AC54-E526-4FD9-1323AA86F20C}"/>
              </a:ext>
            </a:extLst>
          </p:cNvPr>
          <p:cNvSpPr txBox="1"/>
          <p:nvPr/>
        </p:nvSpPr>
        <p:spPr>
          <a:xfrm>
            <a:off x="6406584" y="1904666"/>
            <a:ext cx="338554" cy="336118"/>
          </a:xfrm>
          <a:prstGeom prst="rect">
            <a:avLst/>
          </a:prstGeom>
          <a:noFill/>
        </p:spPr>
        <p:txBody>
          <a:bodyPr wrap="none" rtlCol="0">
            <a:spAutoFit/>
          </a:bodyPr>
          <a:lstStyle/>
          <a:p>
            <a:pPr>
              <a:lnSpc>
                <a:spcPct val="150000"/>
              </a:lnSpc>
            </a:pPr>
            <a:r>
              <a:rPr lang="en-US" sz="1200" b="1" dirty="0">
                <a:latin typeface="Times New Roman" panose="02020603050405020304" pitchFamily="18" charset="0"/>
                <a:cs typeface="Times New Roman" panose="02020603050405020304" pitchFamily="18" charset="0"/>
              </a:rPr>
              <a:t>21</a:t>
            </a:r>
          </a:p>
        </p:txBody>
      </p:sp>
      <p:sp>
        <p:nvSpPr>
          <p:cNvPr id="10" name="TextBox 9">
            <a:extLst>
              <a:ext uri="{FF2B5EF4-FFF2-40B4-BE49-F238E27FC236}">
                <a16:creationId xmlns:a16="http://schemas.microsoft.com/office/drawing/2014/main" id="{B5E7A2E9-8144-CF65-2AA8-F8724620ACA1}"/>
              </a:ext>
            </a:extLst>
          </p:cNvPr>
          <p:cNvSpPr txBox="1"/>
          <p:nvPr/>
        </p:nvSpPr>
        <p:spPr>
          <a:xfrm>
            <a:off x="6388387" y="1079500"/>
            <a:ext cx="338554" cy="890115"/>
          </a:xfrm>
          <a:prstGeom prst="rect">
            <a:avLst/>
          </a:prstGeom>
          <a:noFill/>
        </p:spPr>
        <p:txBody>
          <a:bodyPr wrap="none" rtlCol="0">
            <a:spAutoFit/>
          </a:bodyPr>
          <a:lstStyle/>
          <a:p>
            <a:pPr>
              <a:lnSpc>
                <a:spcPct val="150000"/>
              </a:lnSpc>
            </a:pPr>
            <a:r>
              <a:rPr lang="en-US" sz="1200" dirty="0">
                <a:latin typeface="Times New Roman" panose="02020603050405020304" pitchFamily="18" charset="0"/>
                <a:cs typeface="Times New Roman" panose="02020603050405020304" pitchFamily="18" charset="0"/>
              </a:rPr>
              <a:t>17</a:t>
            </a:r>
          </a:p>
          <a:p>
            <a:pPr>
              <a:lnSpc>
                <a:spcPct val="150000"/>
              </a:lnSpc>
            </a:pPr>
            <a:r>
              <a:rPr lang="en-US" sz="1200" dirty="0">
                <a:latin typeface="Times New Roman" panose="02020603050405020304" pitchFamily="18" charset="0"/>
                <a:cs typeface="Times New Roman" panose="02020603050405020304" pitchFamily="18" charset="0"/>
              </a:rPr>
              <a:t>19</a:t>
            </a:r>
          </a:p>
          <a:p>
            <a:pPr>
              <a:lnSpc>
                <a:spcPct val="150000"/>
              </a:lnSpc>
            </a:pPr>
            <a:r>
              <a:rPr lang="en-US" sz="1200" dirty="0">
                <a:latin typeface="Times New Roman" panose="02020603050405020304" pitchFamily="18" charset="0"/>
                <a:cs typeface="Times New Roman" panose="02020603050405020304" pitchFamily="18" charset="0"/>
              </a:rPr>
              <a:t>20</a:t>
            </a:r>
          </a:p>
        </p:txBody>
      </p:sp>
      <p:sp>
        <p:nvSpPr>
          <p:cNvPr id="14" name="TextBox 13">
            <a:extLst>
              <a:ext uri="{FF2B5EF4-FFF2-40B4-BE49-F238E27FC236}">
                <a16:creationId xmlns:a16="http://schemas.microsoft.com/office/drawing/2014/main" id="{2DF89E03-66F9-7E5F-3C0B-1BB7F7C6DE51}"/>
              </a:ext>
            </a:extLst>
          </p:cNvPr>
          <p:cNvSpPr txBox="1"/>
          <p:nvPr/>
        </p:nvSpPr>
        <p:spPr>
          <a:xfrm>
            <a:off x="6392028" y="5870201"/>
            <a:ext cx="338554" cy="1721112"/>
          </a:xfrm>
          <a:prstGeom prst="rect">
            <a:avLst/>
          </a:prstGeom>
          <a:noFill/>
        </p:spPr>
        <p:txBody>
          <a:bodyPr wrap="square" rtlCol="0">
            <a:spAutoFit/>
          </a:bodyPr>
          <a:lstStyle/>
          <a:p>
            <a:pPr>
              <a:lnSpc>
                <a:spcPct val="150000"/>
              </a:lnSpc>
            </a:pPr>
            <a:r>
              <a:rPr lang="en-US" sz="1200" b="1" dirty="0">
                <a:latin typeface="Times New Roman" panose="02020603050405020304" pitchFamily="18" charset="0"/>
                <a:cs typeface="Times New Roman" panose="02020603050405020304" pitchFamily="18" charset="0"/>
              </a:rPr>
              <a:t>37</a:t>
            </a:r>
          </a:p>
          <a:p>
            <a:pPr>
              <a:lnSpc>
                <a:spcPct val="150000"/>
              </a:lnSpc>
            </a:pPr>
            <a:r>
              <a:rPr lang="en-US" sz="1200" dirty="0">
                <a:latin typeface="Times New Roman" panose="02020603050405020304" pitchFamily="18" charset="0"/>
                <a:cs typeface="Times New Roman" panose="02020603050405020304" pitchFamily="18" charset="0"/>
              </a:rPr>
              <a:t>37</a:t>
            </a:r>
          </a:p>
          <a:p>
            <a:pPr>
              <a:lnSpc>
                <a:spcPct val="150000"/>
              </a:lnSpc>
            </a:pPr>
            <a:r>
              <a:rPr lang="en-US" sz="1200" dirty="0">
                <a:latin typeface="Times New Roman" panose="02020603050405020304" pitchFamily="18" charset="0"/>
                <a:cs typeface="Times New Roman" panose="02020603050405020304" pitchFamily="18" charset="0"/>
              </a:rPr>
              <a:t>37</a:t>
            </a:r>
          </a:p>
          <a:p>
            <a:pPr>
              <a:lnSpc>
                <a:spcPct val="150000"/>
              </a:lnSpc>
            </a:pPr>
            <a:endParaRPr lang="en-US" sz="1200" dirty="0">
              <a:latin typeface="Times New Roman" panose="02020603050405020304" pitchFamily="18" charset="0"/>
              <a:cs typeface="Times New Roman" panose="02020603050405020304" pitchFamily="18" charset="0"/>
            </a:endParaRPr>
          </a:p>
          <a:p>
            <a:pPr>
              <a:lnSpc>
                <a:spcPct val="150000"/>
              </a:lnSpc>
            </a:pPr>
            <a:endParaRPr lang="en-US" sz="1200" dirty="0">
              <a:latin typeface="Times New Roman" panose="02020603050405020304" pitchFamily="18" charset="0"/>
              <a:cs typeface="Times New Roman" panose="02020603050405020304" pitchFamily="18" charset="0"/>
            </a:endParaRPr>
          </a:p>
          <a:p>
            <a:pPr>
              <a:lnSpc>
                <a:spcPct val="150000"/>
              </a:lnSpc>
            </a:pPr>
            <a:endParaRPr lang="en-IN" sz="12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E45301E-C764-E1CA-6914-AB880C77FCCD}"/>
              </a:ext>
            </a:extLst>
          </p:cNvPr>
          <p:cNvSpPr txBox="1"/>
          <p:nvPr/>
        </p:nvSpPr>
        <p:spPr>
          <a:xfrm>
            <a:off x="6377465" y="6735681"/>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38</a:t>
            </a:r>
            <a:endParaRPr lang="en-IN" sz="12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48BE9C84-2B75-741A-97A3-3B9D339B0F13}"/>
              </a:ext>
            </a:extLst>
          </p:cNvPr>
          <p:cNvSpPr txBox="1"/>
          <p:nvPr/>
        </p:nvSpPr>
        <p:spPr>
          <a:xfrm>
            <a:off x="6388387" y="7086438"/>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39</a:t>
            </a:r>
            <a:endParaRPr lang="en-IN" sz="12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5A82BFD4-134C-D03D-D3AC-A8983D149CE2}"/>
              </a:ext>
            </a:extLst>
          </p:cNvPr>
          <p:cNvSpPr txBox="1"/>
          <p:nvPr/>
        </p:nvSpPr>
        <p:spPr>
          <a:xfrm>
            <a:off x="6391467" y="7400214"/>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40</a:t>
            </a:r>
            <a:endParaRPr lang="en-IN" sz="1200"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8C0105CD-DE54-D238-E3FD-9E04639F9263}"/>
              </a:ext>
            </a:extLst>
          </p:cNvPr>
          <p:cNvSpPr txBox="1"/>
          <p:nvPr/>
        </p:nvSpPr>
        <p:spPr>
          <a:xfrm>
            <a:off x="933182" y="937676"/>
            <a:ext cx="3779520" cy="751424"/>
          </a:xfrm>
          <a:prstGeom prst="rect">
            <a:avLst/>
          </a:prstGeom>
          <a:noFill/>
        </p:spPr>
        <p:txBody>
          <a:bodyPr wrap="square">
            <a:spAutoFit/>
          </a:bodyPr>
          <a:lstStyle/>
          <a:p>
            <a:pPr marL="627893" algn="just">
              <a:lnSpc>
                <a:spcPct val="150000"/>
              </a:lnSpc>
              <a:defRPr/>
            </a:pPr>
            <a:r>
              <a:rPr lang="en-US" sz="1800" dirty="0">
                <a:latin typeface="Times New Roman"/>
              </a:rPr>
              <a:t>  </a:t>
            </a:r>
            <a:r>
              <a:rPr lang="en-US" sz="1200" dirty="0">
                <a:latin typeface="Times New Roman"/>
              </a:rPr>
              <a:t>5.3    System Architecture</a:t>
            </a:r>
          </a:p>
          <a:p>
            <a:pPr marL="627893" algn="just">
              <a:lnSpc>
                <a:spcPct val="150000"/>
              </a:lnSpc>
              <a:defRPr/>
            </a:pPr>
            <a:r>
              <a:rPr lang="en-US" sz="1200" dirty="0">
                <a:latin typeface="Times New Roman"/>
              </a:rPr>
              <a:t>   5.4    Data Flow Diagrams</a:t>
            </a:r>
            <a:endParaRPr lang="en-IN" sz="1200" dirty="0"/>
          </a:p>
        </p:txBody>
      </p:sp>
      <p:sp>
        <p:nvSpPr>
          <p:cNvPr id="22" name="Rectangle 4">
            <a:extLst>
              <a:ext uri="{FF2B5EF4-FFF2-40B4-BE49-F238E27FC236}">
                <a16:creationId xmlns:a16="http://schemas.microsoft.com/office/drawing/2014/main" id="{1D410F35-C842-C216-7583-8CFDAD65FD23}"/>
              </a:ext>
            </a:extLst>
          </p:cNvPr>
          <p:cNvSpPr>
            <a:spLocks noChangeArrowheads="1"/>
          </p:cNvSpPr>
          <p:nvPr/>
        </p:nvSpPr>
        <p:spPr bwMode="auto">
          <a:xfrm>
            <a:off x="3760931" y="9869593"/>
            <a:ext cx="169719" cy="125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999" b="1" dirty="0">
                <a:latin typeface="Times New Roman" panose="02020603050405020304" pitchFamily="18" charset="0"/>
              </a:rPr>
              <a:t>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2ABA4505-1A3D-969D-365A-57194002B644}"/>
              </a:ext>
            </a:extLst>
          </p:cNvPr>
          <p:cNvSpPr>
            <a:spLocks noChangeArrowheads="1"/>
          </p:cNvSpPr>
          <p:nvPr/>
        </p:nvSpPr>
        <p:spPr bwMode="auto">
          <a:xfrm>
            <a:off x="2920134" y="730161"/>
            <a:ext cx="2161945" cy="195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Aft>
                <a:spcPts val="1049"/>
              </a:spcAft>
            </a:pPr>
            <a:r>
              <a:rPr lang="en-US" altLang="en-US" sz="1699" b="1">
                <a:latin typeface="Times New Roman" panose="02020603050405020304" pitchFamily="18" charset="0"/>
              </a:rPr>
              <a:t>LIST OF FIGURES</a:t>
            </a:r>
          </a:p>
        </p:txBody>
      </p:sp>
      <p:sp>
        <p:nvSpPr>
          <p:cNvPr id="3" name="Rectangle 2">
            <a:extLst>
              <a:ext uri="{FF2B5EF4-FFF2-40B4-BE49-F238E27FC236}">
                <a16:creationId xmlns:a16="http://schemas.microsoft.com/office/drawing/2014/main" id="{A1327BD2-06C1-9E9C-22FE-DFC85A792EB7}"/>
              </a:ext>
            </a:extLst>
          </p:cNvPr>
          <p:cNvSpPr/>
          <p:nvPr/>
        </p:nvSpPr>
        <p:spPr>
          <a:xfrm>
            <a:off x="908080" y="1689100"/>
            <a:ext cx="5740339" cy="6325634"/>
          </a:xfrm>
          <a:prstGeom prst="rect">
            <a:avLst/>
          </a:prstGeom>
        </p:spPr>
        <p:txBody>
          <a:bodyPr lIns="0" tIns="0" rIns="0" bIns="0"/>
          <a:lstStyle/>
          <a:p>
            <a:pPr algn="just">
              <a:spcBef>
                <a:spcPts val="1049"/>
              </a:spcBef>
              <a:spcAft>
                <a:spcPts val="629"/>
              </a:spcAft>
              <a:defRPr/>
            </a:pPr>
            <a:endParaRPr lang="en-US" sz="1099" b="1" dirty="0">
              <a:latin typeface="Times New Roman"/>
            </a:endParaRPr>
          </a:p>
          <a:p>
            <a:pPr marL="139588" algn="just">
              <a:lnSpc>
                <a:spcPts val="2158"/>
              </a:lnSpc>
              <a:defRPr/>
            </a:pPr>
            <a:r>
              <a:rPr lang="en-US" sz="1199" dirty="0">
                <a:latin typeface="Times New Roman"/>
              </a:rPr>
              <a:t>                 1.1     </a:t>
            </a:r>
            <a:r>
              <a:rPr lang="en-US" sz="1200" dirty="0">
                <a:latin typeface="Times New Roman"/>
                <a:cs typeface="Times New Roman"/>
              </a:rPr>
              <a:t>Hand</a:t>
            </a:r>
            <a:r>
              <a:rPr lang="en-US" sz="1200" spc="-25" dirty="0">
                <a:latin typeface="Times New Roman"/>
                <a:cs typeface="Times New Roman"/>
              </a:rPr>
              <a:t> </a:t>
            </a:r>
            <a:r>
              <a:rPr lang="en-US" sz="1200" dirty="0">
                <a:latin typeface="Times New Roman"/>
                <a:cs typeface="Times New Roman"/>
              </a:rPr>
              <a:t>Detection</a:t>
            </a:r>
            <a:r>
              <a:rPr lang="en-US" sz="1200" spc="-45" dirty="0">
                <a:latin typeface="Times New Roman"/>
                <a:cs typeface="Times New Roman"/>
              </a:rPr>
              <a:t> </a:t>
            </a:r>
            <a:r>
              <a:rPr lang="en-US" sz="1200" spc="-10" dirty="0">
                <a:latin typeface="Times New Roman"/>
                <a:cs typeface="Times New Roman"/>
              </a:rPr>
              <a:t>Tracking                                  </a:t>
            </a:r>
            <a:r>
              <a:rPr lang="en-US" sz="1199" dirty="0">
                <a:latin typeface="Times New Roman"/>
              </a:rPr>
              <a:t>                                          3</a:t>
            </a:r>
          </a:p>
          <a:p>
            <a:pPr marL="139588" algn="just">
              <a:lnSpc>
                <a:spcPts val="2158"/>
              </a:lnSpc>
              <a:defRPr/>
            </a:pPr>
            <a:r>
              <a:rPr lang="en-US" sz="1199" dirty="0">
                <a:latin typeface="Times New Roman"/>
              </a:rPr>
              <a:t>                 1.2     </a:t>
            </a:r>
            <a:r>
              <a:rPr lang="en-US" sz="1200" dirty="0">
                <a:latin typeface="Times New Roman"/>
                <a:cs typeface="Times New Roman"/>
              </a:rPr>
              <a:t>Methodology</a:t>
            </a:r>
            <a:r>
              <a:rPr lang="en-US" sz="1200" spc="-30" dirty="0">
                <a:latin typeface="Times New Roman"/>
                <a:cs typeface="Times New Roman"/>
              </a:rPr>
              <a:t> </a:t>
            </a:r>
            <a:r>
              <a:rPr lang="en-US" sz="1200" spc="-10" dirty="0">
                <a:latin typeface="Times New Roman"/>
                <a:cs typeface="Times New Roman"/>
              </a:rPr>
              <a:t>Flowchart                                               </a:t>
            </a:r>
            <a:r>
              <a:rPr lang="en-US" sz="1199" dirty="0">
                <a:latin typeface="Times New Roman"/>
              </a:rPr>
              <a:t>                               4</a:t>
            </a:r>
          </a:p>
          <a:p>
            <a:pPr marL="139588" algn="just">
              <a:lnSpc>
                <a:spcPts val="2158"/>
              </a:lnSpc>
              <a:defRPr/>
            </a:pPr>
            <a:r>
              <a:rPr lang="en-US" sz="1199" dirty="0">
                <a:latin typeface="Times New Roman"/>
              </a:rPr>
              <a:t>                 4.1     </a:t>
            </a:r>
            <a:r>
              <a:rPr lang="en-US" sz="1200" dirty="0">
                <a:latin typeface="Times New Roman"/>
                <a:cs typeface="Times New Roman"/>
              </a:rPr>
              <a:t>Proposed</a:t>
            </a:r>
            <a:r>
              <a:rPr lang="en-US" sz="1200" spc="-35" dirty="0">
                <a:latin typeface="Times New Roman"/>
                <a:cs typeface="Times New Roman"/>
              </a:rPr>
              <a:t> </a:t>
            </a:r>
            <a:r>
              <a:rPr lang="en-US" sz="1200" dirty="0">
                <a:latin typeface="Times New Roman"/>
                <a:cs typeface="Times New Roman"/>
              </a:rPr>
              <a:t>System</a:t>
            </a:r>
            <a:r>
              <a:rPr lang="en-US" sz="1200" spc="-35" dirty="0">
                <a:latin typeface="Times New Roman"/>
                <a:cs typeface="Times New Roman"/>
              </a:rPr>
              <a:t> </a:t>
            </a:r>
            <a:r>
              <a:rPr lang="en-US" sz="1200" spc="-10" dirty="0">
                <a:latin typeface="Times New Roman"/>
                <a:cs typeface="Times New Roman"/>
              </a:rPr>
              <a:t>Flowchart</a:t>
            </a:r>
            <a:r>
              <a:rPr lang="en-US" sz="1199" dirty="0">
                <a:latin typeface="Times New Roman"/>
              </a:rPr>
              <a:t>                                                                     14 </a:t>
            </a:r>
          </a:p>
          <a:p>
            <a:pPr marL="139588" algn="just">
              <a:lnSpc>
                <a:spcPts val="2158"/>
              </a:lnSpc>
              <a:defRPr/>
            </a:pPr>
            <a:r>
              <a:rPr lang="en-US" sz="1199" dirty="0">
                <a:latin typeface="Times New Roman"/>
              </a:rPr>
              <a:t>                 5.1     Input design                                                                                              16</a:t>
            </a:r>
          </a:p>
          <a:p>
            <a:pPr marL="139588" algn="just">
              <a:lnSpc>
                <a:spcPts val="2158"/>
              </a:lnSpc>
              <a:defRPr/>
            </a:pPr>
            <a:r>
              <a:rPr lang="en-US" sz="1199" dirty="0">
                <a:latin typeface="Times New Roman"/>
              </a:rPr>
              <a:t>                 5.2     Output design                                                                                           17</a:t>
            </a:r>
          </a:p>
          <a:p>
            <a:pPr marL="139588" algn="just">
              <a:lnSpc>
                <a:spcPts val="2158"/>
              </a:lnSpc>
              <a:defRPr/>
            </a:pPr>
            <a:r>
              <a:rPr lang="en-US" sz="1199" dirty="0">
                <a:latin typeface="Times New Roman"/>
              </a:rPr>
              <a:t>                 5.3     System architecture                                                                                  18</a:t>
            </a:r>
          </a:p>
          <a:p>
            <a:pPr marL="139588" algn="just">
              <a:lnSpc>
                <a:spcPts val="2158"/>
              </a:lnSpc>
              <a:defRPr/>
            </a:pPr>
            <a:r>
              <a:rPr lang="en-US" sz="1199" dirty="0">
                <a:latin typeface="Times New Roman"/>
              </a:rPr>
              <a:t>                 5.4     Data-flow diagram                                                                                   19  </a:t>
            </a:r>
          </a:p>
          <a:p>
            <a:pPr marL="139588" algn="just">
              <a:lnSpc>
                <a:spcPts val="2158"/>
              </a:lnSpc>
              <a:defRPr/>
            </a:pPr>
            <a:r>
              <a:rPr lang="en-US" sz="1199" dirty="0">
                <a:latin typeface="Times New Roman"/>
              </a:rPr>
              <a:t>                 5.5     Use-case diagram                                                                                     20  </a:t>
            </a:r>
          </a:p>
          <a:p>
            <a:pPr marL="139588" algn="just">
              <a:lnSpc>
                <a:spcPts val="2158"/>
              </a:lnSpc>
              <a:defRPr/>
            </a:pPr>
            <a:r>
              <a:rPr lang="en-US" sz="1199" dirty="0">
                <a:latin typeface="Times New Roman"/>
              </a:rPr>
              <a:t>                 7.1     Use-case diagram                                                                                     32                               </a:t>
            </a:r>
          </a:p>
        </p:txBody>
      </p:sp>
      <p:sp>
        <p:nvSpPr>
          <p:cNvPr id="1028" name="Rectangle 3">
            <a:extLst>
              <a:ext uri="{FF2B5EF4-FFF2-40B4-BE49-F238E27FC236}">
                <a16:creationId xmlns:a16="http://schemas.microsoft.com/office/drawing/2014/main" id="{59AD192D-4CA7-2136-90ED-ACD38949B9CA}"/>
              </a:ext>
            </a:extLst>
          </p:cNvPr>
          <p:cNvSpPr>
            <a:spLocks noChangeArrowheads="1"/>
          </p:cNvSpPr>
          <p:nvPr/>
        </p:nvSpPr>
        <p:spPr bwMode="auto">
          <a:xfrm>
            <a:off x="3765689" y="9793393"/>
            <a:ext cx="164961" cy="125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999" b="1" dirty="0">
                <a:latin typeface="Times New Roman" panose="02020603050405020304" pitchFamily="18" charset="0"/>
              </a:rPr>
              <a:t>VI</a:t>
            </a:r>
          </a:p>
        </p:txBody>
      </p:sp>
      <p:sp>
        <p:nvSpPr>
          <p:cNvPr id="4" name="TextBox 3">
            <a:extLst>
              <a:ext uri="{FF2B5EF4-FFF2-40B4-BE49-F238E27FC236}">
                <a16:creationId xmlns:a16="http://schemas.microsoft.com/office/drawing/2014/main" id="{A9A90DF9-F3BC-0B91-ADD6-0965CA979178}"/>
              </a:ext>
            </a:extLst>
          </p:cNvPr>
          <p:cNvSpPr txBox="1"/>
          <p:nvPr/>
        </p:nvSpPr>
        <p:spPr>
          <a:xfrm>
            <a:off x="1111250" y="1535211"/>
            <a:ext cx="1708150"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Figure no</a:t>
            </a:r>
            <a:endParaRPr lang="en-IN" sz="1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44D3EDE-34E0-9C5B-5164-AE4B83071E9E}"/>
              </a:ext>
            </a:extLst>
          </p:cNvPr>
          <p:cNvSpPr txBox="1"/>
          <p:nvPr/>
        </p:nvSpPr>
        <p:spPr>
          <a:xfrm>
            <a:off x="1993900" y="1535211"/>
            <a:ext cx="1327150"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Figure Name</a:t>
            </a:r>
            <a:endParaRPr lang="en-IN" sz="1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674DADB-C192-D3A6-CDCD-8367B1774BEA}"/>
              </a:ext>
            </a:extLst>
          </p:cNvPr>
          <p:cNvSpPr txBox="1"/>
          <p:nvPr/>
        </p:nvSpPr>
        <p:spPr>
          <a:xfrm>
            <a:off x="6140450" y="1535211"/>
            <a:ext cx="1447800"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Page No</a:t>
            </a:r>
            <a:endParaRPr lang="en-IN" sz="1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C760A2D6-7F4D-1C2F-A2DC-E3F14A59B57C}"/>
              </a:ext>
            </a:extLst>
          </p:cNvPr>
          <p:cNvSpPr>
            <a:spLocks noChangeArrowheads="1"/>
          </p:cNvSpPr>
          <p:nvPr/>
        </p:nvSpPr>
        <p:spPr bwMode="auto">
          <a:xfrm>
            <a:off x="3016250" y="730161"/>
            <a:ext cx="2036639" cy="195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1898" b="1">
                <a:latin typeface="Times New Roman" panose="02020603050405020304" pitchFamily="18" charset="0"/>
              </a:rPr>
              <a:t>LIST OF TABLES</a:t>
            </a:r>
          </a:p>
        </p:txBody>
      </p:sp>
      <p:graphicFrame>
        <p:nvGraphicFramePr>
          <p:cNvPr id="3" name="Table 2">
            <a:extLst>
              <a:ext uri="{FF2B5EF4-FFF2-40B4-BE49-F238E27FC236}">
                <a16:creationId xmlns:a16="http://schemas.microsoft.com/office/drawing/2014/main" id="{770BA09E-2502-DDE2-79C1-2786618CD1FF}"/>
              </a:ext>
            </a:extLst>
          </p:cNvPr>
          <p:cNvGraphicFramePr>
            <a:graphicFrameLocks noGrp="1"/>
          </p:cNvGraphicFramePr>
          <p:nvPr>
            <p:extLst>
              <p:ext uri="{D42A27DB-BD31-4B8C-83A1-F6EECF244321}">
                <p14:modId xmlns:p14="http://schemas.microsoft.com/office/powerpoint/2010/main" val="3785720340"/>
              </p:ext>
            </p:extLst>
          </p:nvPr>
        </p:nvGraphicFramePr>
        <p:xfrm>
          <a:off x="1564586" y="925259"/>
          <a:ext cx="5707029" cy="1193627"/>
        </p:xfrm>
        <a:graphic>
          <a:graphicData uri="http://schemas.openxmlformats.org/drawingml/2006/table">
            <a:tbl>
              <a:tblPr>
                <a:tableStyleId>{2D5ABB26-0587-4C30-8999-92F81FD0307C}</a:tableStyleId>
              </a:tblPr>
              <a:tblGrid>
                <a:gridCol w="512331">
                  <a:extLst>
                    <a:ext uri="{9D8B030D-6E8A-4147-A177-3AD203B41FA5}">
                      <a16:colId xmlns:a16="http://schemas.microsoft.com/office/drawing/2014/main" val="826242487"/>
                    </a:ext>
                  </a:extLst>
                </a:gridCol>
                <a:gridCol w="3997141">
                  <a:extLst>
                    <a:ext uri="{9D8B030D-6E8A-4147-A177-3AD203B41FA5}">
                      <a16:colId xmlns:a16="http://schemas.microsoft.com/office/drawing/2014/main" val="2425744822"/>
                    </a:ext>
                  </a:extLst>
                </a:gridCol>
                <a:gridCol w="1197557">
                  <a:extLst>
                    <a:ext uri="{9D8B030D-6E8A-4147-A177-3AD203B41FA5}">
                      <a16:colId xmlns:a16="http://schemas.microsoft.com/office/drawing/2014/main" val="2958324344"/>
                    </a:ext>
                  </a:extLst>
                </a:gridCol>
              </a:tblGrid>
              <a:tr h="505231">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tc>
                <a:tc>
                  <a:txBody>
                    <a:bodyPr/>
                    <a:lstStyle>
                      <a:lvl1pPr marL="10160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01600" marR="0" lvl="0" indent="0" algn="l" defTabSz="914400" rtl="0" eaLnBrk="1" fontAlgn="base" latinLnBrk="0" hangingPunct="1">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tc>
                <a:extLst>
                  <a:ext uri="{0D108BD9-81ED-4DB2-BD59-A6C34878D82A}">
                    <a16:rowId xmlns:a16="http://schemas.microsoft.com/office/drawing/2014/main" val="400519345"/>
                  </a:ext>
                </a:extLst>
              </a:tr>
              <a:tr h="218891">
                <a:tc>
                  <a:txBody>
                    <a:bodyPr/>
                    <a:lstStyle>
                      <a:lvl1pPr marL="12700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27000" marR="0" lvl="0" indent="0" algn="l" defTabSz="914400" rtl="0" eaLnBrk="1" fontAlgn="base" latinLnBrk="0" hangingPunct="1">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extLst>
                  <a:ext uri="{0D108BD9-81ED-4DB2-BD59-A6C34878D82A}">
                    <a16:rowId xmlns:a16="http://schemas.microsoft.com/office/drawing/2014/main" val="4168837446"/>
                  </a:ext>
                </a:extLst>
              </a:tr>
              <a:tr h="237925">
                <a:tc>
                  <a:txBody>
                    <a:bodyPr/>
                    <a:lstStyle>
                      <a:lvl1pPr marL="12700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2700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7.1</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ctr" horzOverflow="overflow"/>
                </a:tc>
                <a:tc>
                  <a:txBody>
                    <a:bodyPr/>
                    <a:lstStyle>
                      <a:lvl1pPr marL="10160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01600" marR="0" lvl="0" indent="0" algn="l" defTabSz="914400" rtl="0" eaLnBrk="1" fontAlgn="base" latinLnBrk="0" hangingPunct="1">
                        <a:lnSpc>
                          <a:spcPct val="100000"/>
                        </a:lnSpc>
                        <a:spcBef>
                          <a:spcPct val="0"/>
                        </a:spcBef>
                        <a:spcAft>
                          <a:spcPct val="0"/>
                        </a:spcAft>
                        <a:buClrTx/>
                        <a:buSzTx/>
                        <a:buFontTx/>
                        <a:buNone/>
                        <a:tabLst/>
                      </a:pPr>
                      <a:r>
                        <a:rPr lang="en-US" sz="1200" b="0" spc="-50" dirty="0">
                          <a:latin typeface="Times New Roman"/>
                          <a:cs typeface="Times New Roman"/>
                        </a:rPr>
                        <a:t>Hand detection and cursor control</a:t>
                      </a:r>
                      <a:r>
                        <a:rPr kumimoji="0" lang="en-US" altLang="en-US" sz="12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ctr" horzOverflow="overflow"/>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ctr" horzOverflow="overflow"/>
                </a:tc>
                <a:extLst>
                  <a:ext uri="{0D108BD9-81ED-4DB2-BD59-A6C34878D82A}">
                    <a16:rowId xmlns:a16="http://schemas.microsoft.com/office/drawing/2014/main" val="2800397518"/>
                  </a:ext>
                </a:extLst>
              </a:tr>
              <a:tr h="231580">
                <a:tc>
                  <a:txBody>
                    <a:bodyPr/>
                    <a:lstStyle>
                      <a:lvl1pPr marL="12700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2700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7.2</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tc>
                  <a:txBody>
                    <a:bodyPr/>
                    <a:lstStyle>
                      <a:lvl1pPr marL="101600">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101600" marR="0" lvl="0" indent="0" algn="l" defTabSz="914400" rtl="0" eaLnBrk="1" fontAlgn="base" latinLnBrk="0" hangingPunct="1">
                        <a:lnSpc>
                          <a:spcPct val="100000"/>
                        </a:lnSpc>
                        <a:spcBef>
                          <a:spcPct val="0"/>
                        </a:spcBef>
                        <a:spcAft>
                          <a:spcPct val="0"/>
                        </a:spcAft>
                        <a:buClrTx/>
                        <a:buSzTx/>
                        <a:buFontTx/>
                        <a:buNone/>
                        <a:tabLst/>
                        <a:defRPr/>
                      </a:pPr>
                      <a:r>
                        <a:rPr lang="en-US" sz="1200" b="0" spc="-50" dirty="0">
                          <a:latin typeface="Times New Roman"/>
                          <a:cs typeface="Times New Roman"/>
                        </a:rPr>
                        <a:t>Gesture Sensitivity and Accuracy</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anchor="b" horzOverflow="overflow"/>
                </a:tc>
                <a:extLst>
                  <a:ext uri="{0D108BD9-81ED-4DB2-BD59-A6C34878D82A}">
                    <a16:rowId xmlns:a16="http://schemas.microsoft.com/office/drawing/2014/main" val="3759667484"/>
                  </a:ext>
                </a:extLst>
              </a:tr>
            </a:tbl>
          </a:graphicData>
        </a:graphic>
      </p:graphicFrame>
      <p:sp>
        <p:nvSpPr>
          <p:cNvPr id="1049" name="Rectangle 3">
            <a:extLst>
              <a:ext uri="{FF2B5EF4-FFF2-40B4-BE49-F238E27FC236}">
                <a16:creationId xmlns:a16="http://schemas.microsoft.com/office/drawing/2014/main" id="{CDE7AEBC-C021-0454-FD75-022993425601}"/>
              </a:ext>
            </a:extLst>
          </p:cNvPr>
          <p:cNvSpPr>
            <a:spLocks noChangeArrowheads="1"/>
          </p:cNvSpPr>
          <p:nvPr/>
        </p:nvSpPr>
        <p:spPr bwMode="auto">
          <a:xfrm>
            <a:off x="3702050" y="9842500"/>
            <a:ext cx="164961" cy="125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999" b="1" dirty="0">
                <a:latin typeface="Times New Roman" panose="02020603050405020304" pitchFamily="18" charset="0"/>
              </a:rPr>
              <a:t>VII</a:t>
            </a:r>
          </a:p>
        </p:txBody>
      </p:sp>
      <p:sp>
        <p:nvSpPr>
          <p:cNvPr id="2" name="TextBox 1">
            <a:extLst>
              <a:ext uri="{FF2B5EF4-FFF2-40B4-BE49-F238E27FC236}">
                <a16:creationId xmlns:a16="http://schemas.microsoft.com/office/drawing/2014/main" id="{5888CFA6-35F8-1738-0FAA-492126117CB8}"/>
              </a:ext>
            </a:extLst>
          </p:cNvPr>
          <p:cNvSpPr txBox="1"/>
          <p:nvPr/>
        </p:nvSpPr>
        <p:spPr>
          <a:xfrm>
            <a:off x="1187450" y="1231900"/>
            <a:ext cx="1752600"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Table No</a:t>
            </a:r>
            <a:endParaRPr lang="en-IN" sz="1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E2007DF-E969-19C4-BE21-B4EEFCF11D7A}"/>
              </a:ext>
            </a:extLst>
          </p:cNvPr>
          <p:cNvSpPr txBox="1"/>
          <p:nvPr/>
        </p:nvSpPr>
        <p:spPr>
          <a:xfrm>
            <a:off x="2059266" y="1231900"/>
            <a:ext cx="1752600"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Table name</a:t>
            </a:r>
            <a:endParaRPr lang="en-IN" sz="1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5E6398C-C858-200F-3796-E0F50EBB43D0}"/>
              </a:ext>
            </a:extLst>
          </p:cNvPr>
          <p:cNvSpPr txBox="1"/>
          <p:nvPr/>
        </p:nvSpPr>
        <p:spPr>
          <a:xfrm>
            <a:off x="6216650" y="1231899"/>
            <a:ext cx="1409700"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Page No</a:t>
            </a:r>
            <a:endParaRPr lang="en-IN" sz="1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D46518B-3BDE-F5AC-1115-CD2257F704DD}"/>
              </a:ext>
            </a:extLst>
          </p:cNvPr>
          <p:cNvSpPr txBox="1"/>
          <p:nvPr/>
        </p:nvSpPr>
        <p:spPr>
          <a:xfrm>
            <a:off x="6369050" y="1536700"/>
            <a:ext cx="685800" cy="613117"/>
          </a:xfrm>
          <a:prstGeom prst="rect">
            <a:avLst/>
          </a:prstGeom>
          <a:noFill/>
        </p:spPr>
        <p:txBody>
          <a:bodyPr wrap="square" rtlCol="0">
            <a:spAutoFit/>
          </a:bodyPr>
          <a:lstStyle/>
          <a:p>
            <a:pPr>
              <a:lnSpc>
                <a:spcPct val="150000"/>
              </a:lnSpc>
            </a:pPr>
            <a:r>
              <a:rPr lang="en-US" sz="1200" dirty="0">
                <a:latin typeface="Times New Roman" panose="02020603050405020304" pitchFamily="18" charset="0"/>
                <a:cs typeface="Times New Roman" panose="02020603050405020304" pitchFamily="18" charset="0"/>
              </a:rPr>
              <a:t>35</a:t>
            </a:r>
          </a:p>
          <a:p>
            <a:pPr>
              <a:lnSpc>
                <a:spcPct val="150000"/>
              </a:lnSpc>
            </a:pPr>
            <a:r>
              <a:rPr lang="en-US" sz="1200" dirty="0">
                <a:latin typeface="Times New Roman" panose="02020603050405020304" pitchFamily="18" charset="0"/>
                <a:cs typeface="Times New Roman" panose="02020603050405020304" pitchFamily="18" charset="0"/>
              </a:rPr>
              <a:t>36</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4732" y="9967183"/>
            <a:ext cx="94456" cy="180117"/>
          </a:xfrm>
          <a:prstGeom prst="rect">
            <a:avLst/>
          </a:prstGeom>
        </p:spPr>
        <p:txBody>
          <a:bodyPr vert="horz" wrap="square" lIns="0" tIns="15434" rIns="0" bIns="0" rtlCol="0">
            <a:spAutoFit/>
          </a:bodyPr>
          <a:lstStyle/>
          <a:p>
            <a:pPr marL="12347">
              <a:spcBef>
                <a:spcPts val="122"/>
              </a:spcBef>
            </a:pPr>
            <a:r>
              <a:rPr sz="1069" spc="-49" dirty="0">
                <a:latin typeface="Times New Roman"/>
                <a:cs typeface="Times New Roman"/>
              </a:rPr>
              <a:t>1</a:t>
            </a:r>
            <a:endParaRPr sz="1069" dirty="0">
              <a:latin typeface="Times New Roman"/>
              <a:cs typeface="Times New Roman"/>
            </a:endParaRPr>
          </a:p>
        </p:txBody>
      </p:sp>
      <p:sp>
        <p:nvSpPr>
          <p:cNvPr id="3" name="object 3"/>
          <p:cNvSpPr txBox="1"/>
          <p:nvPr/>
        </p:nvSpPr>
        <p:spPr>
          <a:xfrm>
            <a:off x="1121101" y="393700"/>
            <a:ext cx="5705149" cy="9460746"/>
          </a:xfrm>
          <a:prstGeom prst="rect">
            <a:avLst/>
          </a:prstGeom>
        </p:spPr>
        <p:txBody>
          <a:bodyPr vert="horz" wrap="square" lIns="0" tIns="117299" rIns="0" bIns="0" rtlCol="0">
            <a:spAutoFit/>
          </a:bodyPr>
          <a:lstStyle/>
          <a:p>
            <a:pPr marR="4531944" algn="ctr">
              <a:lnSpc>
                <a:spcPct val="150000"/>
              </a:lnSpc>
              <a:spcBef>
                <a:spcPts val="924"/>
              </a:spcBef>
            </a:pPr>
            <a:r>
              <a:rPr sz="1600" b="1" spc="-10" dirty="0">
                <a:latin typeface="Times New Roman"/>
                <a:cs typeface="Times New Roman"/>
              </a:rPr>
              <a:t>CHAPTER</a:t>
            </a:r>
            <a:r>
              <a:rPr lang="en-US" sz="1600" b="1" spc="-10" dirty="0">
                <a:latin typeface="Times New Roman"/>
                <a:cs typeface="Times New Roman"/>
              </a:rPr>
              <a:t> 1</a:t>
            </a:r>
            <a:endParaRPr sz="1600" dirty="0">
              <a:latin typeface="Times New Roman"/>
              <a:cs typeface="Times New Roman"/>
            </a:endParaRPr>
          </a:p>
          <a:p>
            <a:pPr algn="ctr">
              <a:lnSpc>
                <a:spcPct val="150000"/>
              </a:lnSpc>
              <a:spcBef>
                <a:spcPts val="831"/>
              </a:spcBef>
            </a:pPr>
            <a:r>
              <a:rPr sz="1458" b="1" spc="-10" dirty="0">
                <a:latin typeface="Times New Roman"/>
                <a:cs typeface="Times New Roman"/>
              </a:rPr>
              <a:t>INTRODUCTION</a:t>
            </a:r>
            <a:endParaRPr sz="1458" dirty="0">
              <a:latin typeface="Times New Roman"/>
              <a:cs typeface="Times New Roman"/>
            </a:endParaRPr>
          </a:p>
          <a:p>
            <a:pPr marL="24077">
              <a:lnSpc>
                <a:spcPct val="150000"/>
              </a:lnSpc>
              <a:spcBef>
                <a:spcPts val="826"/>
              </a:spcBef>
              <a:tabLst>
                <a:tab pos="301883" algn="l"/>
              </a:tabLst>
            </a:pPr>
            <a:r>
              <a:rPr lang="en-US" sz="1600" b="1" spc="-10" dirty="0">
                <a:latin typeface="Times New Roman"/>
                <a:cs typeface="Times New Roman"/>
              </a:rPr>
              <a:t>1.1 </a:t>
            </a:r>
            <a:r>
              <a:rPr sz="1600" b="1" spc="-10" dirty="0">
                <a:latin typeface="Times New Roman"/>
                <a:cs typeface="Times New Roman"/>
              </a:rPr>
              <a:t>Introduction</a:t>
            </a:r>
            <a:endParaRPr sz="1600" dirty="0">
              <a:latin typeface="Times New Roman"/>
              <a:cs typeface="Times New Roman"/>
            </a:endParaRPr>
          </a:p>
          <a:p>
            <a:pPr marL="12347" algn="just">
              <a:lnSpc>
                <a:spcPct val="150000"/>
              </a:lnSpc>
              <a:spcBef>
                <a:spcPts val="457"/>
              </a:spcBef>
            </a:pPr>
            <a:r>
              <a:rPr sz="1069" dirty="0">
                <a:latin typeface="Times New Roman"/>
                <a:cs typeface="Times New Roman"/>
              </a:rPr>
              <a:t>Artificial</a:t>
            </a:r>
            <a:r>
              <a:rPr sz="1069" spc="180" dirty="0">
                <a:latin typeface="Times New Roman"/>
                <a:cs typeface="Times New Roman"/>
              </a:rPr>
              <a:t> </a:t>
            </a:r>
            <a:r>
              <a:rPr sz="1069" dirty="0">
                <a:latin typeface="Times New Roman"/>
                <a:cs typeface="Times New Roman"/>
              </a:rPr>
              <a:t>Intelligence</a:t>
            </a:r>
            <a:r>
              <a:rPr sz="1069" spc="185" dirty="0">
                <a:latin typeface="Times New Roman"/>
                <a:cs typeface="Times New Roman"/>
              </a:rPr>
              <a:t> </a:t>
            </a:r>
            <a:r>
              <a:rPr sz="1069" dirty="0">
                <a:latin typeface="Times New Roman"/>
                <a:cs typeface="Times New Roman"/>
              </a:rPr>
              <a:t>(AI)</a:t>
            </a:r>
            <a:r>
              <a:rPr sz="1069" spc="190" dirty="0">
                <a:latin typeface="Times New Roman"/>
                <a:cs typeface="Times New Roman"/>
              </a:rPr>
              <a:t> </a:t>
            </a:r>
            <a:r>
              <a:rPr sz="1069" dirty="0">
                <a:latin typeface="Times New Roman"/>
                <a:cs typeface="Times New Roman"/>
              </a:rPr>
              <a:t>enables</a:t>
            </a:r>
            <a:r>
              <a:rPr sz="1069" spc="165" dirty="0">
                <a:latin typeface="Times New Roman"/>
                <a:cs typeface="Times New Roman"/>
              </a:rPr>
              <a:t> </a:t>
            </a:r>
            <a:r>
              <a:rPr sz="1069" dirty="0">
                <a:latin typeface="Times New Roman"/>
                <a:cs typeface="Times New Roman"/>
              </a:rPr>
              <a:t>machines</a:t>
            </a:r>
            <a:r>
              <a:rPr sz="1069" spc="190" dirty="0">
                <a:latin typeface="Times New Roman"/>
                <a:cs typeface="Times New Roman"/>
              </a:rPr>
              <a:t> </a:t>
            </a:r>
            <a:r>
              <a:rPr sz="1069" dirty="0">
                <a:latin typeface="Times New Roman"/>
                <a:cs typeface="Times New Roman"/>
              </a:rPr>
              <a:t>to</a:t>
            </a:r>
            <a:r>
              <a:rPr sz="1069" spc="165" dirty="0">
                <a:latin typeface="Times New Roman"/>
                <a:cs typeface="Times New Roman"/>
              </a:rPr>
              <a:t> </a:t>
            </a:r>
            <a:r>
              <a:rPr sz="1069" dirty="0">
                <a:latin typeface="Times New Roman"/>
                <a:cs typeface="Times New Roman"/>
              </a:rPr>
              <a:t>imitate</a:t>
            </a:r>
            <a:r>
              <a:rPr sz="1069" spc="185" dirty="0">
                <a:latin typeface="Times New Roman"/>
                <a:cs typeface="Times New Roman"/>
              </a:rPr>
              <a:t> </a:t>
            </a:r>
            <a:r>
              <a:rPr sz="1069" dirty="0">
                <a:latin typeface="Times New Roman"/>
                <a:cs typeface="Times New Roman"/>
              </a:rPr>
              <a:t>human</a:t>
            </a:r>
            <a:r>
              <a:rPr sz="1069" spc="180" dirty="0">
                <a:latin typeface="Times New Roman"/>
                <a:cs typeface="Times New Roman"/>
              </a:rPr>
              <a:t> </a:t>
            </a:r>
            <a:r>
              <a:rPr sz="1069" dirty="0">
                <a:latin typeface="Times New Roman"/>
                <a:cs typeface="Times New Roman"/>
              </a:rPr>
              <a:t>intelligence</a:t>
            </a:r>
            <a:r>
              <a:rPr sz="1069" spc="185" dirty="0">
                <a:latin typeface="Times New Roman"/>
                <a:cs typeface="Times New Roman"/>
              </a:rPr>
              <a:t> </a:t>
            </a:r>
            <a:r>
              <a:rPr sz="1069" dirty="0">
                <a:latin typeface="Times New Roman"/>
                <a:cs typeface="Times New Roman"/>
              </a:rPr>
              <a:t>by</a:t>
            </a:r>
            <a:r>
              <a:rPr sz="1069" spc="175" dirty="0">
                <a:latin typeface="Times New Roman"/>
                <a:cs typeface="Times New Roman"/>
              </a:rPr>
              <a:t> </a:t>
            </a:r>
            <a:r>
              <a:rPr sz="1069" dirty="0">
                <a:latin typeface="Times New Roman"/>
                <a:cs typeface="Times New Roman"/>
              </a:rPr>
              <a:t>learning</a:t>
            </a:r>
            <a:r>
              <a:rPr sz="1069" dirty="0">
                <a:latin typeface="Arial MT"/>
                <a:cs typeface="Arial MT"/>
              </a:rPr>
              <a:t>,</a:t>
            </a:r>
            <a:r>
              <a:rPr sz="1069" spc="136" dirty="0">
                <a:latin typeface="Arial MT"/>
                <a:cs typeface="Arial MT"/>
              </a:rPr>
              <a:t> </a:t>
            </a:r>
            <a:r>
              <a:rPr sz="1069" spc="-10" dirty="0">
                <a:latin typeface="Times New Roman"/>
                <a:cs typeface="Times New Roman"/>
              </a:rPr>
              <a:t>analyzing,</a:t>
            </a:r>
            <a:endParaRPr sz="1069" dirty="0">
              <a:latin typeface="Times New Roman"/>
              <a:cs typeface="Times New Roman"/>
            </a:endParaRPr>
          </a:p>
          <a:p>
            <a:pPr marL="12347" algn="just">
              <a:lnSpc>
                <a:spcPct val="150000"/>
              </a:lnSpc>
              <a:spcBef>
                <a:spcPts val="690"/>
              </a:spcBef>
            </a:pPr>
            <a:r>
              <a:rPr sz="1069" dirty="0">
                <a:latin typeface="Times New Roman"/>
                <a:cs typeface="Times New Roman"/>
              </a:rPr>
              <a:t>and</a:t>
            </a:r>
            <a:r>
              <a:rPr sz="1069" spc="446" dirty="0">
                <a:latin typeface="Times New Roman"/>
                <a:cs typeface="Times New Roman"/>
              </a:rPr>
              <a:t> </a:t>
            </a:r>
            <a:r>
              <a:rPr sz="1069" dirty="0">
                <a:latin typeface="Times New Roman"/>
                <a:cs typeface="Times New Roman"/>
              </a:rPr>
              <a:t>making</a:t>
            </a:r>
            <a:r>
              <a:rPr sz="1069" spc="446" dirty="0">
                <a:latin typeface="Times New Roman"/>
                <a:cs typeface="Times New Roman"/>
              </a:rPr>
              <a:t> </a:t>
            </a:r>
            <a:r>
              <a:rPr sz="1069" dirty="0">
                <a:latin typeface="Times New Roman"/>
                <a:cs typeface="Times New Roman"/>
              </a:rPr>
              <a:t>decisions</a:t>
            </a:r>
            <a:r>
              <a:rPr sz="1069" spc="462" dirty="0">
                <a:latin typeface="Times New Roman"/>
                <a:cs typeface="Times New Roman"/>
              </a:rPr>
              <a:t> </a:t>
            </a:r>
            <a:r>
              <a:rPr sz="1069" dirty="0">
                <a:latin typeface="Times New Roman"/>
                <a:cs typeface="Times New Roman"/>
              </a:rPr>
              <a:t>similar</a:t>
            </a:r>
            <a:r>
              <a:rPr sz="1069" spc="442" dirty="0">
                <a:latin typeface="Times New Roman"/>
                <a:cs typeface="Times New Roman"/>
              </a:rPr>
              <a:t> </a:t>
            </a:r>
            <a:r>
              <a:rPr sz="1069" dirty="0">
                <a:latin typeface="Times New Roman"/>
                <a:cs typeface="Times New Roman"/>
              </a:rPr>
              <a:t>to</a:t>
            </a:r>
            <a:r>
              <a:rPr sz="1069" spc="462" dirty="0">
                <a:latin typeface="Times New Roman"/>
                <a:cs typeface="Times New Roman"/>
              </a:rPr>
              <a:t> </a:t>
            </a:r>
            <a:r>
              <a:rPr sz="1069" dirty="0">
                <a:latin typeface="Times New Roman"/>
                <a:cs typeface="Times New Roman"/>
              </a:rPr>
              <a:t>humans.</a:t>
            </a:r>
            <a:r>
              <a:rPr sz="1069" spc="471" dirty="0">
                <a:latin typeface="Times New Roman"/>
                <a:cs typeface="Times New Roman"/>
              </a:rPr>
              <a:t> </a:t>
            </a:r>
            <a:r>
              <a:rPr sz="1069" dirty="0">
                <a:latin typeface="Times New Roman"/>
                <a:cs typeface="Times New Roman"/>
              </a:rPr>
              <a:t>Virtual</a:t>
            </a:r>
            <a:r>
              <a:rPr sz="1069" spc="446" dirty="0">
                <a:latin typeface="Times New Roman"/>
                <a:cs typeface="Times New Roman"/>
              </a:rPr>
              <a:t> </a:t>
            </a:r>
            <a:r>
              <a:rPr sz="1069" dirty="0">
                <a:latin typeface="Times New Roman"/>
                <a:cs typeface="Times New Roman"/>
              </a:rPr>
              <a:t>Reality</a:t>
            </a:r>
            <a:r>
              <a:rPr sz="1069" spc="442" dirty="0">
                <a:latin typeface="Times New Roman"/>
                <a:cs typeface="Times New Roman"/>
              </a:rPr>
              <a:t> </a:t>
            </a:r>
            <a:r>
              <a:rPr sz="1069" dirty="0">
                <a:latin typeface="Times New Roman"/>
                <a:cs typeface="Times New Roman"/>
              </a:rPr>
              <a:t>(VR),</a:t>
            </a:r>
            <a:r>
              <a:rPr sz="1069" spc="457" dirty="0">
                <a:latin typeface="Times New Roman"/>
                <a:cs typeface="Times New Roman"/>
              </a:rPr>
              <a:t> </a:t>
            </a:r>
            <a:r>
              <a:rPr sz="1069" dirty="0">
                <a:latin typeface="Times New Roman"/>
                <a:cs typeface="Times New Roman"/>
              </a:rPr>
              <a:t>on</a:t>
            </a:r>
            <a:r>
              <a:rPr sz="1069" spc="452" dirty="0">
                <a:latin typeface="Times New Roman"/>
                <a:cs typeface="Times New Roman"/>
              </a:rPr>
              <a:t> </a:t>
            </a:r>
            <a:r>
              <a:rPr sz="1069" dirty="0">
                <a:latin typeface="Times New Roman"/>
                <a:cs typeface="Times New Roman"/>
              </a:rPr>
              <a:t>the</a:t>
            </a:r>
            <a:r>
              <a:rPr sz="1069" spc="452" dirty="0">
                <a:latin typeface="Times New Roman"/>
                <a:cs typeface="Times New Roman"/>
              </a:rPr>
              <a:t> </a:t>
            </a:r>
            <a:r>
              <a:rPr sz="1069" dirty="0">
                <a:latin typeface="Times New Roman"/>
                <a:cs typeface="Times New Roman"/>
              </a:rPr>
              <a:t>other</a:t>
            </a:r>
            <a:r>
              <a:rPr sz="1069" spc="442" dirty="0">
                <a:latin typeface="Times New Roman"/>
                <a:cs typeface="Times New Roman"/>
              </a:rPr>
              <a:t> </a:t>
            </a:r>
            <a:r>
              <a:rPr sz="1069" dirty="0">
                <a:latin typeface="Times New Roman"/>
                <a:cs typeface="Times New Roman"/>
              </a:rPr>
              <a:t>hand,</a:t>
            </a:r>
            <a:r>
              <a:rPr sz="1069" spc="462" dirty="0">
                <a:latin typeface="Times New Roman"/>
                <a:cs typeface="Times New Roman"/>
              </a:rPr>
              <a:t> </a:t>
            </a:r>
            <a:r>
              <a:rPr sz="1069" spc="-10" dirty="0">
                <a:latin typeface="Times New Roman"/>
                <a:cs typeface="Times New Roman"/>
              </a:rPr>
              <a:t>creates</a:t>
            </a:r>
            <a:endParaRPr sz="1069" dirty="0">
              <a:latin typeface="Times New Roman"/>
              <a:cs typeface="Times New Roman"/>
            </a:endParaRPr>
          </a:p>
          <a:p>
            <a:pPr marL="12347" marR="5556" algn="just">
              <a:lnSpc>
                <a:spcPct val="150000"/>
              </a:lnSpc>
              <a:spcBef>
                <a:spcPts val="10"/>
              </a:spcBef>
            </a:pPr>
            <a:r>
              <a:rPr sz="1069" dirty="0">
                <a:latin typeface="Times New Roman"/>
                <a:cs typeface="Times New Roman"/>
              </a:rPr>
              <a:t>immersive,</a:t>
            </a:r>
            <a:r>
              <a:rPr sz="1069" spc="282" dirty="0">
                <a:latin typeface="Times New Roman"/>
                <a:cs typeface="Times New Roman"/>
              </a:rPr>
              <a:t> </a:t>
            </a:r>
            <a:r>
              <a:rPr sz="1069" dirty="0">
                <a:latin typeface="Times New Roman"/>
                <a:cs typeface="Times New Roman"/>
              </a:rPr>
              <a:t>computer-generated</a:t>
            </a:r>
            <a:r>
              <a:rPr sz="1069" spc="258" dirty="0">
                <a:latin typeface="Times New Roman"/>
                <a:cs typeface="Times New Roman"/>
              </a:rPr>
              <a:t> </a:t>
            </a:r>
            <a:r>
              <a:rPr sz="1069" dirty="0">
                <a:latin typeface="Times New Roman"/>
                <a:cs typeface="Times New Roman"/>
              </a:rPr>
              <a:t>3D</a:t>
            </a:r>
            <a:r>
              <a:rPr sz="1069" spc="272" dirty="0">
                <a:latin typeface="Times New Roman"/>
                <a:cs typeface="Times New Roman"/>
              </a:rPr>
              <a:t> </a:t>
            </a:r>
            <a:r>
              <a:rPr sz="1069" dirty="0">
                <a:latin typeface="Times New Roman"/>
                <a:cs typeface="Times New Roman"/>
              </a:rPr>
              <a:t>environments</a:t>
            </a:r>
            <a:r>
              <a:rPr sz="1069" spc="272" dirty="0">
                <a:latin typeface="Times New Roman"/>
                <a:cs typeface="Times New Roman"/>
              </a:rPr>
              <a:t> </a:t>
            </a:r>
            <a:r>
              <a:rPr sz="1069" dirty="0">
                <a:latin typeface="Times New Roman"/>
                <a:cs typeface="Times New Roman"/>
              </a:rPr>
              <a:t>that</a:t>
            </a:r>
            <a:r>
              <a:rPr sz="1069" spc="267" dirty="0">
                <a:latin typeface="Times New Roman"/>
                <a:cs typeface="Times New Roman"/>
              </a:rPr>
              <a:t> </a:t>
            </a:r>
            <a:r>
              <a:rPr sz="1069" dirty="0">
                <a:latin typeface="Times New Roman"/>
                <a:cs typeface="Times New Roman"/>
              </a:rPr>
              <a:t>users</a:t>
            </a:r>
            <a:r>
              <a:rPr sz="1069" spc="258" dirty="0">
                <a:latin typeface="Times New Roman"/>
                <a:cs typeface="Times New Roman"/>
              </a:rPr>
              <a:t> </a:t>
            </a:r>
            <a:r>
              <a:rPr sz="1069" dirty="0">
                <a:latin typeface="Times New Roman"/>
                <a:cs typeface="Times New Roman"/>
              </a:rPr>
              <a:t>can</a:t>
            </a:r>
            <a:r>
              <a:rPr sz="1069" spc="272" dirty="0">
                <a:latin typeface="Times New Roman"/>
                <a:cs typeface="Times New Roman"/>
              </a:rPr>
              <a:t> </a:t>
            </a:r>
            <a:r>
              <a:rPr sz="1069" dirty="0">
                <a:latin typeface="Times New Roman"/>
                <a:cs typeface="Times New Roman"/>
              </a:rPr>
              <a:t>interact</a:t>
            </a:r>
            <a:r>
              <a:rPr sz="1069" spc="267" dirty="0">
                <a:latin typeface="Times New Roman"/>
                <a:cs typeface="Times New Roman"/>
              </a:rPr>
              <a:t> </a:t>
            </a:r>
            <a:r>
              <a:rPr sz="1069" dirty="0">
                <a:latin typeface="Times New Roman"/>
                <a:cs typeface="Times New Roman"/>
              </a:rPr>
              <a:t>with</a:t>
            </a:r>
            <a:r>
              <a:rPr sz="1069" spc="258" dirty="0">
                <a:latin typeface="Times New Roman"/>
                <a:cs typeface="Times New Roman"/>
              </a:rPr>
              <a:t> </a:t>
            </a:r>
            <a:r>
              <a:rPr sz="1069" dirty="0">
                <a:latin typeface="Times New Roman"/>
                <a:cs typeface="Times New Roman"/>
              </a:rPr>
              <a:t>in</a:t>
            </a:r>
            <a:r>
              <a:rPr sz="1069" spc="272" dirty="0">
                <a:latin typeface="Times New Roman"/>
                <a:cs typeface="Times New Roman"/>
              </a:rPr>
              <a:t> </a:t>
            </a:r>
            <a:r>
              <a:rPr sz="1069" dirty="0">
                <a:latin typeface="Times New Roman"/>
                <a:cs typeface="Times New Roman"/>
              </a:rPr>
              <a:t>a</a:t>
            </a:r>
            <a:r>
              <a:rPr sz="1069" spc="272" dirty="0">
                <a:latin typeface="Times New Roman"/>
                <a:cs typeface="Times New Roman"/>
              </a:rPr>
              <a:t> </a:t>
            </a:r>
            <a:r>
              <a:rPr sz="1069" dirty="0">
                <a:latin typeface="Times New Roman"/>
                <a:cs typeface="Times New Roman"/>
              </a:rPr>
              <a:t>realistic</a:t>
            </a:r>
            <a:r>
              <a:rPr sz="1069" spc="277" dirty="0">
                <a:latin typeface="Times New Roman"/>
                <a:cs typeface="Times New Roman"/>
              </a:rPr>
              <a:t> </a:t>
            </a:r>
            <a:r>
              <a:rPr sz="1069" spc="-19" dirty="0">
                <a:latin typeface="Times New Roman"/>
                <a:cs typeface="Times New Roman"/>
              </a:rPr>
              <a:t>way. </a:t>
            </a:r>
            <a:r>
              <a:rPr sz="1069" dirty="0">
                <a:latin typeface="Times New Roman"/>
                <a:cs typeface="Times New Roman"/>
              </a:rPr>
              <a:t>When</a:t>
            </a:r>
            <a:r>
              <a:rPr sz="1069" spc="223" dirty="0">
                <a:latin typeface="Times New Roman"/>
                <a:cs typeface="Times New Roman"/>
              </a:rPr>
              <a:t> </a:t>
            </a:r>
            <a:r>
              <a:rPr sz="1069" dirty="0">
                <a:latin typeface="Times New Roman"/>
                <a:cs typeface="Times New Roman"/>
              </a:rPr>
              <a:t>combined,</a:t>
            </a:r>
            <a:r>
              <a:rPr sz="1069" spc="214" dirty="0">
                <a:latin typeface="Times New Roman"/>
                <a:cs typeface="Times New Roman"/>
              </a:rPr>
              <a:t> </a:t>
            </a:r>
            <a:r>
              <a:rPr sz="1069" dirty="0">
                <a:latin typeface="Times New Roman"/>
                <a:cs typeface="Times New Roman"/>
              </a:rPr>
              <a:t>AI</a:t>
            </a:r>
            <a:r>
              <a:rPr sz="1069" spc="228" dirty="0">
                <a:latin typeface="Times New Roman"/>
                <a:cs typeface="Times New Roman"/>
              </a:rPr>
              <a:t> </a:t>
            </a:r>
            <a:r>
              <a:rPr sz="1069" dirty="0">
                <a:latin typeface="Times New Roman"/>
                <a:cs typeface="Times New Roman"/>
              </a:rPr>
              <a:t>and</a:t>
            </a:r>
            <a:r>
              <a:rPr sz="1069" spc="204" dirty="0">
                <a:latin typeface="Times New Roman"/>
                <a:cs typeface="Times New Roman"/>
              </a:rPr>
              <a:t> </a:t>
            </a:r>
            <a:r>
              <a:rPr sz="1069" dirty="0">
                <a:latin typeface="Times New Roman"/>
                <a:cs typeface="Times New Roman"/>
              </a:rPr>
              <a:t>advanced</a:t>
            </a:r>
            <a:r>
              <a:rPr sz="1069" spc="223" dirty="0">
                <a:latin typeface="Times New Roman"/>
                <a:cs typeface="Times New Roman"/>
              </a:rPr>
              <a:t> </a:t>
            </a:r>
            <a:r>
              <a:rPr sz="1069" dirty="0">
                <a:latin typeface="Times New Roman"/>
                <a:cs typeface="Times New Roman"/>
              </a:rPr>
              <a:t>computer-vision</a:t>
            </a:r>
            <a:r>
              <a:rPr sz="1069" spc="214" dirty="0">
                <a:latin typeface="Times New Roman"/>
                <a:cs typeface="Times New Roman"/>
              </a:rPr>
              <a:t> </a:t>
            </a:r>
            <a:r>
              <a:rPr sz="1069" dirty="0">
                <a:latin typeface="Times New Roman"/>
                <a:cs typeface="Times New Roman"/>
              </a:rPr>
              <a:t>techniques</a:t>
            </a:r>
            <a:r>
              <a:rPr sz="1069" spc="219" dirty="0">
                <a:latin typeface="Times New Roman"/>
                <a:cs typeface="Times New Roman"/>
              </a:rPr>
              <a:t> </a:t>
            </a:r>
            <a:r>
              <a:rPr sz="1069" dirty="0">
                <a:latin typeface="Times New Roman"/>
                <a:cs typeface="Times New Roman"/>
              </a:rPr>
              <a:t>open</a:t>
            </a:r>
            <a:r>
              <a:rPr sz="1069" spc="204" dirty="0">
                <a:latin typeface="Times New Roman"/>
                <a:cs typeface="Times New Roman"/>
              </a:rPr>
              <a:t> </a:t>
            </a:r>
            <a:r>
              <a:rPr sz="1069" dirty="0">
                <a:latin typeface="Times New Roman"/>
                <a:cs typeface="Times New Roman"/>
              </a:rPr>
              <a:t>new</a:t>
            </a:r>
            <a:r>
              <a:rPr sz="1069" spc="214" dirty="0">
                <a:latin typeface="Times New Roman"/>
                <a:cs typeface="Times New Roman"/>
              </a:rPr>
              <a:t> </a:t>
            </a:r>
            <a:r>
              <a:rPr sz="1069" dirty="0">
                <a:latin typeface="Times New Roman"/>
                <a:cs typeface="Times New Roman"/>
              </a:rPr>
              <a:t>possibilities</a:t>
            </a:r>
            <a:r>
              <a:rPr sz="1069" spc="214" dirty="0">
                <a:latin typeface="Times New Roman"/>
                <a:cs typeface="Times New Roman"/>
              </a:rPr>
              <a:t> </a:t>
            </a:r>
            <a:r>
              <a:rPr sz="1069" dirty="0">
                <a:latin typeface="Times New Roman"/>
                <a:cs typeface="Times New Roman"/>
              </a:rPr>
              <a:t>in</a:t>
            </a:r>
            <a:r>
              <a:rPr sz="1069" spc="204" dirty="0">
                <a:latin typeface="Times New Roman"/>
                <a:cs typeface="Times New Roman"/>
              </a:rPr>
              <a:t> </a:t>
            </a:r>
            <a:r>
              <a:rPr sz="1069" spc="-10" dirty="0">
                <a:latin typeface="Times New Roman"/>
                <a:cs typeface="Times New Roman"/>
              </a:rPr>
              <a:t>Human- </a:t>
            </a:r>
            <a:r>
              <a:rPr sz="1069" dirty="0">
                <a:latin typeface="Times New Roman"/>
                <a:cs typeface="Times New Roman"/>
              </a:rPr>
              <a:t>Computer</a:t>
            </a:r>
            <a:r>
              <a:rPr sz="1069" spc="73" dirty="0">
                <a:latin typeface="Times New Roman"/>
                <a:cs typeface="Times New Roman"/>
              </a:rPr>
              <a:t> </a:t>
            </a:r>
            <a:r>
              <a:rPr sz="1069" dirty="0">
                <a:latin typeface="Times New Roman"/>
                <a:cs typeface="Times New Roman"/>
              </a:rPr>
              <a:t>Interaction</a:t>
            </a:r>
            <a:r>
              <a:rPr sz="1069" spc="92" dirty="0">
                <a:latin typeface="Times New Roman"/>
                <a:cs typeface="Times New Roman"/>
              </a:rPr>
              <a:t> </a:t>
            </a:r>
            <a:r>
              <a:rPr sz="1069" dirty="0">
                <a:latin typeface="Times New Roman"/>
                <a:cs typeface="Times New Roman"/>
              </a:rPr>
              <a:t>by</a:t>
            </a:r>
            <a:r>
              <a:rPr sz="1069" spc="78" dirty="0">
                <a:latin typeface="Times New Roman"/>
                <a:cs typeface="Times New Roman"/>
              </a:rPr>
              <a:t> </a:t>
            </a:r>
            <a:r>
              <a:rPr sz="1069" dirty="0">
                <a:latin typeface="Times New Roman"/>
                <a:cs typeface="Times New Roman"/>
              </a:rPr>
              <a:t>making</a:t>
            </a:r>
            <a:r>
              <a:rPr sz="1069" spc="68" dirty="0">
                <a:latin typeface="Times New Roman"/>
                <a:cs typeface="Times New Roman"/>
              </a:rPr>
              <a:t> </a:t>
            </a:r>
            <a:r>
              <a:rPr sz="1069" dirty="0">
                <a:latin typeface="Times New Roman"/>
                <a:cs typeface="Times New Roman"/>
              </a:rPr>
              <a:t>digital</a:t>
            </a:r>
            <a:r>
              <a:rPr sz="1069" spc="111" dirty="0">
                <a:latin typeface="Times New Roman"/>
                <a:cs typeface="Times New Roman"/>
              </a:rPr>
              <a:t> </a:t>
            </a:r>
            <a:r>
              <a:rPr sz="1069" dirty="0">
                <a:latin typeface="Times New Roman"/>
                <a:cs typeface="Times New Roman"/>
              </a:rPr>
              <a:t>systems</a:t>
            </a:r>
            <a:r>
              <a:rPr sz="1069" spc="68" dirty="0">
                <a:latin typeface="Times New Roman"/>
                <a:cs typeface="Times New Roman"/>
              </a:rPr>
              <a:t> </a:t>
            </a:r>
            <a:r>
              <a:rPr sz="1069" dirty="0">
                <a:latin typeface="Times New Roman"/>
                <a:cs typeface="Times New Roman"/>
              </a:rPr>
              <a:t>more</a:t>
            </a:r>
            <a:r>
              <a:rPr sz="1069" spc="92" dirty="0">
                <a:latin typeface="Times New Roman"/>
                <a:cs typeface="Times New Roman"/>
              </a:rPr>
              <a:t> </a:t>
            </a:r>
            <a:r>
              <a:rPr sz="1069" dirty="0">
                <a:latin typeface="Times New Roman"/>
                <a:cs typeface="Times New Roman"/>
              </a:rPr>
              <a:t>natural,</a:t>
            </a:r>
            <a:r>
              <a:rPr sz="1069" spc="92" dirty="0">
                <a:latin typeface="Times New Roman"/>
                <a:cs typeface="Times New Roman"/>
              </a:rPr>
              <a:t> </a:t>
            </a:r>
            <a:r>
              <a:rPr sz="1069" dirty="0">
                <a:latin typeface="Times New Roman"/>
                <a:cs typeface="Times New Roman"/>
              </a:rPr>
              <a:t>intelligent,</a:t>
            </a:r>
            <a:r>
              <a:rPr sz="1069" spc="111" dirty="0">
                <a:latin typeface="Times New Roman"/>
                <a:cs typeface="Times New Roman"/>
              </a:rPr>
              <a:t> </a:t>
            </a:r>
            <a:r>
              <a:rPr sz="1069" dirty="0">
                <a:latin typeface="Times New Roman"/>
                <a:cs typeface="Times New Roman"/>
              </a:rPr>
              <a:t>and</a:t>
            </a:r>
            <a:r>
              <a:rPr sz="1069" spc="83" dirty="0">
                <a:latin typeface="Times New Roman"/>
                <a:cs typeface="Times New Roman"/>
              </a:rPr>
              <a:t> </a:t>
            </a:r>
            <a:r>
              <a:rPr sz="1069" spc="-10" dirty="0">
                <a:latin typeface="Times New Roman"/>
                <a:cs typeface="Times New Roman"/>
              </a:rPr>
              <a:t>accessible.</a:t>
            </a:r>
            <a:endParaRPr sz="1069" dirty="0">
              <a:latin typeface="Times New Roman"/>
              <a:cs typeface="Times New Roman"/>
            </a:endParaRPr>
          </a:p>
          <a:p>
            <a:pPr marL="12347" marR="5556" algn="just">
              <a:lnSpc>
                <a:spcPct val="150000"/>
              </a:lnSpc>
              <a:spcBef>
                <a:spcPts val="5"/>
              </a:spcBef>
            </a:pPr>
            <a:r>
              <a:rPr sz="1069" dirty="0">
                <a:latin typeface="Times New Roman"/>
                <a:cs typeface="Times New Roman"/>
              </a:rPr>
              <a:t>This</a:t>
            </a:r>
            <a:r>
              <a:rPr sz="1069" spc="204" dirty="0">
                <a:latin typeface="Times New Roman"/>
                <a:cs typeface="Times New Roman"/>
              </a:rPr>
              <a:t> </a:t>
            </a:r>
            <a:r>
              <a:rPr sz="1069" dirty="0">
                <a:latin typeface="Times New Roman"/>
                <a:cs typeface="Times New Roman"/>
              </a:rPr>
              <a:t>project</a:t>
            </a:r>
            <a:r>
              <a:rPr sz="1069" spc="194" dirty="0">
                <a:latin typeface="Times New Roman"/>
                <a:cs typeface="Times New Roman"/>
              </a:rPr>
              <a:t> </a:t>
            </a:r>
            <a:r>
              <a:rPr sz="1069" dirty="0">
                <a:latin typeface="Times New Roman"/>
                <a:cs typeface="Times New Roman"/>
              </a:rPr>
              <a:t>focuses</a:t>
            </a:r>
            <a:r>
              <a:rPr sz="1069" spc="198" dirty="0">
                <a:latin typeface="Times New Roman"/>
                <a:cs typeface="Times New Roman"/>
              </a:rPr>
              <a:t> </a:t>
            </a:r>
            <a:r>
              <a:rPr sz="1069" dirty="0">
                <a:latin typeface="Times New Roman"/>
                <a:cs typeface="Times New Roman"/>
              </a:rPr>
              <a:t>on</a:t>
            </a:r>
            <a:r>
              <a:rPr sz="1069" spc="180" dirty="0">
                <a:latin typeface="Times New Roman"/>
                <a:cs typeface="Times New Roman"/>
              </a:rPr>
              <a:t> </a:t>
            </a:r>
            <a:r>
              <a:rPr sz="1069" dirty="0">
                <a:latin typeface="Times New Roman"/>
                <a:cs typeface="Times New Roman"/>
              </a:rPr>
              <a:t>creating</a:t>
            </a:r>
            <a:r>
              <a:rPr sz="1069" spc="185" dirty="0">
                <a:latin typeface="Times New Roman"/>
                <a:cs typeface="Times New Roman"/>
              </a:rPr>
              <a:t> </a:t>
            </a:r>
            <a:r>
              <a:rPr sz="1069" dirty="0">
                <a:latin typeface="Times New Roman"/>
                <a:cs typeface="Times New Roman"/>
              </a:rPr>
              <a:t>a</a:t>
            </a:r>
            <a:r>
              <a:rPr sz="1069" spc="204" dirty="0">
                <a:latin typeface="Times New Roman"/>
                <a:cs typeface="Times New Roman"/>
              </a:rPr>
              <a:t> </a:t>
            </a:r>
            <a:r>
              <a:rPr sz="1069" dirty="0">
                <a:latin typeface="Times New Roman"/>
                <a:cs typeface="Times New Roman"/>
              </a:rPr>
              <a:t>gesture-controlled</a:t>
            </a:r>
            <a:r>
              <a:rPr sz="1069" spc="194" dirty="0">
                <a:latin typeface="Times New Roman"/>
                <a:cs typeface="Times New Roman"/>
              </a:rPr>
              <a:t> </a:t>
            </a:r>
            <a:r>
              <a:rPr sz="1069" dirty="0">
                <a:latin typeface="Times New Roman"/>
                <a:cs typeface="Times New Roman"/>
              </a:rPr>
              <a:t>virtual</a:t>
            </a:r>
            <a:r>
              <a:rPr sz="1069" spc="194" dirty="0">
                <a:latin typeface="Times New Roman"/>
                <a:cs typeface="Times New Roman"/>
              </a:rPr>
              <a:t> </a:t>
            </a:r>
            <a:r>
              <a:rPr sz="1069" dirty="0">
                <a:latin typeface="Times New Roman"/>
                <a:cs typeface="Times New Roman"/>
              </a:rPr>
              <a:t>mouse</a:t>
            </a:r>
            <a:r>
              <a:rPr sz="1069" spc="204" dirty="0">
                <a:latin typeface="Times New Roman"/>
                <a:cs typeface="Times New Roman"/>
              </a:rPr>
              <a:t> </a:t>
            </a:r>
            <a:r>
              <a:rPr sz="1069" dirty="0">
                <a:latin typeface="Times New Roman"/>
                <a:cs typeface="Times New Roman"/>
              </a:rPr>
              <a:t>that</a:t>
            </a:r>
            <a:r>
              <a:rPr sz="1069" spc="194" dirty="0">
                <a:latin typeface="Times New Roman"/>
                <a:cs typeface="Times New Roman"/>
              </a:rPr>
              <a:t> </a:t>
            </a:r>
            <a:r>
              <a:rPr sz="1069" dirty="0">
                <a:latin typeface="Times New Roman"/>
                <a:cs typeface="Times New Roman"/>
              </a:rPr>
              <a:t>allows</a:t>
            </a:r>
            <a:r>
              <a:rPr sz="1069" spc="194" dirty="0">
                <a:latin typeface="Times New Roman"/>
                <a:cs typeface="Times New Roman"/>
              </a:rPr>
              <a:t> </a:t>
            </a:r>
            <a:r>
              <a:rPr sz="1069" dirty="0">
                <a:latin typeface="Times New Roman"/>
                <a:cs typeface="Times New Roman"/>
              </a:rPr>
              <a:t>users</a:t>
            </a:r>
            <a:r>
              <a:rPr sz="1069" spc="185" dirty="0">
                <a:latin typeface="Times New Roman"/>
                <a:cs typeface="Times New Roman"/>
              </a:rPr>
              <a:t> </a:t>
            </a:r>
            <a:r>
              <a:rPr sz="1069" dirty="0">
                <a:latin typeface="Times New Roman"/>
                <a:cs typeface="Times New Roman"/>
              </a:rPr>
              <a:t>to</a:t>
            </a:r>
            <a:r>
              <a:rPr sz="1069" spc="194" dirty="0">
                <a:latin typeface="Times New Roman"/>
                <a:cs typeface="Times New Roman"/>
              </a:rPr>
              <a:t> </a:t>
            </a:r>
            <a:r>
              <a:rPr sz="1069" dirty="0">
                <a:latin typeface="Times New Roman"/>
                <a:cs typeface="Times New Roman"/>
              </a:rPr>
              <a:t>move</a:t>
            </a:r>
            <a:r>
              <a:rPr sz="1069" spc="204" dirty="0">
                <a:latin typeface="Times New Roman"/>
                <a:cs typeface="Times New Roman"/>
              </a:rPr>
              <a:t> </a:t>
            </a:r>
            <a:r>
              <a:rPr sz="1069" spc="-24" dirty="0">
                <a:latin typeface="Times New Roman"/>
                <a:cs typeface="Times New Roman"/>
              </a:rPr>
              <a:t>the </a:t>
            </a:r>
            <a:r>
              <a:rPr sz="1069" dirty="0">
                <a:latin typeface="Times New Roman"/>
                <a:cs typeface="Times New Roman"/>
              </a:rPr>
              <a:t>cursor</a:t>
            </a:r>
            <a:r>
              <a:rPr sz="1069" spc="122" dirty="0">
                <a:latin typeface="Times New Roman"/>
                <a:cs typeface="Times New Roman"/>
              </a:rPr>
              <a:t> </a:t>
            </a:r>
            <a:r>
              <a:rPr sz="1069" dirty="0">
                <a:latin typeface="Times New Roman"/>
                <a:cs typeface="Times New Roman"/>
              </a:rPr>
              <a:t>on</a:t>
            </a:r>
            <a:r>
              <a:rPr sz="1069" spc="126" dirty="0">
                <a:latin typeface="Times New Roman"/>
                <a:cs typeface="Times New Roman"/>
              </a:rPr>
              <a:t> </a:t>
            </a:r>
            <a:r>
              <a:rPr sz="1069" dirty="0">
                <a:latin typeface="Times New Roman"/>
                <a:cs typeface="Times New Roman"/>
              </a:rPr>
              <a:t>the</a:t>
            </a:r>
            <a:r>
              <a:rPr sz="1069" spc="122" dirty="0">
                <a:latin typeface="Times New Roman"/>
                <a:cs typeface="Times New Roman"/>
              </a:rPr>
              <a:t> </a:t>
            </a:r>
            <a:r>
              <a:rPr sz="1069" dirty="0">
                <a:latin typeface="Times New Roman"/>
                <a:cs typeface="Times New Roman"/>
              </a:rPr>
              <a:t>screen</a:t>
            </a:r>
            <a:r>
              <a:rPr sz="1069" spc="126" dirty="0">
                <a:latin typeface="Times New Roman"/>
                <a:cs typeface="Times New Roman"/>
              </a:rPr>
              <a:t> </a:t>
            </a:r>
            <a:r>
              <a:rPr sz="1069" dirty="0">
                <a:latin typeface="Times New Roman"/>
                <a:cs typeface="Times New Roman"/>
              </a:rPr>
              <a:t>without</a:t>
            </a:r>
            <a:r>
              <a:rPr sz="1069" spc="117" dirty="0">
                <a:latin typeface="Times New Roman"/>
                <a:cs typeface="Times New Roman"/>
              </a:rPr>
              <a:t> </a:t>
            </a:r>
            <a:r>
              <a:rPr sz="1069" dirty="0">
                <a:latin typeface="Times New Roman"/>
                <a:cs typeface="Times New Roman"/>
              </a:rPr>
              <a:t>using</a:t>
            </a:r>
            <a:r>
              <a:rPr sz="1069" spc="111" dirty="0">
                <a:latin typeface="Times New Roman"/>
                <a:cs typeface="Times New Roman"/>
              </a:rPr>
              <a:t> </a:t>
            </a:r>
            <a:r>
              <a:rPr sz="1069" dirty="0">
                <a:latin typeface="Times New Roman"/>
                <a:cs typeface="Times New Roman"/>
              </a:rPr>
              <a:t>any</a:t>
            </a:r>
            <a:r>
              <a:rPr sz="1069" spc="117" dirty="0">
                <a:latin typeface="Times New Roman"/>
                <a:cs typeface="Times New Roman"/>
              </a:rPr>
              <a:t> </a:t>
            </a:r>
            <a:r>
              <a:rPr sz="1069" dirty="0">
                <a:latin typeface="Times New Roman"/>
                <a:cs typeface="Times New Roman"/>
              </a:rPr>
              <a:t>physical</a:t>
            </a:r>
            <a:r>
              <a:rPr sz="1069" spc="117" dirty="0">
                <a:latin typeface="Times New Roman"/>
                <a:cs typeface="Times New Roman"/>
              </a:rPr>
              <a:t> </a:t>
            </a:r>
            <a:r>
              <a:rPr sz="1069" dirty="0">
                <a:latin typeface="Times New Roman"/>
                <a:cs typeface="Times New Roman"/>
              </a:rPr>
              <a:t>hardware,</a:t>
            </a:r>
            <a:r>
              <a:rPr sz="1069" spc="111" dirty="0">
                <a:latin typeface="Times New Roman"/>
                <a:cs typeface="Times New Roman"/>
              </a:rPr>
              <a:t> </a:t>
            </a:r>
            <a:r>
              <a:rPr sz="1069" dirty="0">
                <a:latin typeface="Times New Roman"/>
                <a:cs typeface="Times New Roman"/>
              </a:rPr>
              <a:t>such</a:t>
            </a:r>
            <a:r>
              <a:rPr sz="1069" spc="126" dirty="0">
                <a:latin typeface="Times New Roman"/>
                <a:cs typeface="Times New Roman"/>
              </a:rPr>
              <a:t> </a:t>
            </a:r>
            <a:r>
              <a:rPr sz="1069" dirty="0">
                <a:latin typeface="Times New Roman"/>
                <a:cs typeface="Times New Roman"/>
              </a:rPr>
              <a:t>as</a:t>
            </a:r>
            <a:r>
              <a:rPr sz="1069" spc="131" dirty="0">
                <a:latin typeface="Times New Roman"/>
                <a:cs typeface="Times New Roman"/>
              </a:rPr>
              <a:t> </a:t>
            </a:r>
            <a:r>
              <a:rPr sz="1069" dirty="0">
                <a:latin typeface="Times New Roman"/>
                <a:cs typeface="Times New Roman"/>
              </a:rPr>
              <a:t>a</a:t>
            </a:r>
            <a:r>
              <a:rPr sz="1069" spc="122" dirty="0">
                <a:latin typeface="Times New Roman"/>
                <a:cs typeface="Times New Roman"/>
              </a:rPr>
              <a:t> </a:t>
            </a:r>
            <a:r>
              <a:rPr sz="1069" dirty="0">
                <a:latin typeface="Times New Roman"/>
                <a:cs typeface="Times New Roman"/>
              </a:rPr>
              <a:t>traditional</a:t>
            </a:r>
            <a:r>
              <a:rPr sz="1069" spc="141" dirty="0">
                <a:latin typeface="Times New Roman"/>
                <a:cs typeface="Times New Roman"/>
              </a:rPr>
              <a:t> </a:t>
            </a:r>
            <a:r>
              <a:rPr sz="1069" dirty="0">
                <a:latin typeface="Times New Roman"/>
                <a:cs typeface="Times New Roman"/>
              </a:rPr>
              <a:t>mouse.</a:t>
            </a:r>
            <a:r>
              <a:rPr sz="1069" spc="117" dirty="0">
                <a:latin typeface="Times New Roman"/>
                <a:cs typeface="Times New Roman"/>
              </a:rPr>
              <a:t> </a:t>
            </a:r>
            <a:r>
              <a:rPr sz="1069" dirty="0">
                <a:latin typeface="Times New Roman"/>
                <a:cs typeface="Times New Roman"/>
              </a:rPr>
              <a:t>Instead,</a:t>
            </a:r>
            <a:r>
              <a:rPr sz="1069" spc="141" dirty="0">
                <a:latin typeface="Times New Roman"/>
                <a:cs typeface="Times New Roman"/>
              </a:rPr>
              <a:t> </a:t>
            </a:r>
            <a:r>
              <a:rPr sz="1069" spc="-24" dirty="0">
                <a:latin typeface="Times New Roman"/>
                <a:cs typeface="Times New Roman"/>
              </a:rPr>
              <a:t>the</a:t>
            </a:r>
            <a:endParaRPr sz="1069" dirty="0">
              <a:latin typeface="Times New Roman"/>
              <a:cs typeface="Times New Roman"/>
            </a:endParaRPr>
          </a:p>
          <a:p>
            <a:pPr marL="12347" marR="4939" algn="just">
              <a:lnSpc>
                <a:spcPct val="150000"/>
              </a:lnSpc>
              <a:spcBef>
                <a:spcPts val="10"/>
              </a:spcBef>
            </a:pPr>
            <a:r>
              <a:rPr sz="1069" dirty="0">
                <a:latin typeface="Times New Roman"/>
                <a:cs typeface="Times New Roman"/>
              </a:rPr>
              <a:t>system</a:t>
            </a:r>
            <a:r>
              <a:rPr sz="1069" spc="83" dirty="0">
                <a:latin typeface="Times New Roman"/>
                <a:cs typeface="Times New Roman"/>
              </a:rPr>
              <a:t> </a:t>
            </a:r>
            <a:r>
              <a:rPr sz="1069" dirty="0">
                <a:latin typeface="Times New Roman"/>
                <a:cs typeface="Times New Roman"/>
              </a:rPr>
              <a:t>tracks</a:t>
            </a:r>
            <a:r>
              <a:rPr sz="1069" spc="97" dirty="0">
                <a:latin typeface="Times New Roman"/>
                <a:cs typeface="Times New Roman"/>
              </a:rPr>
              <a:t> </a:t>
            </a:r>
            <a:r>
              <a:rPr sz="1069" dirty="0">
                <a:latin typeface="Times New Roman"/>
                <a:cs typeface="Times New Roman"/>
              </a:rPr>
              <a:t>hand</a:t>
            </a:r>
            <a:r>
              <a:rPr sz="1069" spc="97" dirty="0">
                <a:latin typeface="Times New Roman"/>
                <a:cs typeface="Times New Roman"/>
              </a:rPr>
              <a:t> </a:t>
            </a:r>
            <a:r>
              <a:rPr sz="1069" dirty="0">
                <a:latin typeface="Times New Roman"/>
                <a:cs typeface="Times New Roman"/>
              </a:rPr>
              <a:t>and</a:t>
            </a:r>
            <a:r>
              <a:rPr sz="1069" spc="83" dirty="0">
                <a:latin typeface="Times New Roman"/>
                <a:cs typeface="Times New Roman"/>
              </a:rPr>
              <a:t> </a:t>
            </a:r>
            <a:r>
              <a:rPr sz="1069" dirty="0">
                <a:latin typeface="Times New Roman"/>
                <a:cs typeface="Times New Roman"/>
              </a:rPr>
              <a:t>finger</a:t>
            </a:r>
            <a:r>
              <a:rPr sz="1069" spc="92" dirty="0">
                <a:latin typeface="Times New Roman"/>
                <a:cs typeface="Times New Roman"/>
              </a:rPr>
              <a:t> </a:t>
            </a:r>
            <a:r>
              <a:rPr sz="1069" dirty="0">
                <a:latin typeface="Times New Roman"/>
                <a:cs typeface="Times New Roman"/>
              </a:rPr>
              <a:t>movements</a:t>
            </a:r>
            <a:r>
              <a:rPr sz="1069" spc="97" dirty="0">
                <a:latin typeface="Times New Roman"/>
                <a:cs typeface="Times New Roman"/>
              </a:rPr>
              <a:t> </a:t>
            </a:r>
            <a:r>
              <a:rPr sz="1069" dirty="0">
                <a:latin typeface="Times New Roman"/>
                <a:cs typeface="Times New Roman"/>
              </a:rPr>
              <a:t>in</a:t>
            </a:r>
            <a:r>
              <a:rPr sz="1069" spc="97" dirty="0">
                <a:latin typeface="Times New Roman"/>
                <a:cs typeface="Times New Roman"/>
              </a:rPr>
              <a:t> </a:t>
            </a:r>
            <a:r>
              <a:rPr sz="1069" dirty="0">
                <a:latin typeface="Times New Roman"/>
                <a:cs typeface="Times New Roman"/>
              </a:rPr>
              <a:t>real</a:t>
            </a:r>
            <a:r>
              <a:rPr sz="1069" spc="87" dirty="0">
                <a:latin typeface="Times New Roman"/>
                <a:cs typeface="Times New Roman"/>
              </a:rPr>
              <a:t> </a:t>
            </a:r>
            <a:r>
              <a:rPr sz="1069" dirty="0">
                <a:latin typeface="Times New Roman"/>
                <a:cs typeface="Times New Roman"/>
              </a:rPr>
              <a:t>time</a:t>
            </a:r>
            <a:r>
              <a:rPr sz="1069" spc="102" dirty="0">
                <a:latin typeface="Times New Roman"/>
                <a:cs typeface="Times New Roman"/>
              </a:rPr>
              <a:t> </a:t>
            </a:r>
            <a:r>
              <a:rPr sz="1069" dirty="0">
                <a:latin typeface="Times New Roman"/>
                <a:cs typeface="Times New Roman"/>
              </a:rPr>
              <a:t>using</a:t>
            </a:r>
            <a:r>
              <a:rPr sz="1069" spc="68" dirty="0">
                <a:latin typeface="Times New Roman"/>
                <a:cs typeface="Times New Roman"/>
              </a:rPr>
              <a:t> </a:t>
            </a:r>
            <a:r>
              <a:rPr sz="1069" dirty="0">
                <a:latin typeface="Times New Roman"/>
                <a:cs typeface="Times New Roman"/>
              </a:rPr>
              <a:t>a</a:t>
            </a:r>
            <a:r>
              <a:rPr sz="1069" spc="102" dirty="0">
                <a:latin typeface="Times New Roman"/>
                <a:cs typeface="Times New Roman"/>
              </a:rPr>
              <a:t> </a:t>
            </a:r>
            <a:r>
              <a:rPr sz="1069" dirty="0">
                <a:latin typeface="Times New Roman"/>
                <a:cs typeface="Times New Roman"/>
              </a:rPr>
              <a:t>camera.</a:t>
            </a:r>
            <a:r>
              <a:rPr sz="1069" spc="102" dirty="0">
                <a:latin typeface="Times New Roman"/>
                <a:cs typeface="Times New Roman"/>
              </a:rPr>
              <a:t> </a:t>
            </a:r>
            <a:r>
              <a:rPr sz="1069" dirty="0">
                <a:latin typeface="Times New Roman"/>
                <a:cs typeface="Times New Roman"/>
              </a:rPr>
              <a:t>By</a:t>
            </a:r>
            <a:r>
              <a:rPr sz="1069" spc="78" dirty="0">
                <a:latin typeface="Times New Roman"/>
                <a:cs typeface="Times New Roman"/>
              </a:rPr>
              <a:t> </a:t>
            </a:r>
            <a:r>
              <a:rPr sz="1069" dirty="0">
                <a:latin typeface="Times New Roman"/>
                <a:cs typeface="Times New Roman"/>
              </a:rPr>
              <a:t>applying</a:t>
            </a:r>
            <a:r>
              <a:rPr sz="1069" spc="83" dirty="0">
                <a:latin typeface="Times New Roman"/>
                <a:cs typeface="Times New Roman"/>
              </a:rPr>
              <a:t> </a:t>
            </a:r>
            <a:r>
              <a:rPr sz="1069" dirty="0">
                <a:latin typeface="Times New Roman"/>
                <a:cs typeface="Times New Roman"/>
              </a:rPr>
              <a:t>techniques</a:t>
            </a:r>
            <a:r>
              <a:rPr sz="1069" spc="97" dirty="0">
                <a:latin typeface="Times New Roman"/>
                <a:cs typeface="Times New Roman"/>
              </a:rPr>
              <a:t> </a:t>
            </a:r>
            <a:r>
              <a:rPr sz="1069" spc="-19" dirty="0">
                <a:latin typeface="Times New Roman"/>
                <a:cs typeface="Times New Roman"/>
              </a:rPr>
              <a:t>such </a:t>
            </a:r>
            <a:r>
              <a:rPr sz="1069" dirty="0">
                <a:latin typeface="Times New Roman"/>
                <a:cs typeface="Times New Roman"/>
              </a:rPr>
              <a:t>as</a:t>
            </a:r>
            <a:r>
              <a:rPr sz="1069" spc="126" dirty="0">
                <a:latin typeface="Times New Roman"/>
                <a:cs typeface="Times New Roman"/>
              </a:rPr>
              <a:t> </a:t>
            </a:r>
            <a:r>
              <a:rPr sz="1069" dirty="0">
                <a:latin typeface="Times New Roman"/>
                <a:cs typeface="Times New Roman"/>
              </a:rPr>
              <a:t>object</a:t>
            </a:r>
            <a:r>
              <a:rPr sz="1069" spc="111" dirty="0">
                <a:latin typeface="Times New Roman"/>
                <a:cs typeface="Times New Roman"/>
              </a:rPr>
              <a:t> </a:t>
            </a:r>
            <a:r>
              <a:rPr sz="1069" dirty="0">
                <a:latin typeface="Times New Roman"/>
                <a:cs typeface="Times New Roman"/>
              </a:rPr>
              <a:t>detection,</a:t>
            </a:r>
            <a:r>
              <a:rPr sz="1069" spc="131" dirty="0">
                <a:latin typeface="Times New Roman"/>
                <a:cs typeface="Times New Roman"/>
              </a:rPr>
              <a:t> </a:t>
            </a:r>
            <a:r>
              <a:rPr sz="1069" dirty="0">
                <a:latin typeface="Times New Roman"/>
                <a:cs typeface="Times New Roman"/>
              </a:rPr>
              <a:t>image</a:t>
            </a:r>
            <a:r>
              <a:rPr sz="1069" spc="122" dirty="0">
                <a:latin typeface="Times New Roman"/>
                <a:cs typeface="Times New Roman"/>
              </a:rPr>
              <a:t> </a:t>
            </a:r>
            <a:r>
              <a:rPr sz="1069" dirty="0">
                <a:latin typeface="Times New Roman"/>
                <a:cs typeface="Times New Roman"/>
              </a:rPr>
              <a:t>processing,</a:t>
            </a:r>
            <a:r>
              <a:rPr sz="1069" spc="126" dirty="0">
                <a:latin typeface="Times New Roman"/>
                <a:cs typeface="Times New Roman"/>
              </a:rPr>
              <a:t> </a:t>
            </a:r>
            <a:r>
              <a:rPr sz="1069" dirty="0">
                <a:latin typeface="Times New Roman"/>
                <a:cs typeface="Times New Roman"/>
              </a:rPr>
              <a:t>and</a:t>
            </a:r>
            <a:r>
              <a:rPr sz="1069" spc="117" dirty="0">
                <a:latin typeface="Times New Roman"/>
                <a:cs typeface="Times New Roman"/>
              </a:rPr>
              <a:t> </a:t>
            </a:r>
            <a:r>
              <a:rPr sz="1069" dirty="0">
                <a:latin typeface="Times New Roman"/>
                <a:cs typeface="Times New Roman"/>
              </a:rPr>
              <a:t>colour/feature</a:t>
            </a:r>
            <a:r>
              <a:rPr sz="1069" spc="131" dirty="0">
                <a:latin typeface="Times New Roman"/>
                <a:cs typeface="Times New Roman"/>
              </a:rPr>
              <a:t> </a:t>
            </a:r>
            <a:r>
              <a:rPr sz="1069" dirty="0">
                <a:latin typeface="Times New Roman"/>
                <a:cs typeface="Times New Roman"/>
              </a:rPr>
              <a:t>recognition,</a:t>
            </a:r>
            <a:r>
              <a:rPr sz="1069" spc="126" dirty="0">
                <a:latin typeface="Times New Roman"/>
                <a:cs typeface="Times New Roman"/>
              </a:rPr>
              <a:t> </a:t>
            </a:r>
            <a:r>
              <a:rPr sz="1069" dirty="0">
                <a:latin typeface="Times New Roman"/>
                <a:cs typeface="Times New Roman"/>
              </a:rPr>
              <a:t>the</a:t>
            </a:r>
            <a:r>
              <a:rPr sz="1069" spc="122" dirty="0">
                <a:latin typeface="Times New Roman"/>
                <a:cs typeface="Times New Roman"/>
              </a:rPr>
              <a:t> </a:t>
            </a:r>
            <a:r>
              <a:rPr sz="1069" dirty="0">
                <a:latin typeface="Times New Roman"/>
                <a:cs typeface="Times New Roman"/>
              </a:rPr>
              <a:t>system</a:t>
            </a:r>
            <a:r>
              <a:rPr sz="1069" spc="126" dirty="0">
                <a:latin typeface="Times New Roman"/>
                <a:cs typeface="Times New Roman"/>
              </a:rPr>
              <a:t> </a:t>
            </a:r>
            <a:r>
              <a:rPr sz="1069" dirty="0">
                <a:latin typeface="Times New Roman"/>
                <a:cs typeface="Times New Roman"/>
              </a:rPr>
              <a:t>interprets</a:t>
            </a:r>
            <a:r>
              <a:rPr sz="1069" spc="131" dirty="0">
                <a:latin typeface="Times New Roman"/>
                <a:cs typeface="Times New Roman"/>
              </a:rPr>
              <a:t> </a:t>
            </a:r>
            <a:r>
              <a:rPr sz="1069" spc="-10" dirty="0">
                <a:latin typeface="Times New Roman"/>
                <a:cs typeface="Times New Roman"/>
              </a:rPr>
              <a:t>gestures </a:t>
            </a:r>
            <a:r>
              <a:rPr sz="1069" dirty="0">
                <a:latin typeface="Times New Roman"/>
                <a:cs typeface="Times New Roman"/>
              </a:rPr>
              <a:t>and</a:t>
            </a:r>
            <a:r>
              <a:rPr sz="1069" spc="53" dirty="0">
                <a:latin typeface="Times New Roman"/>
                <a:cs typeface="Times New Roman"/>
              </a:rPr>
              <a:t> </a:t>
            </a:r>
            <a:r>
              <a:rPr sz="1069" dirty="0">
                <a:latin typeface="Times New Roman"/>
                <a:cs typeface="Times New Roman"/>
              </a:rPr>
              <a:t>converts</a:t>
            </a:r>
            <a:r>
              <a:rPr sz="1069" spc="63" dirty="0">
                <a:latin typeface="Times New Roman"/>
                <a:cs typeface="Times New Roman"/>
              </a:rPr>
              <a:t> </a:t>
            </a:r>
            <a:r>
              <a:rPr sz="1069" dirty="0">
                <a:latin typeface="Times New Roman"/>
                <a:cs typeface="Times New Roman"/>
              </a:rPr>
              <a:t>them</a:t>
            </a:r>
            <a:r>
              <a:rPr sz="1069" spc="87" dirty="0">
                <a:latin typeface="Times New Roman"/>
                <a:cs typeface="Times New Roman"/>
              </a:rPr>
              <a:t> </a:t>
            </a:r>
            <a:r>
              <a:rPr sz="1069" dirty="0">
                <a:latin typeface="Times New Roman"/>
                <a:cs typeface="Times New Roman"/>
              </a:rPr>
              <a:t>into</a:t>
            </a:r>
            <a:r>
              <a:rPr sz="1069" spc="63" dirty="0">
                <a:latin typeface="Times New Roman"/>
                <a:cs typeface="Times New Roman"/>
              </a:rPr>
              <a:t> </a:t>
            </a:r>
            <a:r>
              <a:rPr sz="1069" dirty="0">
                <a:latin typeface="Times New Roman"/>
                <a:cs typeface="Times New Roman"/>
              </a:rPr>
              <a:t>mouse</a:t>
            </a:r>
            <a:r>
              <a:rPr sz="1069" spc="49" dirty="0">
                <a:latin typeface="Times New Roman"/>
                <a:cs typeface="Times New Roman"/>
              </a:rPr>
              <a:t> </a:t>
            </a:r>
            <a:r>
              <a:rPr sz="1069" spc="-10" dirty="0">
                <a:latin typeface="Times New Roman"/>
                <a:cs typeface="Times New Roman"/>
              </a:rPr>
              <a:t>actions.</a:t>
            </a:r>
            <a:endParaRPr sz="1069" dirty="0">
              <a:latin typeface="Times New Roman"/>
              <a:cs typeface="Times New Roman"/>
            </a:endParaRPr>
          </a:p>
          <a:p>
            <a:pPr marL="12347" marR="4939" algn="just">
              <a:lnSpc>
                <a:spcPct val="150000"/>
              </a:lnSpc>
            </a:pPr>
            <a:r>
              <a:rPr sz="1069" dirty="0">
                <a:latin typeface="Times New Roman"/>
                <a:cs typeface="Times New Roman"/>
              </a:rPr>
              <a:t>The</a:t>
            </a:r>
            <a:r>
              <a:rPr sz="1069" spc="107" dirty="0">
                <a:latin typeface="Times New Roman"/>
                <a:cs typeface="Times New Roman"/>
              </a:rPr>
              <a:t> </a:t>
            </a:r>
            <a:r>
              <a:rPr sz="1069" dirty="0">
                <a:latin typeface="Times New Roman"/>
                <a:cs typeface="Times New Roman"/>
              </a:rPr>
              <a:t>project</a:t>
            </a:r>
            <a:r>
              <a:rPr sz="1069" spc="122" dirty="0">
                <a:latin typeface="Times New Roman"/>
                <a:cs typeface="Times New Roman"/>
              </a:rPr>
              <a:t> </a:t>
            </a:r>
            <a:r>
              <a:rPr sz="1069" dirty="0">
                <a:latin typeface="Times New Roman"/>
                <a:cs typeface="Times New Roman"/>
              </a:rPr>
              <a:t>uses</a:t>
            </a:r>
            <a:r>
              <a:rPr sz="1069" spc="107" dirty="0">
                <a:latin typeface="Times New Roman"/>
                <a:cs typeface="Times New Roman"/>
              </a:rPr>
              <a:t> </a:t>
            </a:r>
            <a:r>
              <a:rPr sz="1069" dirty="0">
                <a:latin typeface="Times New Roman"/>
                <a:cs typeface="Times New Roman"/>
              </a:rPr>
              <a:t>OpenCV,</a:t>
            </a:r>
            <a:r>
              <a:rPr sz="1069" spc="102" dirty="0">
                <a:latin typeface="Times New Roman"/>
                <a:cs typeface="Times New Roman"/>
              </a:rPr>
              <a:t> </a:t>
            </a:r>
            <a:r>
              <a:rPr sz="1069" dirty="0">
                <a:latin typeface="Times New Roman"/>
                <a:cs typeface="Times New Roman"/>
              </a:rPr>
              <a:t>a</a:t>
            </a:r>
            <a:r>
              <a:rPr sz="1069" spc="131" dirty="0">
                <a:latin typeface="Times New Roman"/>
                <a:cs typeface="Times New Roman"/>
              </a:rPr>
              <a:t> </a:t>
            </a:r>
            <a:r>
              <a:rPr sz="1069" dirty="0">
                <a:latin typeface="Times New Roman"/>
                <a:cs typeface="Times New Roman"/>
              </a:rPr>
              <a:t>widely-used</a:t>
            </a:r>
            <a:r>
              <a:rPr sz="1069" spc="117" dirty="0">
                <a:latin typeface="Times New Roman"/>
                <a:cs typeface="Times New Roman"/>
              </a:rPr>
              <a:t> </a:t>
            </a:r>
            <a:r>
              <a:rPr sz="1069" dirty="0">
                <a:latin typeface="Times New Roman"/>
                <a:cs typeface="Times New Roman"/>
              </a:rPr>
              <a:t>Python</a:t>
            </a:r>
            <a:r>
              <a:rPr sz="1069" spc="111" dirty="0">
                <a:latin typeface="Times New Roman"/>
                <a:cs typeface="Times New Roman"/>
              </a:rPr>
              <a:t> </a:t>
            </a:r>
            <a:r>
              <a:rPr sz="1069" dirty="0">
                <a:latin typeface="Times New Roman"/>
                <a:cs typeface="Times New Roman"/>
              </a:rPr>
              <a:t>library</a:t>
            </a:r>
            <a:r>
              <a:rPr sz="1069" spc="97" dirty="0">
                <a:latin typeface="Times New Roman"/>
                <a:cs typeface="Times New Roman"/>
              </a:rPr>
              <a:t> </a:t>
            </a:r>
            <a:r>
              <a:rPr sz="1069" dirty="0">
                <a:latin typeface="Times New Roman"/>
                <a:cs typeface="Times New Roman"/>
              </a:rPr>
              <a:t>for</a:t>
            </a:r>
            <a:r>
              <a:rPr sz="1069" spc="117" dirty="0">
                <a:latin typeface="Times New Roman"/>
                <a:cs typeface="Times New Roman"/>
              </a:rPr>
              <a:t> </a:t>
            </a:r>
            <a:r>
              <a:rPr sz="1069" dirty="0">
                <a:latin typeface="Times New Roman"/>
                <a:cs typeface="Times New Roman"/>
              </a:rPr>
              <a:t>computer</a:t>
            </a:r>
            <a:r>
              <a:rPr sz="1069" spc="111" dirty="0">
                <a:latin typeface="Times New Roman"/>
                <a:cs typeface="Times New Roman"/>
              </a:rPr>
              <a:t> </a:t>
            </a:r>
            <a:r>
              <a:rPr sz="1069" dirty="0">
                <a:latin typeface="Times New Roman"/>
                <a:cs typeface="Times New Roman"/>
              </a:rPr>
              <a:t>vision,</a:t>
            </a:r>
            <a:r>
              <a:rPr sz="1069" spc="131" dirty="0">
                <a:latin typeface="Times New Roman"/>
                <a:cs typeface="Times New Roman"/>
              </a:rPr>
              <a:t> </a:t>
            </a:r>
            <a:r>
              <a:rPr sz="1069" dirty="0">
                <a:latin typeface="Times New Roman"/>
                <a:cs typeface="Times New Roman"/>
              </a:rPr>
              <a:t>to</a:t>
            </a:r>
            <a:r>
              <a:rPr sz="1069" spc="117" dirty="0">
                <a:latin typeface="Times New Roman"/>
                <a:cs typeface="Times New Roman"/>
              </a:rPr>
              <a:t> </a:t>
            </a:r>
            <a:r>
              <a:rPr sz="1069" dirty="0">
                <a:latin typeface="Times New Roman"/>
                <a:cs typeface="Times New Roman"/>
              </a:rPr>
              <a:t>perform</a:t>
            </a:r>
            <a:r>
              <a:rPr sz="1069" spc="102" dirty="0">
                <a:latin typeface="Times New Roman"/>
                <a:cs typeface="Times New Roman"/>
              </a:rPr>
              <a:t> </a:t>
            </a:r>
            <a:r>
              <a:rPr sz="1069" dirty="0">
                <a:latin typeface="Times New Roman"/>
                <a:cs typeface="Times New Roman"/>
              </a:rPr>
              <a:t>tasks</a:t>
            </a:r>
            <a:r>
              <a:rPr sz="1069" spc="92" dirty="0">
                <a:latin typeface="Times New Roman"/>
                <a:cs typeface="Times New Roman"/>
              </a:rPr>
              <a:t> </a:t>
            </a:r>
            <a:r>
              <a:rPr sz="1069" spc="-19" dirty="0">
                <a:latin typeface="Times New Roman"/>
                <a:cs typeface="Times New Roman"/>
              </a:rPr>
              <a:t>such </a:t>
            </a:r>
            <a:r>
              <a:rPr sz="1069" dirty="0">
                <a:latin typeface="Times New Roman"/>
                <a:cs typeface="Times New Roman"/>
              </a:rPr>
              <a:t>as</a:t>
            </a:r>
            <a:r>
              <a:rPr sz="1069" spc="146" dirty="0">
                <a:latin typeface="Times New Roman"/>
                <a:cs typeface="Times New Roman"/>
              </a:rPr>
              <a:t> </a:t>
            </a:r>
            <a:r>
              <a:rPr sz="1069" dirty="0">
                <a:latin typeface="Times New Roman"/>
                <a:cs typeface="Times New Roman"/>
              </a:rPr>
              <a:t>background</a:t>
            </a:r>
            <a:r>
              <a:rPr sz="1069" spc="151" dirty="0">
                <a:latin typeface="Times New Roman"/>
                <a:cs typeface="Times New Roman"/>
              </a:rPr>
              <a:t> </a:t>
            </a:r>
            <a:r>
              <a:rPr sz="1069" dirty="0">
                <a:latin typeface="Times New Roman"/>
                <a:cs typeface="Times New Roman"/>
              </a:rPr>
              <a:t>subtraction,</a:t>
            </a:r>
            <a:r>
              <a:rPr sz="1069" spc="165" dirty="0">
                <a:latin typeface="Times New Roman"/>
                <a:cs typeface="Times New Roman"/>
              </a:rPr>
              <a:t> </a:t>
            </a:r>
            <a:r>
              <a:rPr sz="1069" dirty="0">
                <a:latin typeface="Times New Roman"/>
                <a:cs typeface="Times New Roman"/>
              </a:rPr>
              <a:t>fingertip</a:t>
            </a:r>
            <a:r>
              <a:rPr sz="1069" spc="136" dirty="0">
                <a:latin typeface="Times New Roman"/>
                <a:cs typeface="Times New Roman"/>
              </a:rPr>
              <a:t> </a:t>
            </a:r>
            <a:r>
              <a:rPr sz="1069" dirty="0">
                <a:latin typeface="Times New Roman"/>
                <a:cs typeface="Times New Roman"/>
              </a:rPr>
              <a:t>detection,</a:t>
            </a:r>
            <a:r>
              <a:rPr sz="1069" spc="151" dirty="0">
                <a:latin typeface="Times New Roman"/>
                <a:cs typeface="Times New Roman"/>
              </a:rPr>
              <a:t> </a:t>
            </a:r>
            <a:r>
              <a:rPr sz="1069" dirty="0">
                <a:latin typeface="Times New Roman"/>
                <a:cs typeface="Times New Roman"/>
              </a:rPr>
              <a:t>and</a:t>
            </a:r>
            <a:r>
              <a:rPr sz="1069" spc="141" dirty="0">
                <a:latin typeface="Times New Roman"/>
                <a:cs typeface="Times New Roman"/>
              </a:rPr>
              <a:t> </a:t>
            </a:r>
            <a:r>
              <a:rPr sz="1069" dirty="0">
                <a:latin typeface="Times New Roman"/>
                <a:cs typeface="Times New Roman"/>
              </a:rPr>
              <a:t>convex-hull-based</a:t>
            </a:r>
            <a:r>
              <a:rPr sz="1069" spc="151" dirty="0">
                <a:latin typeface="Times New Roman"/>
                <a:cs typeface="Times New Roman"/>
              </a:rPr>
              <a:t> </a:t>
            </a:r>
            <a:r>
              <a:rPr sz="1069" dirty="0">
                <a:latin typeface="Times New Roman"/>
                <a:cs typeface="Times New Roman"/>
              </a:rPr>
              <a:t>gesture</a:t>
            </a:r>
            <a:r>
              <a:rPr sz="1069" spc="160" dirty="0">
                <a:latin typeface="Times New Roman"/>
                <a:cs typeface="Times New Roman"/>
              </a:rPr>
              <a:t> </a:t>
            </a:r>
            <a:r>
              <a:rPr sz="1069" dirty="0">
                <a:latin typeface="Times New Roman"/>
                <a:cs typeface="Times New Roman"/>
              </a:rPr>
              <a:t>recognition.</a:t>
            </a:r>
            <a:r>
              <a:rPr sz="1069" spc="151" dirty="0">
                <a:latin typeface="Times New Roman"/>
                <a:cs typeface="Times New Roman"/>
              </a:rPr>
              <a:t> </a:t>
            </a:r>
            <a:r>
              <a:rPr sz="1069" spc="-10" dirty="0">
                <a:latin typeface="Times New Roman"/>
                <a:cs typeface="Times New Roman"/>
              </a:rPr>
              <a:t>Through</a:t>
            </a:r>
            <a:endParaRPr sz="1069" dirty="0">
              <a:latin typeface="Times New Roman"/>
              <a:cs typeface="Times New Roman"/>
            </a:endParaRPr>
          </a:p>
          <a:p>
            <a:pPr marL="12347" marR="7408" algn="just">
              <a:lnSpc>
                <a:spcPct val="150000"/>
              </a:lnSpc>
              <a:spcBef>
                <a:spcPts val="10"/>
              </a:spcBef>
            </a:pPr>
            <a:r>
              <a:rPr sz="1069" dirty="0">
                <a:latin typeface="Times New Roman"/>
                <a:cs typeface="Times New Roman"/>
              </a:rPr>
              <a:t>these</a:t>
            </a:r>
            <a:r>
              <a:rPr sz="1069" spc="374" dirty="0">
                <a:latin typeface="Times New Roman"/>
                <a:cs typeface="Times New Roman"/>
              </a:rPr>
              <a:t> </a:t>
            </a:r>
            <a:r>
              <a:rPr sz="1069" dirty="0">
                <a:latin typeface="Times New Roman"/>
                <a:cs typeface="Times New Roman"/>
              </a:rPr>
              <a:t>techniques,</a:t>
            </a:r>
            <a:r>
              <a:rPr sz="1069" spc="374" dirty="0">
                <a:latin typeface="Times New Roman"/>
                <a:cs typeface="Times New Roman"/>
              </a:rPr>
              <a:t> </a:t>
            </a:r>
            <a:r>
              <a:rPr sz="1069" dirty="0">
                <a:latin typeface="Times New Roman"/>
                <a:cs typeface="Times New Roman"/>
              </a:rPr>
              <a:t>the</a:t>
            </a:r>
            <a:r>
              <a:rPr sz="1069" spc="360" dirty="0">
                <a:latin typeface="Times New Roman"/>
                <a:cs typeface="Times New Roman"/>
              </a:rPr>
              <a:t> </a:t>
            </a:r>
            <a:r>
              <a:rPr sz="1069" dirty="0">
                <a:latin typeface="Times New Roman"/>
                <a:cs typeface="Times New Roman"/>
              </a:rPr>
              <a:t>system</a:t>
            </a:r>
            <a:r>
              <a:rPr sz="1069" spc="379" dirty="0">
                <a:latin typeface="Times New Roman"/>
                <a:cs typeface="Times New Roman"/>
              </a:rPr>
              <a:t> </a:t>
            </a:r>
            <a:r>
              <a:rPr sz="1069" dirty="0">
                <a:latin typeface="Times New Roman"/>
                <a:cs typeface="Times New Roman"/>
              </a:rPr>
              <a:t>identifies</a:t>
            </a:r>
            <a:r>
              <a:rPr sz="1069" spc="389" dirty="0">
                <a:latin typeface="Times New Roman"/>
                <a:cs typeface="Times New Roman"/>
              </a:rPr>
              <a:t> </a:t>
            </a:r>
            <a:r>
              <a:rPr sz="1069" dirty="0">
                <a:latin typeface="Times New Roman"/>
                <a:cs typeface="Times New Roman"/>
              </a:rPr>
              <a:t>hand</a:t>
            </a:r>
            <a:r>
              <a:rPr sz="1069" spc="365" dirty="0">
                <a:latin typeface="Times New Roman"/>
                <a:cs typeface="Times New Roman"/>
              </a:rPr>
              <a:t> </a:t>
            </a:r>
            <a:r>
              <a:rPr sz="1069" dirty="0">
                <a:latin typeface="Times New Roman"/>
                <a:cs typeface="Times New Roman"/>
              </a:rPr>
              <a:t>shapes</a:t>
            </a:r>
            <a:r>
              <a:rPr sz="1069" spc="389" dirty="0">
                <a:latin typeface="Times New Roman"/>
                <a:cs typeface="Times New Roman"/>
              </a:rPr>
              <a:t> </a:t>
            </a:r>
            <a:r>
              <a:rPr sz="1069" dirty="0">
                <a:latin typeface="Times New Roman"/>
                <a:cs typeface="Times New Roman"/>
              </a:rPr>
              <a:t>and</a:t>
            </a:r>
            <a:r>
              <a:rPr sz="1069" spc="360" dirty="0">
                <a:latin typeface="Times New Roman"/>
                <a:cs typeface="Times New Roman"/>
              </a:rPr>
              <a:t> </a:t>
            </a:r>
            <a:r>
              <a:rPr sz="1069" dirty="0">
                <a:latin typeface="Times New Roman"/>
                <a:cs typeface="Times New Roman"/>
              </a:rPr>
              <a:t>motions</a:t>
            </a:r>
            <a:r>
              <a:rPr sz="1069" spc="374" dirty="0">
                <a:latin typeface="Times New Roman"/>
                <a:cs typeface="Times New Roman"/>
              </a:rPr>
              <a:t> </a:t>
            </a:r>
            <a:r>
              <a:rPr sz="1069" dirty="0">
                <a:latin typeface="Times New Roman"/>
                <a:cs typeface="Times New Roman"/>
              </a:rPr>
              <a:t>to</a:t>
            </a:r>
            <a:r>
              <a:rPr sz="1069" spc="365" dirty="0">
                <a:latin typeface="Times New Roman"/>
                <a:cs typeface="Times New Roman"/>
              </a:rPr>
              <a:t> </a:t>
            </a:r>
            <a:r>
              <a:rPr sz="1069" dirty="0">
                <a:latin typeface="Times New Roman"/>
                <a:cs typeface="Times New Roman"/>
              </a:rPr>
              <a:t>enable</a:t>
            </a:r>
            <a:r>
              <a:rPr sz="1069" spc="379" dirty="0">
                <a:latin typeface="Times New Roman"/>
                <a:cs typeface="Times New Roman"/>
              </a:rPr>
              <a:t> </a:t>
            </a:r>
            <a:r>
              <a:rPr sz="1069" dirty="0">
                <a:latin typeface="Times New Roman"/>
                <a:cs typeface="Times New Roman"/>
              </a:rPr>
              <a:t>cursor</a:t>
            </a:r>
            <a:r>
              <a:rPr sz="1069" spc="365" dirty="0">
                <a:latin typeface="Times New Roman"/>
                <a:cs typeface="Times New Roman"/>
              </a:rPr>
              <a:t> </a:t>
            </a:r>
            <a:r>
              <a:rPr sz="1069" spc="-10" dirty="0">
                <a:latin typeface="Times New Roman"/>
                <a:cs typeface="Times New Roman"/>
              </a:rPr>
              <a:t>movement, </a:t>
            </a:r>
            <a:r>
              <a:rPr sz="1069" dirty="0">
                <a:latin typeface="Times New Roman"/>
                <a:cs typeface="Times New Roman"/>
              </a:rPr>
              <a:t>clicking,</a:t>
            </a:r>
            <a:r>
              <a:rPr sz="1069" spc="92" dirty="0">
                <a:latin typeface="Times New Roman"/>
                <a:cs typeface="Times New Roman"/>
              </a:rPr>
              <a:t> </a:t>
            </a:r>
            <a:r>
              <a:rPr sz="1069" dirty="0">
                <a:latin typeface="Times New Roman"/>
                <a:cs typeface="Times New Roman"/>
              </a:rPr>
              <a:t>and</a:t>
            </a:r>
            <a:r>
              <a:rPr sz="1069" spc="53" dirty="0">
                <a:latin typeface="Times New Roman"/>
                <a:cs typeface="Times New Roman"/>
              </a:rPr>
              <a:t> </a:t>
            </a:r>
            <a:r>
              <a:rPr sz="1069" dirty="0">
                <a:latin typeface="Times New Roman"/>
                <a:cs typeface="Times New Roman"/>
              </a:rPr>
              <a:t>other</a:t>
            </a:r>
            <a:r>
              <a:rPr sz="1069" spc="49" dirty="0">
                <a:latin typeface="Times New Roman"/>
                <a:cs typeface="Times New Roman"/>
              </a:rPr>
              <a:t> </a:t>
            </a:r>
            <a:r>
              <a:rPr sz="1069" spc="-10" dirty="0">
                <a:latin typeface="Times New Roman"/>
                <a:cs typeface="Times New Roman"/>
              </a:rPr>
              <a:t>interactions.</a:t>
            </a:r>
            <a:endParaRPr sz="1069" dirty="0">
              <a:latin typeface="Times New Roman"/>
              <a:cs typeface="Times New Roman"/>
            </a:endParaRPr>
          </a:p>
          <a:p>
            <a:pPr marL="12347" marR="7408" algn="just">
              <a:lnSpc>
                <a:spcPct val="150000"/>
              </a:lnSpc>
            </a:pPr>
            <a:r>
              <a:rPr sz="1069" dirty="0">
                <a:latin typeface="Times New Roman"/>
                <a:cs typeface="Times New Roman"/>
              </a:rPr>
              <a:t>Traditional</a:t>
            </a:r>
            <a:r>
              <a:rPr sz="1069" spc="83" dirty="0">
                <a:latin typeface="Times New Roman"/>
                <a:cs typeface="Times New Roman"/>
              </a:rPr>
              <a:t> </a:t>
            </a:r>
            <a:r>
              <a:rPr sz="1069" dirty="0">
                <a:latin typeface="Times New Roman"/>
                <a:cs typeface="Times New Roman"/>
              </a:rPr>
              <a:t>mice</a:t>
            </a:r>
            <a:r>
              <a:rPr sz="1069" spc="107" dirty="0">
                <a:latin typeface="Times New Roman"/>
                <a:cs typeface="Times New Roman"/>
              </a:rPr>
              <a:t> </a:t>
            </a:r>
            <a:r>
              <a:rPr sz="1069" dirty="0">
                <a:latin typeface="Times New Roman"/>
                <a:cs typeface="Times New Roman"/>
              </a:rPr>
              <a:t>can</a:t>
            </a:r>
            <a:r>
              <a:rPr sz="1069" spc="92" dirty="0">
                <a:latin typeface="Times New Roman"/>
                <a:cs typeface="Times New Roman"/>
              </a:rPr>
              <a:t> </a:t>
            </a:r>
            <a:r>
              <a:rPr sz="1069" dirty="0">
                <a:latin typeface="Times New Roman"/>
                <a:cs typeface="Times New Roman"/>
              </a:rPr>
              <a:t>be</a:t>
            </a:r>
            <a:r>
              <a:rPr sz="1069" spc="92" dirty="0">
                <a:latin typeface="Times New Roman"/>
                <a:cs typeface="Times New Roman"/>
              </a:rPr>
              <a:t> </a:t>
            </a:r>
            <a:r>
              <a:rPr sz="1069" dirty="0">
                <a:latin typeface="Times New Roman"/>
                <a:cs typeface="Times New Roman"/>
              </a:rPr>
              <a:t>limiting</a:t>
            </a:r>
            <a:r>
              <a:rPr sz="1069" spc="78" dirty="0">
                <a:latin typeface="Times New Roman"/>
                <a:cs typeface="Times New Roman"/>
              </a:rPr>
              <a:t> </a:t>
            </a:r>
            <a:r>
              <a:rPr sz="1069" dirty="0">
                <a:latin typeface="Times New Roman"/>
                <a:cs typeface="Times New Roman"/>
              </a:rPr>
              <a:t>or</a:t>
            </a:r>
            <a:r>
              <a:rPr sz="1069" spc="73" dirty="0">
                <a:latin typeface="Times New Roman"/>
                <a:cs typeface="Times New Roman"/>
              </a:rPr>
              <a:t> </a:t>
            </a:r>
            <a:r>
              <a:rPr sz="1069" dirty="0">
                <a:latin typeface="Times New Roman"/>
                <a:cs typeface="Times New Roman"/>
              </a:rPr>
              <a:t>difficult</a:t>
            </a:r>
            <a:r>
              <a:rPr sz="1069" spc="87" dirty="0">
                <a:latin typeface="Times New Roman"/>
                <a:cs typeface="Times New Roman"/>
              </a:rPr>
              <a:t> </a:t>
            </a:r>
            <a:r>
              <a:rPr sz="1069" dirty="0">
                <a:latin typeface="Times New Roman"/>
                <a:cs typeface="Times New Roman"/>
              </a:rPr>
              <a:t>for</a:t>
            </a:r>
            <a:r>
              <a:rPr sz="1069" spc="92" dirty="0">
                <a:latin typeface="Times New Roman"/>
                <a:cs typeface="Times New Roman"/>
              </a:rPr>
              <a:t> </a:t>
            </a:r>
            <a:r>
              <a:rPr sz="1069" dirty="0">
                <a:latin typeface="Times New Roman"/>
                <a:cs typeface="Times New Roman"/>
              </a:rPr>
              <a:t>users</a:t>
            </a:r>
            <a:r>
              <a:rPr sz="1069" spc="78" dirty="0">
                <a:latin typeface="Times New Roman"/>
                <a:cs typeface="Times New Roman"/>
              </a:rPr>
              <a:t> </a:t>
            </a:r>
            <a:r>
              <a:rPr sz="1069" dirty="0">
                <a:latin typeface="Times New Roman"/>
                <a:cs typeface="Times New Roman"/>
              </a:rPr>
              <a:t>with</a:t>
            </a:r>
            <a:r>
              <a:rPr sz="1069" spc="92" dirty="0">
                <a:latin typeface="Times New Roman"/>
                <a:cs typeface="Times New Roman"/>
              </a:rPr>
              <a:t> </a:t>
            </a:r>
            <a:r>
              <a:rPr sz="1069" dirty="0">
                <a:latin typeface="Times New Roman"/>
                <a:cs typeface="Times New Roman"/>
              </a:rPr>
              <a:t>mobility</a:t>
            </a:r>
            <a:r>
              <a:rPr sz="1069" spc="83" dirty="0">
                <a:latin typeface="Times New Roman"/>
                <a:cs typeface="Times New Roman"/>
              </a:rPr>
              <a:t> </a:t>
            </a:r>
            <a:r>
              <a:rPr sz="1069" dirty="0">
                <a:latin typeface="Times New Roman"/>
                <a:cs typeface="Times New Roman"/>
              </a:rPr>
              <a:t>challenges.</a:t>
            </a:r>
            <a:r>
              <a:rPr sz="1069" spc="78" dirty="0">
                <a:latin typeface="Times New Roman"/>
                <a:cs typeface="Times New Roman"/>
              </a:rPr>
              <a:t> </a:t>
            </a:r>
            <a:r>
              <a:rPr sz="1069" dirty="0">
                <a:latin typeface="Times New Roman"/>
                <a:cs typeface="Times New Roman"/>
              </a:rPr>
              <a:t>A</a:t>
            </a:r>
            <a:r>
              <a:rPr sz="1069" spc="92" dirty="0">
                <a:latin typeface="Times New Roman"/>
                <a:cs typeface="Times New Roman"/>
              </a:rPr>
              <a:t> </a:t>
            </a:r>
            <a:r>
              <a:rPr sz="1069" dirty="0">
                <a:latin typeface="Times New Roman"/>
                <a:cs typeface="Times New Roman"/>
              </a:rPr>
              <a:t>gesture-</a:t>
            </a:r>
            <a:r>
              <a:rPr sz="1069" spc="-10" dirty="0">
                <a:latin typeface="Times New Roman"/>
                <a:cs typeface="Times New Roman"/>
              </a:rPr>
              <a:t>controlled </a:t>
            </a:r>
            <a:r>
              <a:rPr sz="1069" dirty="0">
                <a:latin typeface="Times New Roman"/>
                <a:cs typeface="Times New Roman"/>
              </a:rPr>
              <a:t>virtual</a:t>
            </a:r>
            <a:r>
              <a:rPr sz="1069" spc="394" dirty="0">
                <a:latin typeface="Times New Roman"/>
                <a:cs typeface="Times New Roman"/>
              </a:rPr>
              <a:t> </a:t>
            </a:r>
            <a:r>
              <a:rPr sz="1069" dirty="0">
                <a:latin typeface="Times New Roman"/>
                <a:cs typeface="Times New Roman"/>
              </a:rPr>
              <a:t>mouse</a:t>
            </a:r>
            <a:r>
              <a:rPr sz="1069" spc="403" dirty="0">
                <a:latin typeface="Times New Roman"/>
                <a:cs typeface="Times New Roman"/>
              </a:rPr>
              <a:t> </a:t>
            </a:r>
            <a:r>
              <a:rPr sz="1069" dirty="0">
                <a:latin typeface="Times New Roman"/>
                <a:cs typeface="Times New Roman"/>
              </a:rPr>
              <a:t>offers</a:t>
            </a:r>
            <a:r>
              <a:rPr sz="1069" spc="384" dirty="0">
                <a:latin typeface="Times New Roman"/>
                <a:cs typeface="Times New Roman"/>
              </a:rPr>
              <a:t> </a:t>
            </a:r>
            <a:r>
              <a:rPr sz="1069" dirty="0">
                <a:latin typeface="Times New Roman"/>
                <a:cs typeface="Times New Roman"/>
              </a:rPr>
              <a:t>a</a:t>
            </a:r>
            <a:r>
              <a:rPr sz="1069" spc="384" dirty="0">
                <a:latin typeface="Times New Roman"/>
                <a:cs typeface="Times New Roman"/>
              </a:rPr>
              <a:t> </a:t>
            </a:r>
            <a:r>
              <a:rPr sz="1069" dirty="0">
                <a:latin typeface="Times New Roman"/>
                <a:cs typeface="Times New Roman"/>
              </a:rPr>
              <a:t>more</a:t>
            </a:r>
            <a:r>
              <a:rPr sz="1069" spc="403" dirty="0">
                <a:latin typeface="Times New Roman"/>
                <a:cs typeface="Times New Roman"/>
              </a:rPr>
              <a:t> </a:t>
            </a:r>
            <a:r>
              <a:rPr sz="1069" dirty="0">
                <a:latin typeface="Times New Roman"/>
                <a:cs typeface="Times New Roman"/>
              </a:rPr>
              <a:t>intuitive,</a:t>
            </a:r>
            <a:r>
              <a:rPr sz="1069" spc="408" dirty="0">
                <a:latin typeface="Times New Roman"/>
                <a:cs typeface="Times New Roman"/>
              </a:rPr>
              <a:t> </a:t>
            </a:r>
            <a:r>
              <a:rPr sz="1069" dirty="0">
                <a:latin typeface="Times New Roman"/>
                <a:cs typeface="Times New Roman"/>
              </a:rPr>
              <a:t>touch-free,</a:t>
            </a:r>
            <a:r>
              <a:rPr sz="1069" spc="408" dirty="0">
                <a:latin typeface="Times New Roman"/>
                <a:cs typeface="Times New Roman"/>
              </a:rPr>
              <a:t> </a:t>
            </a:r>
            <a:r>
              <a:rPr sz="1069" dirty="0">
                <a:latin typeface="Times New Roman"/>
                <a:cs typeface="Times New Roman"/>
              </a:rPr>
              <a:t>and</a:t>
            </a:r>
            <a:r>
              <a:rPr sz="1069" spc="394" dirty="0">
                <a:latin typeface="Times New Roman"/>
                <a:cs typeface="Times New Roman"/>
              </a:rPr>
              <a:t> </a:t>
            </a:r>
            <a:r>
              <a:rPr sz="1069" dirty="0">
                <a:latin typeface="Times New Roman"/>
                <a:cs typeface="Times New Roman"/>
              </a:rPr>
              <a:t>accessible</a:t>
            </a:r>
            <a:r>
              <a:rPr sz="1069" spc="403" dirty="0">
                <a:latin typeface="Times New Roman"/>
                <a:cs typeface="Times New Roman"/>
              </a:rPr>
              <a:t> </a:t>
            </a:r>
            <a:r>
              <a:rPr sz="1069" dirty="0">
                <a:latin typeface="Times New Roman"/>
                <a:cs typeface="Times New Roman"/>
              </a:rPr>
              <a:t>method</a:t>
            </a:r>
            <a:r>
              <a:rPr sz="1069" spc="408" dirty="0">
                <a:latin typeface="Times New Roman"/>
                <a:cs typeface="Times New Roman"/>
              </a:rPr>
              <a:t> </a:t>
            </a:r>
            <a:r>
              <a:rPr sz="1069" dirty="0">
                <a:latin typeface="Times New Roman"/>
                <a:cs typeface="Times New Roman"/>
              </a:rPr>
              <a:t>for</a:t>
            </a:r>
            <a:r>
              <a:rPr sz="1069" spc="394" dirty="0">
                <a:latin typeface="Times New Roman"/>
                <a:cs typeface="Times New Roman"/>
              </a:rPr>
              <a:t> </a:t>
            </a:r>
            <a:r>
              <a:rPr sz="1069" dirty="0">
                <a:latin typeface="Times New Roman"/>
                <a:cs typeface="Times New Roman"/>
              </a:rPr>
              <a:t>interacting</a:t>
            </a:r>
            <a:r>
              <a:rPr sz="1069" spc="379" dirty="0">
                <a:latin typeface="Times New Roman"/>
                <a:cs typeface="Times New Roman"/>
              </a:rPr>
              <a:t> </a:t>
            </a:r>
            <a:r>
              <a:rPr sz="1069" spc="-19" dirty="0">
                <a:latin typeface="Times New Roman"/>
                <a:cs typeface="Times New Roman"/>
              </a:rPr>
              <a:t>with </a:t>
            </a:r>
            <a:r>
              <a:rPr sz="1069" dirty="0">
                <a:latin typeface="Times New Roman"/>
                <a:cs typeface="Times New Roman"/>
              </a:rPr>
              <a:t>computers,</a:t>
            </a:r>
            <a:r>
              <a:rPr sz="1069" spc="83" dirty="0">
                <a:latin typeface="Times New Roman"/>
                <a:cs typeface="Times New Roman"/>
              </a:rPr>
              <a:t> </a:t>
            </a:r>
            <a:r>
              <a:rPr sz="1069" dirty="0">
                <a:latin typeface="Times New Roman"/>
                <a:cs typeface="Times New Roman"/>
              </a:rPr>
              <a:t>making</a:t>
            </a:r>
            <a:r>
              <a:rPr sz="1069" spc="78" dirty="0">
                <a:latin typeface="Times New Roman"/>
                <a:cs typeface="Times New Roman"/>
              </a:rPr>
              <a:t> </a:t>
            </a:r>
            <a:r>
              <a:rPr sz="1069" dirty="0">
                <a:latin typeface="Times New Roman"/>
                <a:cs typeface="Times New Roman"/>
              </a:rPr>
              <a:t>it</a:t>
            </a:r>
            <a:r>
              <a:rPr sz="1069" spc="73" dirty="0">
                <a:latin typeface="Times New Roman"/>
                <a:cs typeface="Times New Roman"/>
              </a:rPr>
              <a:t> </a:t>
            </a:r>
            <a:r>
              <a:rPr sz="1069" dirty="0">
                <a:latin typeface="Times New Roman"/>
                <a:cs typeface="Times New Roman"/>
              </a:rPr>
              <a:t>a</a:t>
            </a:r>
            <a:r>
              <a:rPr sz="1069" spc="92" dirty="0">
                <a:latin typeface="Times New Roman"/>
                <a:cs typeface="Times New Roman"/>
              </a:rPr>
              <a:t> </a:t>
            </a:r>
            <a:r>
              <a:rPr sz="1069" dirty="0">
                <a:latin typeface="Times New Roman"/>
                <a:cs typeface="Times New Roman"/>
              </a:rPr>
              <a:t>promising</a:t>
            </a:r>
            <a:r>
              <a:rPr sz="1069" spc="83" dirty="0">
                <a:latin typeface="Times New Roman"/>
                <a:cs typeface="Times New Roman"/>
              </a:rPr>
              <a:t> </a:t>
            </a:r>
            <a:r>
              <a:rPr sz="1069" dirty="0">
                <a:latin typeface="Times New Roman"/>
                <a:cs typeface="Times New Roman"/>
              </a:rPr>
              <a:t>alternative</a:t>
            </a:r>
            <a:r>
              <a:rPr sz="1069" spc="131" dirty="0">
                <a:latin typeface="Times New Roman"/>
                <a:cs typeface="Times New Roman"/>
              </a:rPr>
              <a:t> </a:t>
            </a:r>
            <a:r>
              <a:rPr sz="1069" dirty="0">
                <a:latin typeface="Times New Roman"/>
                <a:cs typeface="Times New Roman"/>
              </a:rPr>
              <a:t>in</a:t>
            </a:r>
            <a:r>
              <a:rPr sz="1069" spc="83" dirty="0">
                <a:latin typeface="Times New Roman"/>
                <a:cs typeface="Times New Roman"/>
              </a:rPr>
              <a:t> </a:t>
            </a:r>
            <a:r>
              <a:rPr sz="1069" dirty="0">
                <a:latin typeface="Times New Roman"/>
                <a:cs typeface="Times New Roman"/>
              </a:rPr>
              <a:t>modern</a:t>
            </a:r>
            <a:r>
              <a:rPr sz="1069" spc="97" dirty="0">
                <a:latin typeface="Times New Roman"/>
                <a:cs typeface="Times New Roman"/>
              </a:rPr>
              <a:t> </a:t>
            </a:r>
            <a:r>
              <a:rPr sz="1069" dirty="0">
                <a:latin typeface="Times New Roman"/>
                <a:cs typeface="Times New Roman"/>
              </a:rPr>
              <a:t>Human-Computer</a:t>
            </a:r>
            <a:r>
              <a:rPr sz="1069" spc="92" dirty="0">
                <a:latin typeface="Times New Roman"/>
                <a:cs typeface="Times New Roman"/>
              </a:rPr>
              <a:t> </a:t>
            </a:r>
            <a:r>
              <a:rPr sz="1069" spc="-10" dirty="0">
                <a:latin typeface="Times New Roman"/>
                <a:cs typeface="Times New Roman"/>
              </a:rPr>
              <a:t>Interaction.</a:t>
            </a:r>
            <a:endParaRPr sz="1069" dirty="0">
              <a:latin typeface="Times New Roman"/>
              <a:cs typeface="Times New Roman"/>
            </a:endParaRPr>
          </a:p>
          <a:p>
            <a:pPr>
              <a:lnSpc>
                <a:spcPct val="150000"/>
              </a:lnSpc>
              <a:spcBef>
                <a:spcPts val="321"/>
              </a:spcBef>
            </a:pPr>
            <a:endParaRPr sz="1069" dirty="0">
              <a:latin typeface="Times New Roman"/>
              <a:cs typeface="Times New Roman"/>
            </a:endParaRPr>
          </a:p>
          <a:p>
            <a:pPr marL="24077">
              <a:lnSpc>
                <a:spcPct val="150000"/>
              </a:lnSpc>
              <a:tabLst>
                <a:tab pos="301883" algn="l"/>
              </a:tabLst>
            </a:pPr>
            <a:r>
              <a:rPr lang="en-US" sz="1600" b="1" spc="-10" dirty="0">
                <a:latin typeface="Times New Roman"/>
                <a:cs typeface="Times New Roman"/>
              </a:rPr>
              <a:t>1.2 </a:t>
            </a:r>
            <a:r>
              <a:rPr sz="1600" b="1" spc="-10" dirty="0">
                <a:latin typeface="Times New Roman"/>
                <a:cs typeface="Times New Roman"/>
              </a:rPr>
              <a:t>Objectives</a:t>
            </a:r>
            <a:endParaRPr sz="1600" dirty="0">
              <a:latin typeface="Times New Roman"/>
              <a:cs typeface="Times New Roman"/>
            </a:endParaRPr>
          </a:p>
          <a:p>
            <a:pPr marL="438933" marR="10495" lvl="1" indent="-208046" algn="just">
              <a:lnSpc>
                <a:spcPct val="150000"/>
              </a:lnSpc>
              <a:spcBef>
                <a:spcPts val="68"/>
              </a:spcBef>
              <a:buSzPct val="90909"/>
              <a:buFont typeface="Symbol"/>
              <a:buChar char=""/>
              <a:tabLst>
                <a:tab pos="440168" algn="l"/>
              </a:tabLst>
            </a:pPr>
            <a:r>
              <a:rPr sz="1069" dirty="0">
                <a:latin typeface="Times New Roman"/>
                <a:cs typeface="Times New Roman"/>
              </a:rPr>
              <a:t>The</a:t>
            </a:r>
            <a:r>
              <a:rPr sz="1069" spc="92" dirty="0">
                <a:latin typeface="Times New Roman"/>
                <a:cs typeface="Times New Roman"/>
              </a:rPr>
              <a:t> </a:t>
            </a:r>
            <a:r>
              <a:rPr sz="1069" dirty="0">
                <a:latin typeface="Times New Roman"/>
                <a:cs typeface="Times New Roman"/>
              </a:rPr>
              <a:t>primary</a:t>
            </a:r>
            <a:r>
              <a:rPr sz="1069" spc="92" dirty="0">
                <a:latin typeface="Times New Roman"/>
                <a:cs typeface="Times New Roman"/>
              </a:rPr>
              <a:t> </a:t>
            </a:r>
            <a:r>
              <a:rPr sz="1069" dirty="0">
                <a:latin typeface="Times New Roman"/>
                <a:cs typeface="Times New Roman"/>
              </a:rPr>
              <a:t>objective</a:t>
            </a:r>
            <a:r>
              <a:rPr sz="1069" spc="107" dirty="0">
                <a:latin typeface="Times New Roman"/>
                <a:cs typeface="Times New Roman"/>
              </a:rPr>
              <a:t> </a:t>
            </a:r>
            <a:r>
              <a:rPr sz="1069" dirty="0">
                <a:latin typeface="Times New Roman"/>
                <a:cs typeface="Times New Roman"/>
              </a:rPr>
              <a:t>of</a:t>
            </a:r>
            <a:r>
              <a:rPr sz="1069" spc="97" dirty="0">
                <a:latin typeface="Times New Roman"/>
                <a:cs typeface="Times New Roman"/>
              </a:rPr>
              <a:t> </a:t>
            </a:r>
            <a:r>
              <a:rPr sz="1069" dirty="0">
                <a:latin typeface="Times New Roman"/>
                <a:cs typeface="Times New Roman"/>
              </a:rPr>
              <a:t>this</a:t>
            </a:r>
            <a:r>
              <a:rPr sz="1069" spc="102" dirty="0">
                <a:latin typeface="Times New Roman"/>
                <a:cs typeface="Times New Roman"/>
              </a:rPr>
              <a:t> </a:t>
            </a:r>
            <a:r>
              <a:rPr sz="1069" dirty="0">
                <a:latin typeface="Times New Roman"/>
                <a:cs typeface="Times New Roman"/>
              </a:rPr>
              <a:t>project</a:t>
            </a:r>
            <a:r>
              <a:rPr sz="1069" spc="92" dirty="0">
                <a:latin typeface="Times New Roman"/>
                <a:cs typeface="Times New Roman"/>
              </a:rPr>
              <a:t> </a:t>
            </a:r>
            <a:r>
              <a:rPr sz="1069" dirty="0">
                <a:latin typeface="Times New Roman"/>
                <a:cs typeface="Times New Roman"/>
              </a:rPr>
              <a:t>is</a:t>
            </a:r>
            <a:r>
              <a:rPr sz="1069" spc="102" dirty="0">
                <a:latin typeface="Times New Roman"/>
                <a:cs typeface="Times New Roman"/>
              </a:rPr>
              <a:t> </a:t>
            </a:r>
            <a:r>
              <a:rPr sz="1069" dirty="0">
                <a:latin typeface="Times New Roman"/>
                <a:cs typeface="Times New Roman"/>
              </a:rPr>
              <a:t>to</a:t>
            </a:r>
            <a:r>
              <a:rPr sz="1069" spc="87" dirty="0">
                <a:latin typeface="Times New Roman"/>
                <a:cs typeface="Times New Roman"/>
              </a:rPr>
              <a:t> </a:t>
            </a:r>
            <a:r>
              <a:rPr sz="1069" dirty="0">
                <a:latin typeface="Times New Roman"/>
                <a:cs typeface="Times New Roman"/>
              </a:rPr>
              <a:t>design</a:t>
            </a:r>
            <a:r>
              <a:rPr sz="1069" spc="102" dirty="0">
                <a:latin typeface="Times New Roman"/>
                <a:cs typeface="Times New Roman"/>
              </a:rPr>
              <a:t> </a:t>
            </a:r>
            <a:r>
              <a:rPr sz="1069" dirty="0">
                <a:latin typeface="Times New Roman"/>
                <a:cs typeface="Times New Roman"/>
              </a:rPr>
              <a:t>and</a:t>
            </a:r>
            <a:r>
              <a:rPr sz="1069" spc="107" dirty="0">
                <a:latin typeface="Times New Roman"/>
                <a:cs typeface="Times New Roman"/>
              </a:rPr>
              <a:t> </a:t>
            </a:r>
            <a:r>
              <a:rPr sz="1069" dirty="0">
                <a:latin typeface="Times New Roman"/>
                <a:cs typeface="Times New Roman"/>
              </a:rPr>
              <a:t>develop</a:t>
            </a:r>
            <a:r>
              <a:rPr sz="1069" spc="102" dirty="0">
                <a:latin typeface="Times New Roman"/>
                <a:cs typeface="Times New Roman"/>
              </a:rPr>
              <a:t> </a:t>
            </a:r>
            <a:r>
              <a:rPr sz="1069" dirty="0">
                <a:latin typeface="Times New Roman"/>
                <a:cs typeface="Times New Roman"/>
              </a:rPr>
              <a:t>a</a:t>
            </a:r>
            <a:r>
              <a:rPr sz="1069" spc="92" dirty="0">
                <a:latin typeface="Times New Roman"/>
                <a:cs typeface="Times New Roman"/>
              </a:rPr>
              <a:t> </a:t>
            </a:r>
            <a:r>
              <a:rPr sz="1069" dirty="0">
                <a:latin typeface="Times New Roman"/>
                <a:cs typeface="Times New Roman"/>
              </a:rPr>
              <a:t>reliable,</a:t>
            </a:r>
            <a:r>
              <a:rPr sz="1069" spc="117" dirty="0">
                <a:latin typeface="Times New Roman"/>
                <a:cs typeface="Times New Roman"/>
              </a:rPr>
              <a:t> </a:t>
            </a:r>
            <a:r>
              <a:rPr sz="1069" dirty="0">
                <a:latin typeface="Times New Roman"/>
                <a:cs typeface="Times New Roman"/>
              </a:rPr>
              <a:t>efficient,</a:t>
            </a:r>
            <a:r>
              <a:rPr sz="1069" spc="102" dirty="0">
                <a:latin typeface="Times New Roman"/>
                <a:cs typeface="Times New Roman"/>
              </a:rPr>
              <a:t> </a:t>
            </a:r>
            <a:r>
              <a:rPr sz="1069" dirty="0">
                <a:latin typeface="Times New Roman"/>
                <a:cs typeface="Times New Roman"/>
              </a:rPr>
              <a:t>and</a:t>
            </a:r>
            <a:r>
              <a:rPr sz="1069" spc="87" dirty="0">
                <a:latin typeface="Times New Roman"/>
                <a:cs typeface="Times New Roman"/>
              </a:rPr>
              <a:t> </a:t>
            </a:r>
            <a:r>
              <a:rPr sz="1069" spc="-10" dirty="0">
                <a:latin typeface="Times New Roman"/>
                <a:cs typeface="Times New Roman"/>
              </a:rPr>
              <a:t>user- 	</a:t>
            </a:r>
            <a:r>
              <a:rPr sz="1069" dirty="0">
                <a:latin typeface="Times New Roman"/>
                <a:cs typeface="Times New Roman"/>
              </a:rPr>
              <a:t>friendly</a:t>
            </a:r>
            <a:r>
              <a:rPr sz="1069" spc="292" dirty="0">
                <a:latin typeface="Times New Roman"/>
                <a:cs typeface="Times New Roman"/>
              </a:rPr>
              <a:t> </a:t>
            </a:r>
            <a:r>
              <a:rPr sz="1069" dirty="0">
                <a:latin typeface="Times New Roman"/>
                <a:cs typeface="Times New Roman"/>
              </a:rPr>
              <a:t>gesture-controlled</a:t>
            </a:r>
            <a:r>
              <a:rPr sz="1069" spc="292" dirty="0">
                <a:latin typeface="Times New Roman"/>
                <a:cs typeface="Times New Roman"/>
              </a:rPr>
              <a:t> </a:t>
            </a:r>
            <a:r>
              <a:rPr sz="1069" dirty="0">
                <a:latin typeface="Times New Roman"/>
                <a:cs typeface="Times New Roman"/>
              </a:rPr>
              <a:t>virtual</a:t>
            </a:r>
            <a:r>
              <a:rPr sz="1069" spc="306" dirty="0">
                <a:latin typeface="Times New Roman"/>
                <a:cs typeface="Times New Roman"/>
              </a:rPr>
              <a:t> </a:t>
            </a:r>
            <a:r>
              <a:rPr sz="1069" dirty="0">
                <a:latin typeface="Times New Roman"/>
                <a:cs typeface="Times New Roman"/>
              </a:rPr>
              <a:t>mouse</a:t>
            </a:r>
            <a:r>
              <a:rPr sz="1069" spc="297" dirty="0">
                <a:latin typeface="Times New Roman"/>
                <a:cs typeface="Times New Roman"/>
              </a:rPr>
              <a:t> </a:t>
            </a:r>
            <a:r>
              <a:rPr sz="1069" dirty="0">
                <a:latin typeface="Times New Roman"/>
                <a:cs typeface="Times New Roman"/>
              </a:rPr>
              <a:t>system</a:t>
            </a:r>
            <a:r>
              <a:rPr sz="1069" spc="292" dirty="0">
                <a:latin typeface="Times New Roman"/>
                <a:cs typeface="Times New Roman"/>
              </a:rPr>
              <a:t> </a:t>
            </a:r>
            <a:r>
              <a:rPr sz="1069" dirty="0">
                <a:latin typeface="Times New Roman"/>
                <a:cs typeface="Times New Roman"/>
              </a:rPr>
              <a:t>that</a:t>
            </a:r>
            <a:r>
              <a:rPr sz="1069" spc="292" dirty="0">
                <a:latin typeface="Times New Roman"/>
                <a:cs typeface="Times New Roman"/>
              </a:rPr>
              <a:t> </a:t>
            </a:r>
            <a:r>
              <a:rPr sz="1069" dirty="0">
                <a:latin typeface="Times New Roman"/>
                <a:cs typeface="Times New Roman"/>
              </a:rPr>
              <a:t>can</a:t>
            </a:r>
            <a:r>
              <a:rPr sz="1069" spc="306" dirty="0">
                <a:latin typeface="Times New Roman"/>
                <a:cs typeface="Times New Roman"/>
              </a:rPr>
              <a:t> </a:t>
            </a:r>
            <a:r>
              <a:rPr sz="1069" dirty="0">
                <a:latin typeface="Times New Roman"/>
                <a:cs typeface="Times New Roman"/>
              </a:rPr>
              <a:t>accurately</a:t>
            </a:r>
            <a:r>
              <a:rPr sz="1069" spc="282" dirty="0">
                <a:latin typeface="Times New Roman"/>
                <a:cs typeface="Times New Roman"/>
              </a:rPr>
              <a:t> </a:t>
            </a:r>
            <a:r>
              <a:rPr sz="1069" dirty="0">
                <a:latin typeface="Times New Roman"/>
                <a:cs typeface="Times New Roman"/>
              </a:rPr>
              <a:t>detect</a:t>
            </a:r>
            <a:r>
              <a:rPr sz="1069" spc="316" dirty="0">
                <a:latin typeface="Times New Roman"/>
                <a:cs typeface="Times New Roman"/>
              </a:rPr>
              <a:t> </a:t>
            </a:r>
            <a:r>
              <a:rPr sz="1069" dirty="0">
                <a:latin typeface="Times New Roman"/>
                <a:cs typeface="Times New Roman"/>
              </a:rPr>
              <a:t>and</a:t>
            </a:r>
            <a:r>
              <a:rPr sz="1069" spc="306" dirty="0">
                <a:latin typeface="Times New Roman"/>
                <a:cs typeface="Times New Roman"/>
              </a:rPr>
              <a:t> </a:t>
            </a:r>
            <a:r>
              <a:rPr sz="1069" spc="-10" dirty="0">
                <a:latin typeface="Times New Roman"/>
                <a:cs typeface="Times New Roman"/>
              </a:rPr>
              <a:t>interpret 	</a:t>
            </a:r>
            <a:r>
              <a:rPr sz="1069" dirty="0">
                <a:latin typeface="Times New Roman"/>
                <a:cs typeface="Times New Roman"/>
              </a:rPr>
              <a:t>hand</a:t>
            </a:r>
            <a:r>
              <a:rPr sz="1069" spc="180" dirty="0">
                <a:latin typeface="Times New Roman"/>
                <a:cs typeface="Times New Roman"/>
              </a:rPr>
              <a:t> </a:t>
            </a:r>
            <a:r>
              <a:rPr sz="1069" dirty="0">
                <a:latin typeface="Times New Roman"/>
                <a:cs typeface="Times New Roman"/>
              </a:rPr>
              <a:t>and</a:t>
            </a:r>
            <a:r>
              <a:rPr sz="1069" spc="180" dirty="0">
                <a:latin typeface="Times New Roman"/>
                <a:cs typeface="Times New Roman"/>
              </a:rPr>
              <a:t> </a:t>
            </a:r>
            <a:r>
              <a:rPr sz="1069" dirty="0">
                <a:latin typeface="Times New Roman"/>
                <a:cs typeface="Times New Roman"/>
              </a:rPr>
              <a:t>finger</a:t>
            </a:r>
            <a:r>
              <a:rPr sz="1069" spc="175" dirty="0">
                <a:latin typeface="Times New Roman"/>
                <a:cs typeface="Times New Roman"/>
              </a:rPr>
              <a:t> </a:t>
            </a:r>
            <a:r>
              <a:rPr sz="1069" dirty="0">
                <a:latin typeface="Times New Roman"/>
                <a:cs typeface="Times New Roman"/>
              </a:rPr>
              <a:t>movements</a:t>
            </a:r>
            <a:r>
              <a:rPr sz="1069" spc="180" dirty="0">
                <a:latin typeface="Times New Roman"/>
                <a:cs typeface="Times New Roman"/>
              </a:rPr>
              <a:t> </a:t>
            </a:r>
            <a:r>
              <a:rPr sz="1069" dirty="0">
                <a:latin typeface="Times New Roman"/>
                <a:cs typeface="Times New Roman"/>
              </a:rPr>
              <a:t>to</a:t>
            </a:r>
            <a:r>
              <a:rPr sz="1069" spc="180" dirty="0">
                <a:latin typeface="Times New Roman"/>
                <a:cs typeface="Times New Roman"/>
              </a:rPr>
              <a:t> </a:t>
            </a:r>
            <a:r>
              <a:rPr sz="1069" dirty="0">
                <a:latin typeface="Times New Roman"/>
                <a:cs typeface="Times New Roman"/>
              </a:rPr>
              <a:t>control</a:t>
            </a:r>
            <a:r>
              <a:rPr sz="1069" spc="185" dirty="0">
                <a:latin typeface="Times New Roman"/>
                <a:cs typeface="Times New Roman"/>
              </a:rPr>
              <a:t> </a:t>
            </a:r>
            <a:r>
              <a:rPr sz="1069" dirty="0">
                <a:latin typeface="Times New Roman"/>
                <a:cs typeface="Times New Roman"/>
              </a:rPr>
              <a:t>mouse</a:t>
            </a:r>
            <a:r>
              <a:rPr sz="1069" spc="185" dirty="0">
                <a:latin typeface="Times New Roman"/>
                <a:cs typeface="Times New Roman"/>
              </a:rPr>
              <a:t> </a:t>
            </a:r>
            <a:r>
              <a:rPr sz="1069" dirty="0">
                <a:latin typeface="Times New Roman"/>
                <a:cs typeface="Times New Roman"/>
              </a:rPr>
              <a:t>actions</a:t>
            </a:r>
            <a:r>
              <a:rPr sz="1069" spc="180" dirty="0">
                <a:latin typeface="Times New Roman"/>
                <a:cs typeface="Times New Roman"/>
              </a:rPr>
              <a:t> </a:t>
            </a:r>
            <a:r>
              <a:rPr sz="1069" dirty="0">
                <a:latin typeface="Times New Roman"/>
                <a:cs typeface="Times New Roman"/>
              </a:rPr>
              <a:t>in</a:t>
            </a:r>
            <a:r>
              <a:rPr sz="1069" spc="180" dirty="0">
                <a:latin typeface="Times New Roman"/>
                <a:cs typeface="Times New Roman"/>
              </a:rPr>
              <a:t> </a:t>
            </a:r>
            <a:r>
              <a:rPr sz="1069" dirty="0">
                <a:latin typeface="Times New Roman"/>
                <a:cs typeface="Times New Roman"/>
              </a:rPr>
              <a:t>real</a:t>
            </a:r>
            <a:r>
              <a:rPr sz="1069" spc="180" dirty="0">
                <a:latin typeface="Times New Roman"/>
                <a:cs typeface="Times New Roman"/>
              </a:rPr>
              <a:t> </a:t>
            </a:r>
            <a:r>
              <a:rPr sz="1069" dirty="0">
                <a:latin typeface="Times New Roman"/>
                <a:cs typeface="Times New Roman"/>
              </a:rPr>
              <a:t>time,</a:t>
            </a:r>
            <a:r>
              <a:rPr sz="1069" spc="194" dirty="0">
                <a:latin typeface="Times New Roman"/>
                <a:cs typeface="Times New Roman"/>
              </a:rPr>
              <a:t> </a:t>
            </a:r>
            <a:r>
              <a:rPr sz="1069" dirty="0">
                <a:latin typeface="Times New Roman"/>
                <a:cs typeface="Times New Roman"/>
              </a:rPr>
              <a:t>providing</a:t>
            </a:r>
            <a:r>
              <a:rPr sz="1069" spc="165" dirty="0">
                <a:latin typeface="Times New Roman"/>
                <a:cs typeface="Times New Roman"/>
              </a:rPr>
              <a:t> </a:t>
            </a:r>
            <a:r>
              <a:rPr sz="1069" dirty="0">
                <a:latin typeface="Times New Roman"/>
                <a:cs typeface="Times New Roman"/>
              </a:rPr>
              <a:t>a</a:t>
            </a:r>
            <a:r>
              <a:rPr sz="1069" spc="185" dirty="0">
                <a:latin typeface="Times New Roman"/>
                <a:cs typeface="Times New Roman"/>
              </a:rPr>
              <a:t> </a:t>
            </a:r>
            <a:r>
              <a:rPr sz="1069" spc="-10" dirty="0">
                <a:latin typeface="Times New Roman"/>
                <a:cs typeface="Times New Roman"/>
              </a:rPr>
              <a:t>convenient 	</a:t>
            </a:r>
            <a:r>
              <a:rPr sz="1069" dirty="0">
                <a:latin typeface="Times New Roman"/>
                <a:cs typeface="Times New Roman"/>
              </a:rPr>
              <a:t>and</a:t>
            </a:r>
            <a:r>
              <a:rPr sz="1069" spc="73" dirty="0">
                <a:latin typeface="Times New Roman"/>
                <a:cs typeface="Times New Roman"/>
              </a:rPr>
              <a:t> </a:t>
            </a:r>
            <a:r>
              <a:rPr sz="1069" dirty="0">
                <a:latin typeface="Times New Roman"/>
                <a:cs typeface="Times New Roman"/>
              </a:rPr>
              <a:t>accessible</a:t>
            </a:r>
            <a:r>
              <a:rPr sz="1069" spc="68" dirty="0">
                <a:latin typeface="Times New Roman"/>
                <a:cs typeface="Times New Roman"/>
              </a:rPr>
              <a:t> </a:t>
            </a:r>
            <a:r>
              <a:rPr sz="1069" dirty="0">
                <a:latin typeface="Times New Roman"/>
                <a:cs typeface="Times New Roman"/>
              </a:rPr>
              <a:t>alternative</a:t>
            </a:r>
            <a:r>
              <a:rPr sz="1069" spc="126" dirty="0">
                <a:latin typeface="Times New Roman"/>
                <a:cs typeface="Times New Roman"/>
              </a:rPr>
              <a:t> </a:t>
            </a:r>
            <a:r>
              <a:rPr sz="1069" dirty="0">
                <a:latin typeface="Times New Roman"/>
                <a:cs typeface="Times New Roman"/>
              </a:rPr>
              <a:t>to</a:t>
            </a:r>
            <a:r>
              <a:rPr sz="1069" spc="73" dirty="0">
                <a:latin typeface="Times New Roman"/>
                <a:cs typeface="Times New Roman"/>
              </a:rPr>
              <a:t> </a:t>
            </a:r>
            <a:r>
              <a:rPr sz="1069" dirty="0">
                <a:latin typeface="Times New Roman"/>
                <a:cs typeface="Times New Roman"/>
              </a:rPr>
              <a:t>traditional</a:t>
            </a:r>
            <a:r>
              <a:rPr sz="1069" spc="122" dirty="0">
                <a:latin typeface="Times New Roman"/>
                <a:cs typeface="Times New Roman"/>
              </a:rPr>
              <a:t> </a:t>
            </a:r>
            <a:r>
              <a:rPr sz="1069" dirty="0">
                <a:latin typeface="Times New Roman"/>
                <a:cs typeface="Times New Roman"/>
              </a:rPr>
              <a:t>mouse</a:t>
            </a:r>
            <a:r>
              <a:rPr sz="1069" spc="68" dirty="0">
                <a:latin typeface="Times New Roman"/>
                <a:cs typeface="Times New Roman"/>
              </a:rPr>
              <a:t> </a:t>
            </a:r>
            <a:r>
              <a:rPr sz="1069" spc="-10" dirty="0">
                <a:latin typeface="Times New Roman"/>
                <a:cs typeface="Times New Roman"/>
              </a:rPr>
              <a:t>devices.</a:t>
            </a:r>
            <a:endParaRPr sz="1069" dirty="0">
              <a:latin typeface="Times New Roman"/>
              <a:cs typeface="Times New Roman"/>
            </a:endParaRPr>
          </a:p>
          <a:p>
            <a:pPr marL="438933" marR="8026" lvl="1" indent="-208046" algn="just">
              <a:lnSpc>
                <a:spcPct val="150000"/>
              </a:lnSpc>
              <a:spcBef>
                <a:spcPts val="267"/>
              </a:spcBef>
              <a:buSzPct val="90909"/>
              <a:buFont typeface="Symbol"/>
              <a:buChar char=""/>
              <a:tabLst>
                <a:tab pos="440168" algn="l"/>
              </a:tabLst>
            </a:pPr>
            <a:r>
              <a:rPr sz="1069" dirty="0">
                <a:latin typeface="Times New Roman"/>
                <a:cs typeface="Times New Roman"/>
              </a:rPr>
              <a:t>The</a:t>
            </a:r>
            <a:r>
              <a:rPr sz="1069" spc="262" dirty="0">
                <a:latin typeface="Times New Roman"/>
                <a:cs typeface="Times New Roman"/>
              </a:rPr>
              <a:t> </a:t>
            </a:r>
            <a:r>
              <a:rPr sz="1069" dirty="0">
                <a:latin typeface="Times New Roman"/>
                <a:cs typeface="Times New Roman"/>
              </a:rPr>
              <a:t>goal</a:t>
            </a:r>
            <a:r>
              <a:rPr sz="1069" spc="258" dirty="0">
                <a:latin typeface="Times New Roman"/>
                <a:cs typeface="Times New Roman"/>
              </a:rPr>
              <a:t> </a:t>
            </a:r>
            <a:r>
              <a:rPr sz="1069" dirty="0">
                <a:latin typeface="Times New Roman"/>
                <a:cs typeface="Times New Roman"/>
              </a:rPr>
              <a:t>of</a:t>
            </a:r>
            <a:r>
              <a:rPr sz="1069" spc="277" dirty="0">
                <a:latin typeface="Times New Roman"/>
                <a:cs typeface="Times New Roman"/>
              </a:rPr>
              <a:t> </a:t>
            </a:r>
            <a:r>
              <a:rPr sz="1069" dirty="0">
                <a:latin typeface="Times New Roman"/>
                <a:cs typeface="Times New Roman"/>
              </a:rPr>
              <a:t>this</a:t>
            </a:r>
            <a:r>
              <a:rPr sz="1069" spc="267" dirty="0">
                <a:latin typeface="Times New Roman"/>
                <a:cs typeface="Times New Roman"/>
              </a:rPr>
              <a:t> </a:t>
            </a:r>
            <a:r>
              <a:rPr sz="1069" dirty="0">
                <a:latin typeface="Times New Roman"/>
                <a:cs typeface="Times New Roman"/>
              </a:rPr>
              <a:t>project</a:t>
            </a:r>
            <a:r>
              <a:rPr sz="1069" spc="258" dirty="0">
                <a:latin typeface="Times New Roman"/>
                <a:cs typeface="Times New Roman"/>
              </a:rPr>
              <a:t> </a:t>
            </a:r>
            <a:r>
              <a:rPr sz="1069" dirty="0">
                <a:latin typeface="Times New Roman"/>
                <a:cs typeface="Times New Roman"/>
              </a:rPr>
              <a:t>is</a:t>
            </a:r>
            <a:r>
              <a:rPr sz="1069" spc="267" dirty="0">
                <a:latin typeface="Times New Roman"/>
                <a:cs typeface="Times New Roman"/>
              </a:rPr>
              <a:t> </a:t>
            </a:r>
            <a:r>
              <a:rPr sz="1069" dirty="0">
                <a:latin typeface="Times New Roman"/>
                <a:cs typeface="Times New Roman"/>
              </a:rPr>
              <a:t>to</a:t>
            </a:r>
            <a:r>
              <a:rPr sz="1069" spc="267" dirty="0">
                <a:latin typeface="Times New Roman"/>
                <a:cs typeface="Times New Roman"/>
              </a:rPr>
              <a:t> </a:t>
            </a:r>
            <a:r>
              <a:rPr sz="1069" dirty="0">
                <a:latin typeface="Times New Roman"/>
                <a:cs typeface="Times New Roman"/>
              </a:rPr>
              <a:t>move</a:t>
            </a:r>
            <a:r>
              <a:rPr sz="1069" spc="267" dirty="0">
                <a:latin typeface="Times New Roman"/>
                <a:cs typeface="Times New Roman"/>
              </a:rPr>
              <a:t> </a:t>
            </a:r>
            <a:r>
              <a:rPr sz="1069" dirty="0">
                <a:latin typeface="Times New Roman"/>
                <a:cs typeface="Times New Roman"/>
              </a:rPr>
              <a:t>the</a:t>
            </a:r>
            <a:r>
              <a:rPr sz="1069" spc="272" dirty="0">
                <a:latin typeface="Times New Roman"/>
                <a:cs typeface="Times New Roman"/>
              </a:rPr>
              <a:t> </a:t>
            </a:r>
            <a:r>
              <a:rPr sz="1069" dirty="0">
                <a:latin typeface="Times New Roman"/>
                <a:cs typeface="Times New Roman"/>
              </a:rPr>
              <a:t>mouse</a:t>
            </a:r>
            <a:r>
              <a:rPr sz="1069" spc="262" dirty="0">
                <a:latin typeface="Times New Roman"/>
                <a:cs typeface="Times New Roman"/>
              </a:rPr>
              <a:t> </a:t>
            </a:r>
            <a:r>
              <a:rPr sz="1069" dirty="0">
                <a:latin typeface="Times New Roman"/>
                <a:cs typeface="Times New Roman"/>
              </a:rPr>
              <a:t>pointer</a:t>
            </a:r>
            <a:r>
              <a:rPr sz="1069" spc="262" dirty="0">
                <a:latin typeface="Times New Roman"/>
                <a:cs typeface="Times New Roman"/>
              </a:rPr>
              <a:t> </a:t>
            </a:r>
            <a:r>
              <a:rPr sz="1069" dirty="0">
                <a:latin typeface="Times New Roman"/>
                <a:cs typeface="Times New Roman"/>
              </a:rPr>
              <a:t>on</a:t>
            </a:r>
            <a:r>
              <a:rPr sz="1069" spc="258" dirty="0">
                <a:latin typeface="Times New Roman"/>
                <a:cs typeface="Times New Roman"/>
              </a:rPr>
              <a:t> </a:t>
            </a:r>
            <a:r>
              <a:rPr sz="1069" dirty="0">
                <a:latin typeface="Times New Roman"/>
                <a:cs typeface="Times New Roman"/>
              </a:rPr>
              <a:t>the</a:t>
            </a:r>
            <a:r>
              <a:rPr sz="1069" spc="262" dirty="0">
                <a:latin typeface="Times New Roman"/>
                <a:cs typeface="Times New Roman"/>
              </a:rPr>
              <a:t> </a:t>
            </a:r>
            <a:r>
              <a:rPr sz="1069" dirty="0">
                <a:latin typeface="Times New Roman"/>
                <a:cs typeface="Times New Roman"/>
              </a:rPr>
              <a:t>screen</a:t>
            </a:r>
            <a:r>
              <a:rPr sz="1069" spc="258" dirty="0">
                <a:latin typeface="Times New Roman"/>
                <a:cs typeface="Times New Roman"/>
              </a:rPr>
              <a:t> </a:t>
            </a:r>
            <a:r>
              <a:rPr sz="1069" dirty="0">
                <a:latin typeface="Times New Roman"/>
                <a:cs typeface="Times New Roman"/>
              </a:rPr>
              <a:t>without</a:t>
            </a:r>
            <a:r>
              <a:rPr sz="1069" spc="258" dirty="0">
                <a:latin typeface="Times New Roman"/>
                <a:cs typeface="Times New Roman"/>
              </a:rPr>
              <a:t> </a:t>
            </a:r>
            <a:r>
              <a:rPr sz="1069" dirty="0">
                <a:latin typeface="Times New Roman"/>
                <a:cs typeface="Times New Roman"/>
              </a:rPr>
              <a:t>using</a:t>
            </a:r>
            <a:r>
              <a:rPr sz="1069" spc="258" dirty="0">
                <a:latin typeface="Times New Roman"/>
                <a:cs typeface="Times New Roman"/>
              </a:rPr>
              <a:t> </a:t>
            </a:r>
            <a:r>
              <a:rPr sz="1069" spc="-24" dirty="0">
                <a:latin typeface="Times New Roman"/>
                <a:cs typeface="Times New Roman"/>
              </a:rPr>
              <a:t>any 	</a:t>
            </a:r>
            <a:r>
              <a:rPr sz="1069" dirty="0">
                <a:latin typeface="Times New Roman"/>
                <a:cs typeface="Times New Roman"/>
              </a:rPr>
              <a:t>hardware,</a:t>
            </a:r>
            <a:r>
              <a:rPr sz="1069" spc="156" dirty="0">
                <a:latin typeface="Times New Roman"/>
                <a:cs typeface="Times New Roman"/>
              </a:rPr>
              <a:t> </a:t>
            </a:r>
            <a:r>
              <a:rPr sz="1069" dirty="0">
                <a:latin typeface="Times New Roman"/>
                <a:cs typeface="Times New Roman"/>
              </a:rPr>
              <a:t>such</a:t>
            </a:r>
            <a:r>
              <a:rPr sz="1069" spc="146" dirty="0">
                <a:latin typeface="Times New Roman"/>
                <a:cs typeface="Times New Roman"/>
              </a:rPr>
              <a:t> </a:t>
            </a:r>
            <a:r>
              <a:rPr sz="1069" dirty="0">
                <a:latin typeface="Times New Roman"/>
                <a:cs typeface="Times New Roman"/>
              </a:rPr>
              <a:t>as</a:t>
            </a:r>
            <a:r>
              <a:rPr sz="1069" spc="136" dirty="0">
                <a:latin typeface="Times New Roman"/>
                <a:cs typeface="Times New Roman"/>
              </a:rPr>
              <a:t> </a:t>
            </a:r>
            <a:r>
              <a:rPr sz="1069" dirty="0">
                <a:latin typeface="Times New Roman"/>
                <a:cs typeface="Times New Roman"/>
              </a:rPr>
              <a:t>a</a:t>
            </a:r>
            <a:r>
              <a:rPr sz="1069" spc="141" dirty="0">
                <a:latin typeface="Times New Roman"/>
                <a:cs typeface="Times New Roman"/>
              </a:rPr>
              <a:t> </a:t>
            </a:r>
            <a:r>
              <a:rPr sz="1069" dirty="0">
                <a:latin typeface="Times New Roman"/>
                <a:cs typeface="Times New Roman"/>
              </a:rPr>
              <a:t>mouse,</a:t>
            </a:r>
            <a:r>
              <a:rPr sz="1069" spc="146" dirty="0">
                <a:latin typeface="Times New Roman"/>
                <a:cs typeface="Times New Roman"/>
              </a:rPr>
              <a:t> </a:t>
            </a:r>
            <a:r>
              <a:rPr sz="1069" dirty="0">
                <a:latin typeface="Times New Roman"/>
                <a:cs typeface="Times New Roman"/>
              </a:rPr>
              <a:t>and</a:t>
            </a:r>
            <a:r>
              <a:rPr sz="1069" spc="136" dirty="0">
                <a:latin typeface="Times New Roman"/>
                <a:cs typeface="Times New Roman"/>
              </a:rPr>
              <a:t> </a:t>
            </a:r>
            <a:r>
              <a:rPr sz="1069" dirty="0">
                <a:latin typeface="Times New Roman"/>
                <a:cs typeface="Times New Roman"/>
              </a:rPr>
              <a:t>instead</a:t>
            </a:r>
            <a:r>
              <a:rPr sz="1069" spc="156" dirty="0">
                <a:latin typeface="Times New Roman"/>
                <a:cs typeface="Times New Roman"/>
              </a:rPr>
              <a:t> </a:t>
            </a:r>
            <a:r>
              <a:rPr sz="1069" dirty="0">
                <a:latin typeface="Times New Roman"/>
                <a:cs typeface="Times New Roman"/>
              </a:rPr>
              <a:t>by</a:t>
            </a:r>
            <a:r>
              <a:rPr sz="1069" spc="146" dirty="0">
                <a:latin typeface="Times New Roman"/>
                <a:cs typeface="Times New Roman"/>
              </a:rPr>
              <a:t> </a:t>
            </a:r>
            <a:r>
              <a:rPr sz="1069" dirty="0">
                <a:latin typeface="Times New Roman"/>
                <a:cs typeface="Times New Roman"/>
              </a:rPr>
              <a:t>utilising</a:t>
            </a:r>
            <a:r>
              <a:rPr sz="1069" spc="160" dirty="0">
                <a:latin typeface="Times New Roman"/>
                <a:cs typeface="Times New Roman"/>
              </a:rPr>
              <a:t> </a:t>
            </a:r>
            <a:r>
              <a:rPr sz="1069" dirty="0">
                <a:latin typeface="Times New Roman"/>
                <a:cs typeface="Times New Roman"/>
              </a:rPr>
              <a:t>finger</a:t>
            </a:r>
            <a:r>
              <a:rPr sz="1069" spc="165" dirty="0">
                <a:latin typeface="Times New Roman"/>
                <a:cs typeface="Times New Roman"/>
              </a:rPr>
              <a:t> </a:t>
            </a:r>
            <a:r>
              <a:rPr sz="1069" dirty="0">
                <a:latin typeface="Times New Roman"/>
                <a:cs typeface="Times New Roman"/>
              </a:rPr>
              <a:t>motions,</a:t>
            </a:r>
            <a:r>
              <a:rPr sz="1069" spc="151" dirty="0">
                <a:latin typeface="Times New Roman"/>
                <a:cs typeface="Times New Roman"/>
              </a:rPr>
              <a:t> </a:t>
            </a:r>
            <a:r>
              <a:rPr sz="1069" dirty="0">
                <a:latin typeface="Times New Roman"/>
                <a:cs typeface="Times New Roman"/>
              </a:rPr>
              <a:t>a</a:t>
            </a:r>
            <a:r>
              <a:rPr sz="1069" spc="136" dirty="0">
                <a:latin typeface="Times New Roman"/>
                <a:cs typeface="Times New Roman"/>
              </a:rPr>
              <a:t> </a:t>
            </a:r>
            <a:r>
              <a:rPr sz="1069" dirty="0">
                <a:latin typeface="Times New Roman"/>
                <a:cs typeface="Times New Roman"/>
              </a:rPr>
              <a:t>technique</a:t>
            </a:r>
            <a:r>
              <a:rPr sz="1069" spc="156" dirty="0">
                <a:latin typeface="Times New Roman"/>
                <a:cs typeface="Times New Roman"/>
              </a:rPr>
              <a:t> </a:t>
            </a:r>
            <a:r>
              <a:rPr sz="1069" dirty="0">
                <a:latin typeface="Times New Roman"/>
                <a:cs typeface="Times New Roman"/>
              </a:rPr>
              <a:t>known</a:t>
            </a:r>
            <a:r>
              <a:rPr sz="1069" spc="146" dirty="0">
                <a:latin typeface="Times New Roman"/>
                <a:cs typeface="Times New Roman"/>
              </a:rPr>
              <a:t> </a:t>
            </a:r>
            <a:r>
              <a:rPr sz="1069" spc="-24" dirty="0">
                <a:latin typeface="Times New Roman"/>
                <a:cs typeface="Times New Roman"/>
              </a:rPr>
              <a:t>as</a:t>
            </a:r>
            <a:r>
              <a:rPr lang="en-US" sz="1069" spc="-24" dirty="0">
                <a:latin typeface="Times New Roman"/>
                <a:cs typeface="Times New Roman"/>
              </a:rPr>
              <a:t> </a:t>
            </a:r>
            <a:r>
              <a:rPr lang="en-US" sz="1069" dirty="0">
                <a:latin typeface="Times New Roman"/>
                <a:cs typeface="Times New Roman"/>
              </a:rPr>
              <a:t>gesture</a:t>
            </a:r>
            <a:r>
              <a:rPr lang="en-US" sz="1069" spc="87" dirty="0">
                <a:latin typeface="Times New Roman"/>
                <a:cs typeface="Times New Roman"/>
              </a:rPr>
              <a:t> </a:t>
            </a:r>
            <a:r>
              <a:rPr lang="en-US" sz="1069" dirty="0">
                <a:latin typeface="Times New Roman"/>
                <a:cs typeface="Times New Roman"/>
              </a:rPr>
              <a:t>recognition.</a:t>
            </a:r>
            <a:r>
              <a:rPr lang="en-US" sz="1069" spc="92" dirty="0">
                <a:latin typeface="Times New Roman"/>
                <a:cs typeface="Times New Roman"/>
              </a:rPr>
              <a:t> </a:t>
            </a:r>
            <a:r>
              <a:rPr lang="en-US" sz="1069" dirty="0">
                <a:latin typeface="Times New Roman"/>
                <a:cs typeface="Times New Roman"/>
              </a:rPr>
              <a:t>Different</a:t>
            </a:r>
            <a:r>
              <a:rPr lang="en-US" sz="1069" spc="83" dirty="0">
                <a:latin typeface="Times New Roman"/>
                <a:cs typeface="Times New Roman"/>
              </a:rPr>
              <a:t> </a:t>
            </a:r>
            <a:r>
              <a:rPr lang="en-US" sz="1069" dirty="0">
                <a:latin typeface="Times New Roman"/>
                <a:cs typeface="Times New Roman"/>
              </a:rPr>
              <a:t>technologies</a:t>
            </a:r>
            <a:r>
              <a:rPr lang="en-US" sz="1069" spc="97" dirty="0">
                <a:latin typeface="Times New Roman"/>
                <a:cs typeface="Times New Roman"/>
              </a:rPr>
              <a:t> </a:t>
            </a:r>
            <a:r>
              <a:rPr lang="en-US" sz="1069" dirty="0">
                <a:latin typeface="Times New Roman"/>
                <a:cs typeface="Times New Roman"/>
              </a:rPr>
              <a:t>have</a:t>
            </a:r>
            <a:r>
              <a:rPr lang="en-US" sz="1069" spc="73" dirty="0">
                <a:latin typeface="Times New Roman"/>
                <a:cs typeface="Times New Roman"/>
              </a:rPr>
              <a:t> </a:t>
            </a:r>
            <a:r>
              <a:rPr lang="en-US" sz="1069" dirty="0">
                <a:latin typeface="Times New Roman"/>
                <a:cs typeface="Times New Roman"/>
              </a:rPr>
              <a:t>been</a:t>
            </a:r>
            <a:r>
              <a:rPr lang="en-US" sz="1069" spc="107" dirty="0">
                <a:latin typeface="Times New Roman"/>
                <a:cs typeface="Times New Roman"/>
              </a:rPr>
              <a:t> </a:t>
            </a:r>
            <a:r>
              <a:rPr lang="en-US" sz="1069" dirty="0">
                <a:latin typeface="Times New Roman"/>
                <a:cs typeface="Times New Roman"/>
              </a:rPr>
              <a:t>explored</a:t>
            </a:r>
            <a:r>
              <a:rPr lang="en-US" sz="1069" spc="78" dirty="0">
                <a:latin typeface="Times New Roman"/>
                <a:cs typeface="Times New Roman"/>
              </a:rPr>
              <a:t> </a:t>
            </a:r>
            <a:r>
              <a:rPr lang="en-US" sz="1069" dirty="0">
                <a:latin typeface="Times New Roman"/>
                <a:cs typeface="Times New Roman"/>
              </a:rPr>
              <a:t>in</a:t>
            </a:r>
            <a:r>
              <a:rPr lang="en-US" sz="1069" spc="92" dirty="0">
                <a:latin typeface="Times New Roman"/>
                <a:cs typeface="Times New Roman"/>
              </a:rPr>
              <a:t> </a:t>
            </a:r>
            <a:r>
              <a:rPr lang="en-US" sz="1069" dirty="0">
                <a:latin typeface="Times New Roman"/>
                <a:cs typeface="Times New Roman"/>
              </a:rPr>
              <a:t>the</a:t>
            </a:r>
            <a:r>
              <a:rPr lang="en-US" sz="1069" spc="87" dirty="0">
                <a:latin typeface="Times New Roman"/>
                <a:cs typeface="Times New Roman"/>
              </a:rPr>
              <a:t> </a:t>
            </a:r>
            <a:r>
              <a:rPr lang="en-US" sz="1069" dirty="0">
                <a:latin typeface="Times New Roman"/>
                <a:cs typeface="Times New Roman"/>
              </a:rPr>
              <a:t>development</a:t>
            </a:r>
            <a:r>
              <a:rPr lang="en-US" sz="1069" spc="87" dirty="0">
                <a:latin typeface="Times New Roman"/>
                <a:cs typeface="Times New Roman"/>
              </a:rPr>
              <a:t> </a:t>
            </a:r>
            <a:r>
              <a:rPr lang="en-US" sz="1069" dirty="0">
                <a:latin typeface="Times New Roman"/>
                <a:cs typeface="Times New Roman"/>
              </a:rPr>
              <a:t>of</a:t>
            </a:r>
            <a:r>
              <a:rPr lang="en-US" sz="1069" spc="87" dirty="0">
                <a:latin typeface="Times New Roman"/>
                <a:cs typeface="Times New Roman"/>
              </a:rPr>
              <a:t> </a:t>
            </a:r>
            <a:r>
              <a:rPr lang="en-US" sz="1069" spc="-10" dirty="0">
                <a:latin typeface="Times New Roman"/>
                <a:cs typeface="Times New Roman"/>
              </a:rPr>
              <a:t>virtual </a:t>
            </a:r>
            <a:r>
              <a:rPr lang="en-US" sz="1069" dirty="0">
                <a:latin typeface="Times New Roman"/>
                <a:cs typeface="Times New Roman"/>
              </a:rPr>
              <a:t>mice</a:t>
            </a:r>
            <a:r>
              <a:rPr lang="en-US" sz="1069" spc="34" dirty="0">
                <a:latin typeface="Times New Roman"/>
                <a:cs typeface="Times New Roman"/>
              </a:rPr>
              <a:t> </a:t>
            </a:r>
            <a:r>
              <a:rPr lang="en-US" sz="1069" dirty="0">
                <a:latin typeface="Times New Roman"/>
                <a:cs typeface="Times New Roman"/>
              </a:rPr>
              <a:t>in</a:t>
            </a:r>
            <a:r>
              <a:rPr lang="en-US" sz="1069" spc="24" dirty="0">
                <a:latin typeface="Times New Roman"/>
                <a:cs typeface="Times New Roman"/>
              </a:rPr>
              <a:t> </a:t>
            </a:r>
            <a:r>
              <a:rPr lang="en-US" sz="1069" dirty="0">
                <a:latin typeface="Times New Roman"/>
                <a:cs typeface="Times New Roman"/>
              </a:rPr>
              <a:t>recent</a:t>
            </a:r>
            <a:r>
              <a:rPr lang="en-US" sz="1069" spc="29" dirty="0">
                <a:latin typeface="Times New Roman"/>
                <a:cs typeface="Times New Roman"/>
              </a:rPr>
              <a:t> </a:t>
            </a:r>
            <a:r>
              <a:rPr lang="en-US" sz="1069" spc="-10" dirty="0">
                <a:latin typeface="Times New Roman"/>
                <a:cs typeface="Times New Roman"/>
              </a:rPr>
              <a:t>years.</a:t>
            </a:r>
            <a:endParaRPr lang="en-US" sz="1069" dirty="0">
              <a:latin typeface="Times New Roman"/>
              <a:cs typeface="Times New Roman"/>
            </a:endParaRPr>
          </a:p>
          <a:p>
            <a:pPr marL="438933" marR="8026" lvl="1" indent="-208046" algn="just">
              <a:lnSpc>
                <a:spcPct val="150000"/>
              </a:lnSpc>
              <a:spcBef>
                <a:spcPts val="267"/>
              </a:spcBef>
              <a:buSzPct val="90909"/>
              <a:buFont typeface="Symbol"/>
              <a:buChar char=""/>
              <a:tabLst>
                <a:tab pos="440168" algn="l"/>
              </a:tabLst>
            </a:pPr>
            <a:r>
              <a:rPr lang="en-US" sz="1069" dirty="0">
                <a:latin typeface="Times New Roman"/>
                <a:cs typeface="Times New Roman"/>
              </a:rPr>
              <a:t>Our</a:t>
            </a:r>
            <a:r>
              <a:rPr lang="en-US" sz="1069" spc="63" dirty="0">
                <a:latin typeface="Times New Roman"/>
                <a:cs typeface="Times New Roman"/>
              </a:rPr>
              <a:t> </a:t>
            </a:r>
            <a:r>
              <a:rPr lang="en-US" sz="1069" dirty="0">
                <a:latin typeface="Times New Roman"/>
                <a:cs typeface="Times New Roman"/>
              </a:rPr>
              <a:t>project's</a:t>
            </a:r>
            <a:r>
              <a:rPr lang="en-US" sz="1069" spc="63" dirty="0">
                <a:latin typeface="Times New Roman"/>
                <a:cs typeface="Times New Roman"/>
              </a:rPr>
              <a:t> </a:t>
            </a:r>
            <a:r>
              <a:rPr lang="en-US" sz="1069" dirty="0">
                <a:latin typeface="Times New Roman"/>
                <a:cs typeface="Times New Roman"/>
              </a:rPr>
              <a:t>suggested</a:t>
            </a:r>
            <a:r>
              <a:rPr lang="en-US" sz="1069" spc="68" dirty="0">
                <a:latin typeface="Times New Roman"/>
                <a:cs typeface="Times New Roman"/>
              </a:rPr>
              <a:t> </a:t>
            </a:r>
            <a:r>
              <a:rPr lang="en-US" sz="1069" dirty="0">
                <a:latin typeface="Times New Roman"/>
                <a:cs typeface="Times New Roman"/>
              </a:rPr>
              <a:t>technology</a:t>
            </a:r>
            <a:r>
              <a:rPr lang="en-US" sz="1069" spc="78" dirty="0">
                <a:latin typeface="Times New Roman"/>
                <a:cs typeface="Times New Roman"/>
              </a:rPr>
              <a:t> </a:t>
            </a:r>
            <a:r>
              <a:rPr lang="en-US" sz="1069" dirty="0">
                <a:latin typeface="Times New Roman"/>
                <a:cs typeface="Times New Roman"/>
              </a:rPr>
              <a:t>focuses</a:t>
            </a:r>
            <a:r>
              <a:rPr lang="en-US" sz="1069" spc="83" dirty="0">
                <a:latin typeface="Times New Roman"/>
                <a:cs typeface="Times New Roman"/>
              </a:rPr>
              <a:t> </a:t>
            </a:r>
            <a:r>
              <a:rPr lang="en-US" sz="1069" dirty="0">
                <a:latin typeface="Times New Roman"/>
                <a:cs typeface="Times New Roman"/>
              </a:rPr>
              <a:t>on</a:t>
            </a:r>
            <a:r>
              <a:rPr lang="en-US" sz="1069" spc="78" dirty="0">
                <a:latin typeface="Times New Roman"/>
                <a:cs typeface="Times New Roman"/>
              </a:rPr>
              <a:t> </a:t>
            </a:r>
            <a:r>
              <a:rPr lang="en-US" sz="1069" dirty="0">
                <a:latin typeface="Times New Roman"/>
                <a:cs typeface="Times New Roman"/>
              </a:rPr>
              <a:t>three</a:t>
            </a:r>
            <a:r>
              <a:rPr lang="en-US" sz="1069" spc="73" dirty="0">
                <a:latin typeface="Times New Roman"/>
                <a:cs typeface="Times New Roman"/>
              </a:rPr>
              <a:t> </a:t>
            </a:r>
            <a:r>
              <a:rPr lang="en-US" sz="1069" dirty="0">
                <a:latin typeface="Times New Roman"/>
                <a:cs typeface="Times New Roman"/>
              </a:rPr>
              <a:t>main</a:t>
            </a:r>
            <a:r>
              <a:rPr lang="en-US" sz="1069" spc="83" dirty="0">
                <a:latin typeface="Times New Roman"/>
                <a:cs typeface="Times New Roman"/>
              </a:rPr>
              <a:t> </a:t>
            </a:r>
            <a:r>
              <a:rPr lang="en-US" sz="1069" dirty="0">
                <a:latin typeface="Times New Roman"/>
                <a:cs typeface="Times New Roman"/>
              </a:rPr>
              <a:t>areas:</a:t>
            </a:r>
            <a:r>
              <a:rPr lang="en-US" sz="1069" spc="78" dirty="0">
                <a:latin typeface="Times New Roman"/>
                <a:cs typeface="Times New Roman"/>
              </a:rPr>
              <a:t> </a:t>
            </a:r>
            <a:r>
              <a:rPr lang="en-US" sz="1069" dirty="0">
                <a:latin typeface="Times New Roman"/>
                <a:cs typeface="Times New Roman"/>
              </a:rPr>
              <a:t>object</a:t>
            </a:r>
            <a:r>
              <a:rPr lang="en-US" sz="1069" spc="78" dirty="0">
                <a:latin typeface="Times New Roman"/>
                <a:cs typeface="Times New Roman"/>
              </a:rPr>
              <a:t> </a:t>
            </a:r>
            <a:r>
              <a:rPr lang="en-US" sz="1069" dirty="0">
                <a:latin typeface="Times New Roman"/>
                <a:cs typeface="Times New Roman"/>
              </a:rPr>
              <a:t>identification,</a:t>
            </a:r>
            <a:r>
              <a:rPr lang="en-US" sz="1069" spc="83" dirty="0">
                <a:latin typeface="Times New Roman"/>
                <a:cs typeface="Times New Roman"/>
              </a:rPr>
              <a:t> </a:t>
            </a:r>
            <a:r>
              <a:rPr lang="en-US" sz="1069" spc="-10" dirty="0">
                <a:latin typeface="Times New Roman"/>
                <a:cs typeface="Times New Roman"/>
              </a:rPr>
              <a:t>picture 	</a:t>
            </a:r>
            <a:r>
              <a:rPr lang="en-US" sz="1069" dirty="0">
                <a:latin typeface="Times New Roman"/>
                <a:cs typeface="Times New Roman"/>
              </a:rPr>
              <a:t>processing,</a:t>
            </a:r>
            <a:r>
              <a:rPr lang="en-US" sz="1069" spc="107" dirty="0">
                <a:latin typeface="Times New Roman"/>
                <a:cs typeface="Times New Roman"/>
              </a:rPr>
              <a:t> </a:t>
            </a:r>
            <a:r>
              <a:rPr lang="en-US" sz="1069" dirty="0">
                <a:latin typeface="Times New Roman"/>
                <a:cs typeface="Times New Roman"/>
              </a:rPr>
              <a:t>and</a:t>
            </a:r>
            <a:r>
              <a:rPr lang="en-US" sz="1069" spc="97" dirty="0">
                <a:latin typeface="Times New Roman"/>
                <a:cs typeface="Times New Roman"/>
              </a:rPr>
              <a:t> </a:t>
            </a:r>
            <a:r>
              <a:rPr lang="en-US" sz="1069" dirty="0" err="1">
                <a:latin typeface="Times New Roman"/>
                <a:cs typeface="Times New Roman"/>
              </a:rPr>
              <a:t>colour</a:t>
            </a:r>
            <a:r>
              <a:rPr lang="en-US" sz="1069" spc="92" dirty="0">
                <a:latin typeface="Times New Roman"/>
                <a:cs typeface="Times New Roman"/>
              </a:rPr>
              <a:t> </a:t>
            </a:r>
            <a:r>
              <a:rPr lang="en-US" sz="1069" dirty="0">
                <a:latin typeface="Times New Roman"/>
                <a:cs typeface="Times New Roman"/>
              </a:rPr>
              <a:t>recognition. We</a:t>
            </a:r>
            <a:r>
              <a:rPr lang="en-US" sz="1069" spc="111" dirty="0">
                <a:latin typeface="Times New Roman"/>
                <a:cs typeface="Times New Roman"/>
              </a:rPr>
              <a:t> </a:t>
            </a:r>
            <a:r>
              <a:rPr lang="en-US" sz="1069" dirty="0">
                <a:latin typeface="Times New Roman"/>
                <a:cs typeface="Times New Roman"/>
              </a:rPr>
              <a:t>will</a:t>
            </a:r>
            <a:r>
              <a:rPr lang="en-US" sz="1069" spc="111" dirty="0">
                <a:latin typeface="Times New Roman"/>
                <a:cs typeface="Times New Roman"/>
              </a:rPr>
              <a:t> </a:t>
            </a:r>
            <a:r>
              <a:rPr lang="en-US" sz="1069" dirty="0">
                <a:latin typeface="Times New Roman"/>
                <a:cs typeface="Times New Roman"/>
              </a:rPr>
              <a:t>demonstrate</a:t>
            </a:r>
            <a:r>
              <a:rPr lang="en-US" sz="1069" spc="102" dirty="0">
                <a:latin typeface="Times New Roman"/>
                <a:cs typeface="Times New Roman"/>
              </a:rPr>
              <a:t> </a:t>
            </a:r>
            <a:r>
              <a:rPr lang="en-US" sz="1069" dirty="0">
                <a:latin typeface="Times New Roman"/>
                <a:cs typeface="Times New Roman"/>
              </a:rPr>
              <a:t>a</a:t>
            </a:r>
            <a:r>
              <a:rPr lang="en-US" sz="1069" spc="131" dirty="0">
                <a:latin typeface="Times New Roman"/>
                <a:cs typeface="Times New Roman"/>
              </a:rPr>
              <a:t> </a:t>
            </a:r>
            <a:r>
              <a:rPr lang="en-US" sz="1069" dirty="0">
                <a:latin typeface="Times New Roman"/>
                <a:cs typeface="Times New Roman"/>
              </a:rPr>
              <a:t>unique</a:t>
            </a:r>
            <a:r>
              <a:rPr lang="en-US" sz="1069" spc="102" dirty="0">
                <a:latin typeface="Times New Roman"/>
                <a:cs typeface="Times New Roman"/>
              </a:rPr>
              <a:t> </a:t>
            </a:r>
            <a:r>
              <a:rPr lang="en-US" sz="1069" dirty="0">
                <a:latin typeface="Times New Roman"/>
                <a:cs typeface="Times New Roman"/>
              </a:rPr>
              <a:t>way</a:t>
            </a:r>
            <a:r>
              <a:rPr lang="en-US" sz="1069" spc="107" dirty="0">
                <a:latin typeface="Times New Roman"/>
                <a:cs typeface="Times New Roman"/>
              </a:rPr>
              <a:t> </a:t>
            </a:r>
            <a:r>
              <a:rPr lang="en-US" sz="1069" dirty="0">
                <a:latin typeface="Times New Roman"/>
                <a:cs typeface="Times New Roman"/>
              </a:rPr>
              <a:t>to</a:t>
            </a:r>
            <a:r>
              <a:rPr lang="en-US" sz="1069" spc="122" dirty="0">
                <a:latin typeface="Times New Roman"/>
                <a:cs typeface="Times New Roman"/>
              </a:rPr>
              <a:t> </a:t>
            </a:r>
            <a:r>
              <a:rPr lang="en-US" sz="1069" dirty="0">
                <a:latin typeface="Times New Roman"/>
                <a:cs typeface="Times New Roman"/>
              </a:rPr>
              <a:t>Human</a:t>
            </a:r>
            <a:r>
              <a:rPr lang="en-US" sz="1069" spc="107" dirty="0">
                <a:latin typeface="Times New Roman"/>
                <a:cs typeface="Times New Roman"/>
              </a:rPr>
              <a:t> </a:t>
            </a:r>
            <a:r>
              <a:rPr lang="en-US" sz="1069" spc="-10" dirty="0">
                <a:latin typeface="Times New Roman"/>
                <a:cs typeface="Times New Roman"/>
              </a:rPr>
              <a:t>Computer 	</a:t>
            </a:r>
            <a:r>
              <a:rPr lang="en-US" sz="1069" dirty="0">
                <a:latin typeface="Times New Roman"/>
                <a:cs typeface="Times New Roman"/>
              </a:rPr>
              <a:t>Interaction</a:t>
            </a:r>
            <a:r>
              <a:rPr lang="en-US" sz="1069" spc="58" dirty="0">
                <a:latin typeface="Times New Roman"/>
                <a:cs typeface="Times New Roman"/>
              </a:rPr>
              <a:t> </a:t>
            </a:r>
            <a:r>
              <a:rPr lang="en-US" sz="1069" dirty="0">
                <a:latin typeface="Times New Roman"/>
                <a:cs typeface="Times New Roman"/>
              </a:rPr>
              <a:t>in</a:t>
            </a:r>
            <a:r>
              <a:rPr lang="en-US" sz="1069" spc="53" dirty="0">
                <a:latin typeface="Times New Roman"/>
                <a:cs typeface="Times New Roman"/>
              </a:rPr>
              <a:t> </a:t>
            </a:r>
            <a:r>
              <a:rPr lang="en-US" sz="1069" dirty="0">
                <a:latin typeface="Times New Roman"/>
                <a:cs typeface="Times New Roman"/>
              </a:rPr>
              <a:t>which</a:t>
            </a:r>
            <a:r>
              <a:rPr lang="en-US" sz="1069" spc="49" dirty="0">
                <a:latin typeface="Times New Roman"/>
                <a:cs typeface="Times New Roman"/>
              </a:rPr>
              <a:t> </a:t>
            </a:r>
            <a:r>
              <a:rPr lang="en-US" sz="1069" dirty="0">
                <a:latin typeface="Times New Roman"/>
                <a:cs typeface="Times New Roman"/>
              </a:rPr>
              <a:t>cursor</a:t>
            </a:r>
            <a:r>
              <a:rPr lang="en-US" sz="1069" spc="15" dirty="0">
                <a:latin typeface="Times New Roman"/>
                <a:cs typeface="Times New Roman"/>
              </a:rPr>
              <a:t> </a:t>
            </a:r>
            <a:r>
              <a:rPr lang="en-US" sz="1069" dirty="0">
                <a:latin typeface="Times New Roman"/>
                <a:cs typeface="Times New Roman"/>
              </a:rPr>
              <a:t>movement</a:t>
            </a:r>
            <a:r>
              <a:rPr lang="en-US" sz="1069" spc="83" dirty="0">
                <a:latin typeface="Times New Roman"/>
                <a:cs typeface="Times New Roman"/>
              </a:rPr>
              <a:t> </a:t>
            </a:r>
            <a:r>
              <a:rPr lang="en-US" sz="1069" dirty="0">
                <a:latin typeface="Times New Roman"/>
                <a:cs typeface="Times New Roman"/>
              </a:rPr>
              <a:t>is</a:t>
            </a:r>
            <a:r>
              <a:rPr lang="en-US" sz="1069" spc="19" dirty="0">
                <a:latin typeface="Times New Roman"/>
                <a:cs typeface="Times New Roman"/>
              </a:rPr>
              <a:t> </a:t>
            </a:r>
            <a:r>
              <a:rPr lang="en-US" sz="1069" dirty="0">
                <a:latin typeface="Times New Roman"/>
                <a:cs typeface="Times New Roman"/>
              </a:rPr>
              <a:t>controlled</a:t>
            </a:r>
            <a:r>
              <a:rPr lang="en-US" sz="1069" spc="63" dirty="0">
                <a:latin typeface="Times New Roman"/>
                <a:cs typeface="Times New Roman"/>
              </a:rPr>
              <a:t> </a:t>
            </a:r>
            <a:r>
              <a:rPr lang="en-US" sz="1069" dirty="0">
                <a:latin typeface="Times New Roman"/>
                <a:cs typeface="Times New Roman"/>
              </a:rPr>
              <a:t>by</a:t>
            </a:r>
            <a:r>
              <a:rPr lang="en-US" sz="1069" spc="19" dirty="0">
                <a:latin typeface="Times New Roman"/>
                <a:cs typeface="Times New Roman"/>
              </a:rPr>
              <a:t> </a:t>
            </a:r>
            <a:r>
              <a:rPr lang="en-US" sz="1069" dirty="0">
                <a:latin typeface="Times New Roman"/>
                <a:cs typeface="Times New Roman"/>
              </a:rPr>
              <a:t>a</a:t>
            </a:r>
            <a:r>
              <a:rPr lang="en-US" sz="1069" spc="44" dirty="0">
                <a:latin typeface="Times New Roman"/>
                <a:cs typeface="Times New Roman"/>
              </a:rPr>
              <a:t> </a:t>
            </a:r>
            <a:r>
              <a:rPr lang="en-US" sz="1069" spc="-10" dirty="0">
                <a:latin typeface="Times New Roman"/>
                <a:cs typeface="Times New Roman"/>
              </a:rPr>
              <a:t>real-</a:t>
            </a:r>
            <a:r>
              <a:rPr lang="en-US" sz="1069" dirty="0">
                <a:latin typeface="Times New Roman"/>
                <a:cs typeface="Times New Roman"/>
              </a:rPr>
              <a:t>time</a:t>
            </a:r>
            <a:r>
              <a:rPr lang="en-US" sz="1069" spc="87" dirty="0">
                <a:latin typeface="Times New Roman"/>
                <a:cs typeface="Times New Roman"/>
              </a:rPr>
              <a:t> </a:t>
            </a:r>
            <a:r>
              <a:rPr lang="en-US" sz="1069" dirty="0">
                <a:latin typeface="Times New Roman"/>
                <a:cs typeface="Times New Roman"/>
              </a:rPr>
              <a:t>camera</a:t>
            </a:r>
            <a:r>
              <a:rPr lang="en-US" sz="1069" spc="58" dirty="0">
                <a:latin typeface="Times New Roman"/>
                <a:cs typeface="Times New Roman"/>
              </a:rPr>
              <a:t> </a:t>
            </a:r>
            <a:r>
              <a:rPr lang="en-US" sz="1069" dirty="0">
                <a:latin typeface="Times New Roman"/>
                <a:cs typeface="Times New Roman"/>
              </a:rPr>
              <a:t>in</a:t>
            </a:r>
            <a:r>
              <a:rPr lang="en-US" sz="1069" spc="34" dirty="0">
                <a:latin typeface="Times New Roman"/>
                <a:cs typeface="Times New Roman"/>
              </a:rPr>
              <a:t> </a:t>
            </a:r>
            <a:r>
              <a:rPr lang="en-US" sz="1069" dirty="0">
                <a:latin typeface="Times New Roman"/>
                <a:cs typeface="Times New Roman"/>
              </a:rPr>
              <a:t>this</a:t>
            </a:r>
            <a:r>
              <a:rPr lang="en-US" sz="1069" spc="19" dirty="0">
                <a:latin typeface="Times New Roman"/>
                <a:cs typeface="Times New Roman"/>
              </a:rPr>
              <a:t> </a:t>
            </a:r>
            <a:r>
              <a:rPr lang="en-US" sz="1069" spc="-10" dirty="0">
                <a:latin typeface="Times New Roman"/>
                <a:cs typeface="Times New Roman"/>
              </a:rPr>
              <a:t>project.</a:t>
            </a:r>
            <a:endParaRPr lang="en-US" sz="1069" dirty="0">
              <a:latin typeface="Times New Roman"/>
              <a:cs typeface="Times New Roman"/>
            </a:endParaRPr>
          </a:p>
          <a:p>
            <a:pPr marL="438933" marR="8026" lvl="1" indent="-208046" algn="just">
              <a:lnSpc>
                <a:spcPct val="148200"/>
              </a:lnSpc>
              <a:spcBef>
                <a:spcPts val="267"/>
              </a:spcBef>
              <a:buSzPct val="90909"/>
              <a:buFont typeface="Symbol"/>
              <a:buChar char=""/>
              <a:tabLst>
                <a:tab pos="440168" algn="l"/>
              </a:tabLst>
            </a:pPr>
            <a:endParaRPr lang="en-US" sz="1069"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2650" y="469900"/>
            <a:ext cx="6035371" cy="7544377"/>
          </a:xfrm>
          <a:prstGeom prst="rect">
            <a:avLst/>
          </a:prstGeom>
        </p:spPr>
        <p:txBody>
          <a:bodyPr vert="horz" wrap="square" lIns="0" tIns="15434" rIns="0" bIns="0" rtlCol="0">
            <a:spAutoFit/>
          </a:bodyPr>
          <a:lstStyle/>
          <a:p>
            <a:pPr marL="19138" algn="just">
              <a:lnSpc>
                <a:spcPct val="150000"/>
              </a:lnSpc>
              <a:spcBef>
                <a:spcPts val="122"/>
              </a:spcBef>
              <a:tabLst>
                <a:tab pos="4909143" algn="l"/>
              </a:tabLst>
            </a:pPr>
            <a:r>
              <a:rPr sz="1069" dirty="0">
                <a:latin typeface="Times New Roman"/>
                <a:cs typeface="Times New Roman"/>
              </a:rPr>
              <a:t>Gesture</a:t>
            </a:r>
            <a:r>
              <a:rPr sz="1069" spc="5" dirty="0">
                <a:latin typeface="Times New Roman"/>
                <a:cs typeface="Times New Roman"/>
              </a:rPr>
              <a:t> </a:t>
            </a:r>
            <a:r>
              <a:rPr sz="1069" dirty="0">
                <a:latin typeface="Times New Roman"/>
                <a:cs typeface="Times New Roman"/>
              </a:rPr>
              <a:t>Controlled</a:t>
            </a:r>
            <a:r>
              <a:rPr sz="1069" spc="24" dirty="0">
                <a:latin typeface="Times New Roman"/>
                <a:cs typeface="Times New Roman"/>
              </a:rPr>
              <a:t> </a:t>
            </a:r>
            <a:r>
              <a:rPr sz="1069" dirty="0">
                <a:latin typeface="Times New Roman"/>
                <a:cs typeface="Times New Roman"/>
              </a:rPr>
              <a:t>Virtual</a:t>
            </a:r>
            <a:r>
              <a:rPr sz="1069" spc="44" dirty="0">
                <a:latin typeface="Times New Roman"/>
                <a:cs typeface="Times New Roman"/>
              </a:rPr>
              <a:t> </a:t>
            </a:r>
            <a:r>
              <a:rPr sz="1069" spc="-10" dirty="0">
                <a:latin typeface="Times New Roman"/>
                <a:cs typeface="Times New Roman"/>
              </a:rPr>
              <a:t>Mouse</a:t>
            </a:r>
            <a:r>
              <a:rPr sz="1069" dirty="0">
                <a:latin typeface="Times New Roman"/>
                <a:cs typeface="Times New Roman"/>
              </a:rPr>
              <a:t>	</a:t>
            </a:r>
            <a:r>
              <a:rPr lang="en-US" sz="1069" dirty="0">
                <a:latin typeface="Times New Roman"/>
                <a:cs typeface="Times New Roman"/>
              </a:rPr>
              <a:t>              </a:t>
            </a:r>
            <a:r>
              <a:rPr sz="1069" spc="-10" dirty="0">
                <a:latin typeface="Times New Roman"/>
                <a:cs typeface="Times New Roman"/>
              </a:rPr>
              <a:t>Introduction</a:t>
            </a:r>
            <a:endParaRPr sz="1069" dirty="0">
              <a:latin typeface="Times New Roman"/>
              <a:cs typeface="Times New Roman"/>
            </a:endParaRPr>
          </a:p>
          <a:p>
            <a:pPr>
              <a:lnSpc>
                <a:spcPct val="150000"/>
              </a:lnSpc>
              <a:spcBef>
                <a:spcPts val="292"/>
              </a:spcBef>
            </a:pPr>
            <a:endParaRPr sz="1069" dirty="0">
              <a:latin typeface="Times New Roman"/>
              <a:cs typeface="Times New Roman"/>
            </a:endParaRPr>
          </a:p>
          <a:p>
            <a:pPr marL="12347">
              <a:lnSpc>
                <a:spcPct val="150000"/>
              </a:lnSpc>
              <a:tabLst>
                <a:tab pos="289536" algn="l"/>
              </a:tabLst>
            </a:pPr>
            <a:r>
              <a:rPr lang="en-US" sz="1600" b="1" spc="-10" dirty="0">
                <a:latin typeface="Times New Roman"/>
                <a:cs typeface="Times New Roman"/>
              </a:rPr>
              <a:t>1.3 </a:t>
            </a:r>
            <a:r>
              <a:rPr sz="1600" b="1" spc="-10" dirty="0">
                <a:latin typeface="Times New Roman"/>
                <a:cs typeface="Times New Roman"/>
              </a:rPr>
              <a:t>Problem</a:t>
            </a:r>
            <a:r>
              <a:rPr sz="1600" b="1" spc="-34" dirty="0">
                <a:latin typeface="Times New Roman"/>
                <a:cs typeface="Times New Roman"/>
              </a:rPr>
              <a:t> </a:t>
            </a:r>
            <a:r>
              <a:rPr sz="1600" b="1" spc="-10" dirty="0">
                <a:latin typeface="Times New Roman"/>
                <a:cs typeface="Times New Roman"/>
              </a:rPr>
              <a:t>Statement</a:t>
            </a:r>
            <a:endParaRPr sz="1600" dirty="0">
              <a:latin typeface="Times New Roman"/>
              <a:cs typeface="Times New Roman"/>
            </a:endParaRPr>
          </a:p>
          <a:p>
            <a:pPr marL="12347" marR="6173" indent="416092" algn="just">
              <a:lnSpc>
                <a:spcPct val="150000"/>
              </a:lnSpc>
              <a:spcBef>
                <a:spcPts val="681"/>
              </a:spcBef>
            </a:pPr>
            <a:r>
              <a:rPr sz="1069" dirty="0">
                <a:latin typeface="Times New Roman"/>
                <a:cs typeface="Times New Roman"/>
              </a:rPr>
              <a:t>The</a:t>
            </a:r>
            <a:r>
              <a:rPr sz="1069" spc="228" dirty="0">
                <a:latin typeface="Times New Roman"/>
                <a:cs typeface="Times New Roman"/>
              </a:rPr>
              <a:t> </a:t>
            </a:r>
            <a:r>
              <a:rPr sz="1069" dirty="0">
                <a:latin typeface="Times New Roman"/>
                <a:cs typeface="Times New Roman"/>
              </a:rPr>
              <a:t>proposed</a:t>
            </a:r>
            <a:r>
              <a:rPr sz="1069" spc="228" dirty="0">
                <a:latin typeface="Times New Roman"/>
                <a:cs typeface="Times New Roman"/>
              </a:rPr>
              <a:t> </a:t>
            </a:r>
            <a:r>
              <a:rPr sz="1069" dirty="0">
                <a:latin typeface="Times New Roman"/>
                <a:cs typeface="Times New Roman"/>
              </a:rPr>
              <a:t>AI</a:t>
            </a:r>
            <a:r>
              <a:rPr sz="1069" spc="223" dirty="0">
                <a:latin typeface="Times New Roman"/>
                <a:cs typeface="Times New Roman"/>
              </a:rPr>
              <a:t> </a:t>
            </a:r>
            <a:r>
              <a:rPr sz="1069" dirty="0">
                <a:latin typeface="Times New Roman"/>
                <a:cs typeface="Times New Roman"/>
              </a:rPr>
              <a:t>virtual</a:t>
            </a:r>
            <a:r>
              <a:rPr sz="1069" spc="223" dirty="0">
                <a:latin typeface="Times New Roman"/>
                <a:cs typeface="Times New Roman"/>
              </a:rPr>
              <a:t> </a:t>
            </a:r>
            <a:r>
              <a:rPr sz="1069" dirty="0">
                <a:latin typeface="Times New Roman"/>
                <a:cs typeface="Times New Roman"/>
              </a:rPr>
              <a:t>mouse</a:t>
            </a:r>
            <a:r>
              <a:rPr sz="1069" spc="233" dirty="0">
                <a:latin typeface="Times New Roman"/>
                <a:cs typeface="Times New Roman"/>
              </a:rPr>
              <a:t> </a:t>
            </a:r>
            <a:r>
              <a:rPr sz="1069" dirty="0">
                <a:latin typeface="Times New Roman"/>
                <a:cs typeface="Times New Roman"/>
              </a:rPr>
              <a:t>using</a:t>
            </a:r>
            <a:r>
              <a:rPr sz="1069" spc="209" dirty="0">
                <a:latin typeface="Times New Roman"/>
                <a:cs typeface="Times New Roman"/>
              </a:rPr>
              <a:t> </a:t>
            </a:r>
            <a:r>
              <a:rPr sz="1069" dirty="0">
                <a:latin typeface="Times New Roman"/>
                <a:cs typeface="Times New Roman"/>
              </a:rPr>
              <a:t>hand</a:t>
            </a:r>
            <a:r>
              <a:rPr sz="1069" spc="238" dirty="0">
                <a:latin typeface="Times New Roman"/>
                <a:cs typeface="Times New Roman"/>
              </a:rPr>
              <a:t> </a:t>
            </a:r>
            <a:r>
              <a:rPr sz="1069" dirty="0">
                <a:latin typeface="Times New Roman"/>
                <a:cs typeface="Times New Roman"/>
              </a:rPr>
              <a:t>gesture</a:t>
            </a:r>
            <a:r>
              <a:rPr sz="1069" spc="233" dirty="0">
                <a:latin typeface="Times New Roman"/>
                <a:cs typeface="Times New Roman"/>
              </a:rPr>
              <a:t> </a:t>
            </a:r>
            <a:r>
              <a:rPr sz="1069" dirty="0">
                <a:latin typeface="Times New Roman"/>
                <a:cs typeface="Times New Roman"/>
              </a:rPr>
              <a:t>technology</a:t>
            </a:r>
            <a:r>
              <a:rPr sz="1069" spc="209" dirty="0">
                <a:latin typeface="Times New Roman"/>
                <a:cs typeface="Times New Roman"/>
              </a:rPr>
              <a:t> </a:t>
            </a:r>
            <a:r>
              <a:rPr sz="1069" dirty="0">
                <a:latin typeface="Times New Roman"/>
                <a:cs typeface="Times New Roman"/>
              </a:rPr>
              <a:t>can</a:t>
            </a:r>
            <a:r>
              <a:rPr sz="1069" spc="228" dirty="0">
                <a:latin typeface="Times New Roman"/>
                <a:cs typeface="Times New Roman"/>
              </a:rPr>
              <a:t> </a:t>
            </a:r>
            <a:r>
              <a:rPr sz="1069" dirty="0">
                <a:latin typeface="Times New Roman"/>
                <a:cs typeface="Times New Roman"/>
              </a:rPr>
              <a:t>also</a:t>
            </a:r>
            <a:r>
              <a:rPr sz="1069" spc="228" dirty="0">
                <a:latin typeface="Times New Roman"/>
                <a:cs typeface="Times New Roman"/>
              </a:rPr>
              <a:t> </a:t>
            </a:r>
            <a:r>
              <a:rPr sz="1069" dirty="0">
                <a:latin typeface="Times New Roman"/>
                <a:cs typeface="Times New Roman"/>
              </a:rPr>
              <a:t>be</a:t>
            </a:r>
            <a:r>
              <a:rPr sz="1069" spc="233" dirty="0">
                <a:latin typeface="Times New Roman"/>
                <a:cs typeface="Times New Roman"/>
              </a:rPr>
              <a:t> </a:t>
            </a:r>
            <a:r>
              <a:rPr sz="1069" dirty="0">
                <a:latin typeface="Times New Roman"/>
                <a:cs typeface="Times New Roman"/>
              </a:rPr>
              <a:t>introduced</a:t>
            </a:r>
            <a:r>
              <a:rPr sz="1069" spc="223" dirty="0">
                <a:latin typeface="Times New Roman"/>
                <a:cs typeface="Times New Roman"/>
              </a:rPr>
              <a:t> </a:t>
            </a:r>
            <a:r>
              <a:rPr sz="1069" spc="-24" dirty="0">
                <a:latin typeface="Times New Roman"/>
                <a:cs typeface="Times New Roman"/>
              </a:rPr>
              <a:t>in </a:t>
            </a:r>
            <a:r>
              <a:rPr sz="1069" dirty="0">
                <a:latin typeface="Times New Roman"/>
                <a:cs typeface="Times New Roman"/>
              </a:rPr>
              <a:t>places</a:t>
            </a:r>
            <a:r>
              <a:rPr sz="1069" spc="297" dirty="0">
                <a:latin typeface="Times New Roman"/>
                <a:cs typeface="Times New Roman"/>
              </a:rPr>
              <a:t> </a:t>
            </a:r>
            <a:r>
              <a:rPr sz="1069" dirty="0">
                <a:latin typeface="Times New Roman"/>
                <a:cs typeface="Times New Roman"/>
              </a:rPr>
              <a:t>where</a:t>
            </a:r>
            <a:r>
              <a:rPr sz="1069" spc="287" dirty="0">
                <a:latin typeface="Times New Roman"/>
                <a:cs typeface="Times New Roman"/>
              </a:rPr>
              <a:t> </a:t>
            </a:r>
            <a:r>
              <a:rPr sz="1069" dirty="0">
                <a:latin typeface="Times New Roman"/>
                <a:cs typeface="Times New Roman"/>
              </a:rPr>
              <a:t>there</a:t>
            </a:r>
            <a:r>
              <a:rPr sz="1069" spc="297" dirty="0">
                <a:latin typeface="Times New Roman"/>
                <a:cs typeface="Times New Roman"/>
              </a:rPr>
              <a:t> </a:t>
            </a:r>
            <a:r>
              <a:rPr sz="1069" dirty="0">
                <a:latin typeface="Times New Roman"/>
                <a:cs typeface="Times New Roman"/>
              </a:rPr>
              <a:t>is</a:t>
            </a:r>
            <a:r>
              <a:rPr sz="1069" spc="292" dirty="0">
                <a:latin typeface="Times New Roman"/>
                <a:cs typeface="Times New Roman"/>
              </a:rPr>
              <a:t> </a:t>
            </a:r>
            <a:r>
              <a:rPr sz="1069" dirty="0">
                <a:latin typeface="Times New Roman"/>
                <a:cs typeface="Times New Roman"/>
              </a:rPr>
              <a:t>not</a:t>
            </a:r>
            <a:r>
              <a:rPr sz="1069" spc="301" dirty="0">
                <a:latin typeface="Times New Roman"/>
                <a:cs typeface="Times New Roman"/>
              </a:rPr>
              <a:t> </a:t>
            </a:r>
            <a:r>
              <a:rPr sz="1069" dirty="0">
                <a:latin typeface="Times New Roman"/>
                <a:cs typeface="Times New Roman"/>
              </a:rPr>
              <a:t>enough</a:t>
            </a:r>
            <a:r>
              <a:rPr sz="1069" spc="301" dirty="0">
                <a:latin typeface="Times New Roman"/>
                <a:cs typeface="Times New Roman"/>
              </a:rPr>
              <a:t> </a:t>
            </a:r>
            <a:r>
              <a:rPr sz="1069" dirty="0">
                <a:latin typeface="Times New Roman"/>
                <a:cs typeface="Times New Roman"/>
              </a:rPr>
              <a:t>space</a:t>
            </a:r>
            <a:r>
              <a:rPr sz="1069" spc="282" dirty="0">
                <a:latin typeface="Times New Roman"/>
                <a:cs typeface="Times New Roman"/>
              </a:rPr>
              <a:t> </a:t>
            </a:r>
            <a:r>
              <a:rPr sz="1069" dirty="0">
                <a:latin typeface="Times New Roman"/>
                <a:cs typeface="Times New Roman"/>
              </a:rPr>
              <a:t>to</a:t>
            </a:r>
            <a:r>
              <a:rPr sz="1069" spc="301" dirty="0">
                <a:latin typeface="Times New Roman"/>
                <a:cs typeface="Times New Roman"/>
              </a:rPr>
              <a:t> </a:t>
            </a:r>
            <a:r>
              <a:rPr sz="1069" dirty="0">
                <a:latin typeface="Times New Roman"/>
                <a:cs typeface="Times New Roman"/>
              </a:rPr>
              <a:t>use</a:t>
            </a:r>
            <a:r>
              <a:rPr sz="1069" spc="297" dirty="0">
                <a:latin typeface="Times New Roman"/>
                <a:cs typeface="Times New Roman"/>
              </a:rPr>
              <a:t> </a:t>
            </a:r>
            <a:r>
              <a:rPr sz="1069" dirty="0">
                <a:latin typeface="Times New Roman"/>
                <a:cs typeface="Times New Roman"/>
              </a:rPr>
              <a:t>a</a:t>
            </a:r>
            <a:r>
              <a:rPr sz="1069" spc="287" dirty="0">
                <a:latin typeface="Times New Roman"/>
                <a:cs typeface="Times New Roman"/>
              </a:rPr>
              <a:t> </a:t>
            </a:r>
            <a:r>
              <a:rPr sz="1069" dirty="0">
                <a:latin typeface="Times New Roman"/>
                <a:cs typeface="Times New Roman"/>
              </a:rPr>
              <a:t>physical</a:t>
            </a:r>
            <a:r>
              <a:rPr sz="1069" spc="301" dirty="0">
                <a:latin typeface="Times New Roman"/>
                <a:cs typeface="Times New Roman"/>
              </a:rPr>
              <a:t> </a:t>
            </a:r>
            <a:r>
              <a:rPr sz="1069" dirty="0">
                <a:latin typeface="Times New Roman"/>
                <a:cs typeface="Times New Roman"/>
              </a:rPr>
              <a:t>mouse</a:t>
            </a:r>
            <a:r>
              <a:rPr sz="1069" spc="306" dirty="0">
                <a:latin typeface="Times New Roman"/>
                <a:cs typeface="Times New Roman"/>
              </a:rPr>
              <a:t> </a:t>
            </a:r>
            <a:r>
              <a:rPr sz="1069" dirty="0">
                <a:latin typeface="Times New Roman"/>
                <a:cs typeface="Times New Roman"/>
              </a:rPr>
              <a:t>or</a:t>
            </a:r>
            <a:r>
              <a:rPr sz="1069" spc="277" dirty="0">
                <a:latin typeface="Times New Roman"/>
                <a:cs typeface="Times New Roman"/>
              </a:rPr>
              <a:t> </a:t>
            </a:r>
            <a:r>
              <a:rPr sz="1069" dirty="0">
                <a:latin typeface="Times New Roman"/>
                <a:cs typeface="Times New Roman"/>
              </a:rPr>
              <a:t>for</a:t>
            </a:r>
            <a:r>
              <a:rPr sz="1069" spc="292" dirty="0">
                <a:latin typeface="Times New Roman"/>
                <a:cs typeface="Times New Roman"/>
              </a:rPr>
              <a:t> </a:t>
            </a:r>
            <a:r>
              <a:rPr sz="1069" dirty="0">
                <a:latin typeface="Times New Roman"/>
                <a:cs typeface="Times New Roman"/>
              </a:rPr>
              <a:t>individuals</a:t>
            </a:r>
            <a:r>
              <a:rPr sz="1069" spc="316" dirty="0">
                <a:latin typeface="Times New Roman"/>
                <a:cs typeface="Times New Roman"/>
              </a:rPr>
              <a:t> </a:t>
            </a:r>
            <a:r>
              <a:rPr sz="1069" dirty="0">
                <a:latin typeface="Times New Roman"/>
                <a:cs typeface="Times New Roman"/>
              </a:rPr>
              <a:t>who</a:t>
            </a:r>
            <a:r>
              <a:rPr sz="1069" spc="297" dirty="0">
                <a:latin typeface="Times New Roman"/>
                <a:cs typeface="Times New Roman"/>
              </a:rPr>
              <a:t> </a:t>
            </a:r>
            <a:r>
              <a:rPr sz="1069" spc="-19" dirty="0">
                <a:latin typeface="Times New Roman"/>
                <a:cs typeface="Times New Roman"/>
              </a:rPr>
              <a:t>have </a:t>
            </a:r>
            <a:r>
              <a:rPr sz="1069" dirty="0">
                <a:latin typeface="Times New Roman"/>
                <a:cs typeface="Times New Roman"/>
              </a:rPr>
              <a:t>difficulties</a:t>
            </a:r>
            <a:r>
              <a:rPr sz="1069" spc="131" dirty="0">
                <a:latin typeface="Times New Roman"/>
                <a:cs typeface="Times New Roman"/>
              </a:rPr>
              <a:t> </a:t>
            </a:r>
            <a:r>
              <a:rPr sz="1069" dirty="0">
                <a:latin typeface="Times New Roman"/>
                <a:cs typeface="Times New Roman"/>
              </a:rPr>
              <a:t>with</a:t>
            </a:r>
            <a:r>
              <a:rPr sz="1069" spc="131" dirty="0">
                <a:latin typeface="Times New Roman"/>
                <a:cs typeface="Times New Roman"/>
              </a:rPr>
              <a:t> </a:t>
            </a:r>
            <a:r>
              <a:rPr sz="1069" dirty="0">
                <a:latin typeface="Times New Roman"/>
                <a:cs typeface="Times New Roman"/>
              </a:rPr>
              <a:t>hand</a:t>
            </a:r>
            <a:r>
              <a:rPr sz="1069" spc="136" dirty="0">
                <a:latin typeface="Times New Roman"/>
                <a:cs typeface="Times New Roman"/>
              </a:rPr>
              <a:t> </a:t>
            </a:r>
            <a:r>
              <a:rPr sz="1069" dirty="0">
                <a:latin typeface="Times New Roman"/>
                <a:cs typeface="Times New Roman"/>
              </a:rPr>
              <a:t>grip</a:t>
            </a:r>
            <a:r>
              <a:rPr sz="1069" spc="146" dirty="0">
                <a:latin typeface="Times New Roman"/>
                <a:cs typeface="Times New Roman"/>
              </a:rPr>
              <a:t> </a:t>
            </a:r>
            <a:r>
              <a:rPr sz="1069" dirty="0">
                <a:latin typeface="Times New Roman"/>
                <a:cs typeface="Times New Roman"/>
              </a:rPr>
              <a:t>and</a:t>
            </a:r>
            <a:r>
              <a:rPr sz="1069" spc="131" dirty="0">
                <a:latin typeface="Times New Roman"/>
                <a:cs typeface="Times New Roman"/>
              </a:rPr>
              <a:t> </a:t>
            </a:r>
            <a:r>
              <a:rPr sz="1069" dirty="0">
                <a:latin typeface="Times New Roman"/>
                <a:cs typeface="Times New Roman"/>
              </a:rPr>
              <a:t>are</a:t>
            </a:r>
            <a:r>
              <a:rPr sz="1069" spc="141" dirty="0">
                <a:latin typeface="Times New Roman"/>
                <a:cs typeface="Times New Roman"/>
              </a:rPr>
              <a:t> </a:t>
            </a:r>
            <a:r>
              <a:rPr sz="1069" dirty="0">
                <a:latin typeface="Times New Roman"/>
                <a:cs typeface="Times New Roman"/>
              </a:rPr>
              <a:t>unable</a:t>
            </a:r>
            <a:r>
              <a:rPr sz="1069" spc="126" dirty="0">
                <a:latin typeface="Times New Roman"/>
                <a:cs typeface="Times New Roman"/>
              </a:rPr>
              <a:t> </a:t>
            </a:r>
            <a:r>
              <a:rPr sz="1069" dirty="0">
                <a:latin typeface="Times New Roman"/>
                <a:cs typeface="Times New Roman"/>
              </a:rPr>
              <a:t>to</a:t>
            </a:r>
            <a:r>
              <a:rPr sz="1069" spc="131" dirty="0">
                <a:latin typeface="Times New Roman"/>
                <a:cs typeface="Times New Roman"/>
              </a:rPr>
              <a:t> </a:t>
            </a:r>
            <a:r>
              <a:rPr sz="1069" dirty="0">
                <a:latin typeface="Times New Roman"/>
                <a:cs typeface="Times New Roman"/>
              </a:rPr>
              <a:t>operate</a:t>
            </a:r>
            <a:r>
              <a:rPr sz="1069" spc="151" dirty="0">
                <a:latin typeface="Times New Roman"/>
                <a:cs typeface="Times New Roman"/>
              </a:rPr>
              <a:t> </a:t>
            </a:r>
            <a:r>
              <a:rPr sz="1069" dirty="0">
                <a:latin typeface="Times New Roman"/>
                <a:cs typeface="Times New Roman"/>
              </a:rPr>
              <a:t>a</a:t>
            </a:r>
            <a:r>
              <a:rPr sz="1069" spc="131" dirty="0">
                <a:latin typeface="Times New Roman"/>
                <a:cs typeface="Times New Roman"/>
              </a:rPr>
              <a:t> </a:t>
            </a:r>
            <a:r>
              <a:rPr sz="1069" dirty="0">
                <a:latin typeface="Times New Roman"/>
                <a:cs typeface="Times New Roman"/>
              </a:rPr>
              <a:t>real</a:t>
            </a:r>
            <a:r>
              <a:rPr sz="1069" spc="122" dirty="0">
                <a:latin typeface="Times New Roman"/>
                <a:cs typeface="Times New Roman"/>
              </a:rPr>
              <a:t> </a:t>
            </a:r>
            <a:r>
              <a:rPr sz="1069" dirty="0">
                <a:latin typeface="Times New Roman"/>
                <a:cs typeface="Times New Roman"/>
              </a:rPr>
              <a:t>mouse.</a:t>
            </a:r>
            <a:r>
              <a:rPr sz="1069" spc="117" dirty="0">
                <a:latin typeface="Times New Roman"/>
                <a:cs typeface="Times New Roman"/>
              </a:rPr>
              <a:t> </a:t>
            </a:r>
            <a:r>
              <a:rPr sz="1069" dirty="0">
                <a:latin typeface="Times New Roman"/>
                <a:cs typeface="Times New Roman"/>
              </a:rPr>
              <a:t>Moreover,</a:t>
            </a:r>
            <a:r>
              <a:rPr sz="1069" spc="131" dirty="0">
                <a:latin typeface="Times New Roman"/>
                <a:cs typeface="Times New Roman"/>
              </a:rPr>
              <a:t> </a:t>
            </a:r>
            <a:r>
              <a:rPr sz="1069" dirty="0">
                <a:latin typeface="Times New Roman"/>
                <a:cs typeface="Times New Roman"/>
              </a:rPr>
              <a:t>in</a:t>
            </a:r>
            <a:r>
              <a:rPr sz="1069" spc="136" dirty="0">
                <a:latin typeface="Times New Roman"/>
                <a:cs typeface="Times New Roman"/>
              </a:rPr>
              <a:t> </a:t>
            </a:r>
            <a:r>
              <a:rPr sz="1069" dirty="0">
                <a:latin typeface="Times New Roman"/>
                <a:cs typeface="Times New Roman"/>
              </a:rPr>
              <a:t>situations</a:t>
            </a:r>
            <a:r>
              <a:rPr sz="1069" spc="131" dirty="0">
                <a:latin typeface="Times New Roman"/>
                <a:cs typeface="Times New Roman"/>
              </a:rPr>
              <a:t> </a:t>
            </a:r>
            <a:r>
              <a:rPr sz="1069" dirty="0">
                <a:latin typeface="Times New Roman"/>
                <a:cs typeface="Times New Roman"/>
              </a:rPr>
              <a:t>like</a:t>
            </a:r>
            <a:r>
              <a:rPr sz="1069" spc="141" dirty="0">
                <a:latin typeface="Times New Roman"/>
                <a:cs typeface="Times New Roman"/>
              </a:rPr>
              <a:t> </a:t>
            </a:r>
            <a:r>
              <a:rPr sz="1069" spc="-24" dirty="0">
                <a:latin typeface="Times New Roman"/>
                <a:cs typeface="Times New Roman"/>
              </a:rPr>
              <a:t>the </a:t>
            </a:r>
            <a:r>
              <a:rPr sz="1069" dirty="0">
                <a:latin typeface="Times New Roman"/>
                <a:cs typeface="Times New Roman"/>
              </a:rPr>
              <a:t>COVID</a:t>
            </a:r>
            <a:r>
              <a:rPr sz="1069" spc="243" dirty="0">
                <a:latin typeface="Times New Roman"/>
                <a:cs typeface="Times New Roman"/>
              </a:rPr>
              <a:t> </a:t>
            </a:r>
            <a:r>
              <a:rPr sz="1069" dirty="0">
                <a:latin typeface="Times New Roman"/>
                <a:cs typeface="Times New Roman"/>
              </a:rPr>
              <a:t>outbreak,</a:t>
            </a:r>
            <a:r>
              <a:rPr sz="1069" spc="258" dirty="0">
                <a:latin typeface="Times New Roman"/>
                <a:cs typeface="Times New Roman"/>
              </a:rPr>
              <a:t> </a:t>
            </a:r>
            <a:r>
              <a:rPr sz="1069" dirty="0">
                <a:latin typeface="Times New Roman"/>
                <a:cs typeface="Times New Roman"/>
              </a:rPr>
              <a:t>it</a:t>
            </a:r>
            <a:r>
              <a:rPr sz="1069" spc="258" dirty="0">
                <a:latin typeface="Times New Roman"/>
                <a:cs typeface="Times New Roman"/>
              </a:rPr>
              <a:t> </a:t>
            </a:r>
            <a:r>
              <a:rPr sz="1069" dirty="0">
                <a:latin typeface="Times New Roman"/>
                <a:cs typeface="Times New Roman"/>
              </a:rPr>
              <a:t>is</a:t>
            </a:r>
            <a:r>
              <a:rPr sz="1069" spc="258" dirty="0">
                <a:latin typeface="Times New Roman"/>
                <a:cs typeface="Times New Roman"/>
              </a:rPr>
              <a:t> </a:t>
            </a:r>
            <a:r>
              <a:rPr sz="1069" dirty="0">
                <a:latin typeface="Times New Roman"/>
                <a:cs typeface="Times New Roman"/>
              </a:rPr>
              <a:t>not</a:t>
            </a:r>
            <a:r>
              <a:rPr sz="1069" spc="247" dirty="0">
                <a:latin typeface="Times New Roman"/>
                <a:cs typeface="Times New Roman"/>
              </a:rPr>
              <a:t> </a:t>
            </a:r>
            <a:r>
              <a:rPr sz="1069" dirty="0">
                <a:latin typeface="Times New Roman"/>
                <a:cs typeface="Times New Roman"/>
              </a:rPr>
              <a:t>safe</a:t>
            </a:r>
            <a:r>
              <a:rPr sz="1069" spc="267" dirty="0">
                <a:latin typeface="Times New Roman"/>
                <a:cs typeface="Times New Roman"/>
              </a:rPr>
              <a:t> </a:t>
            </a:r>
            <a:r>
              <a:rPr sz="1069" dirty="0">
                <a:latin typeface="Times New Roman"/>
                <a:cs typeface="Times New Roman"/>
              </a:rPr>
              <a:t>to</a:t>
            </a:r>
            <a:r>
              <a:rPr sz="1069" spc="247" dirty="0">
                <a:latin typeface="Times New Roman"/>
                <a:cs typeface="Times New Roman"/>
              </a:rPr>
              <a:t> </a:t>
            </a:r>
            <a:r>
              <a:rPr sz="1069" dirty="0">
                <a:latin typeface="Times New Roman"/>
                <a:cs typeface="Times New Roman"/>
              </a:rPr>
              <a:t>use</a:t>
            </a:r>
            <a:r>
              <a:rPr sz="1069" spc="228" dirty="0">
                <a:latin typeface="Times New Roman"/>
                <a:cs typeface="Times New Roman"/>
              </a:rPr>
              <a:t> </a:t>
            </a:r>
            <a:r>
              <a:rPr sz="1069" dirty="0">
                <a:latin typeface="Times New Roman"/>
                <a:cs typeface="Times New Roman"/>
              </a:rPr>
              <a:t>shared</a:t>
            </a:r>
            <a:r>
              <a:rPr sz="1069" spc="258" dirty="0">
                <a:latin typeface="Times New Roman"/>
                <a:cs typeface="Times New Roman"/>
              </a:rPr>
              <a:t> </a:t>
            </a:r>
            <a:r>
              <a:rPr sz="1069" dirty="0">
                <a:latin typeface="Times New Roman"/>
                <a:cs typeface="Times New Roman"/>
              </a:rPr>
              <a:t>devices</a:t>
            </a:r>
            <a:r>
              <a:rPr sz="1069" spc="258" dirty="0">
                <a:latin typeface="Times New Roman"/>
                <a:cs typeface="Times New Roman"/>
              </a:rPr>
              <a:t> </a:t>
            </a:r>
            <a:r>
              <a:rPr sz="1069" dirty="0">
                <a:latin typeface="Times New Roman"/>
                <a:cs typeface="Times New Roman"/>
              </a:rPr>
              <a:t>by</a:t>
            </a:r>
            <a:r>
              <a:rPr sz="1069" spc="247" dirty="0">
                <a:latin typeface="Times New Roman"/>
                <a:cs typeface="Times New Roman"/>
              </a:rPr>
              <a:t> </a:t>
            </a:r>
            <a:r>
              <a:rPr sz="1069" dirty="0">
                <a:latin typeface="Times New Roman"/>
                <a:cs typeface="Times New Roman"/>
              </a:rPr>
              <a:t>physically</a:t>
            </a:r>
            <a:r>
              <a:rPr sz="1069" spc="233" dirty="0">
                <a:latin typeface="Times New Roman"/>
                <a:cs typeface="Times New Roman"/>
              </a:rPr>
              <a:t> </a:t>
            </a:r>
            <a:r>
              <a:rPr sz="1069" dirty="0">
                <a:latin typeface="Times New Roman"/>
                <a:cs typeface="Times New Roman"/>
              </a:rPr>
              <a:t>touching</a:t>
            </a:r>
            <a:r>
              <a:rPr sz="1069" spc="247" dirty="0">
                <a:latin typeface="Times New Roman"/>
                <a:cs typeface="Times New Roman"/>
              </a:rPr>
              <a:t> </a:t>
            </a:r>
            <a:r>
              <a:rPr sz="1069" dirty="0">
                <a:latin typeface="Times New Roman"/>
                <a:cs typeface="Times New Roman"/>
              </a:rPr>
              <a:t>them,</a:t>
            </a:r>
            <a:r>
              <a:rPr sz="1069" spc="262" dirty="0">
                <a:latin typeface="Times New Roman"/>
                <a:cs typeface="Times New Roman"/>
              </a:rPr>
              <a:t> </a:t>
            </a:r>
            <a:r>
              <a:rPr sz="1069" dirty="0">
                <a:latin typeface="Times New Roman"/>
                <a:cs typeface="Times New Roman"/>
              </a:rPr>
              <a:t>as</a:t>
            </a:r>
            <a:r>
              <a:rPr sz="1069" spc="258" dirty="0">
                <a:latin typeface="Times New Roman"/>
                <a:cs typeface="Times New Roman"/>
              </a:rPr>
              <a:t> </a:t>
            </a:r>
            <a:r>
              <a:rPr sz="1069" dirty="0">
                <a:latin typeface="Times New Roman"/>
                <a:cs typeface="Times New Roman"/>
              </a:rPr>
              <a:t>this</a:t>
            </a:r>
            <a:r>
              <a:rPr sz="1069" spc="247" dirty="0">
                <a:latin typeface="Times New Roman"/>
                <a:cs typeface="Times New Roman"/>
              </a:rPr>
              <a:t> </a:t>
            </a:r>
            <a:r>
              <a:rPr sz="1069" spc="-24" dirty="0">
                <a:latin typeface="Times New Roman"/>
                <a:cs typeface="Times New Roman"/>
              </a:rPr>
              <a:t>can </a:t>
            </a:r>
            <a:r>
              <a:rPr sz="1069" dirty="0">
                <a:latin typeface="Times New Roman"/>
                <a:cs typeface="Times New Roman"/>
              </a:rPr>
              <a:t>contribute</a:t>
            </a:r>
            <a:r>
              <a:rPr sz="1069" spc="73" dirty="0">
                <a:latin typeface="Times New Roman"/>
                <a:cs typeface="Times New Roman"/>
              </a:rPr>
              <a:t> </a:t>
            </a:r>
            <a:r>
              <a:rPr sz="1069" dirty="0">
                <a:latin typeface="Times New Roman"/>
                <a:cs typeface="Times New Roman"/>
              </a:rPr>
              <a:t>to</a:t>
            </a:r>
            <a:r>
              <a:rPr sz="1069" spc="53" dirty="0">
                <a:latin typeface="Times New Roman"/>
                <a:cs typeface="Times New Roman"/>
              </a:rPr>
              <a:t> </a:t>
            </a:r>
            <a:r>
              <a:rPr sz="1069" dirty="0">
                <a:latin typeface="Times New Roman"/>
                <a:cs typeface="Times New Roman"/>
              </a:rPr>
              <a:t>the</a:t>
            </a:r>
            <a:r>
              <a:rPr sz="1069" spc="58" dirty="0">
                <a:latin typeface="Times New Roman"/>
                <a:cs typeface="Times New Roman"/>
              </a:rPr>
              <a:t> </a:t>
            </a:r>
            <a:r>
              <a:rPr sz="1069" dirty="0">
                <a:latin typeface="Times New Roman"/>
                <a:cs typeface="Times New Roman"/>
              </a:rPr>
              <a:t>spread</a:t>
            </a:r>
            <a:r>
              <a:rPr sz="1069" spc="53" dirty="0">
                <a:latin typeface="Times New Roman"/>
                <a:cs typeface="Times New Roman"/>
              </a:rPr>
              <a:t> </a:t>
            </a:r>
            <a:r>
              <a:rPr sz="1069" dirty="0">
                <a:latin typeface="Times New Roman"/>
                <a:cs typeface="Times New Roman"/>
              </a:rPr>
              <a:t>of</a:t>
            </a:r>
            <a:r>
              <a:rPr sz="1069" spc="44" dirty="0">
                <a:latin typeface="Times New Roman"/>
                <a:cs typeface="Times New Roman"/>
              </a:rPr>
              <a:t> </a:t>
            </a:r>
            <a:r>
              <a:rPr sz="1069" spc="-10" dirty="0">
                <a:latin typeface="Times New Roman"/>
                <a:cs typeface="Times New Roman"/>
              </a:rPr>
              <a:t>infections.</a:t>
            </a:r>
            <a:endParaRPr sz="1069" dirty="0">
              <a:latin typeface="Times New Roman"/>
              <a:cs typeface="Times New Roman"/>
            </a:endParaRPr>
          </a:p>
          <a:p>
            <a:pPr marL="12347" marR="8026" indent="416092" algn="just">
              <a:lnSpc>
                <a:spcPct val="150000"/>
              </a:lnSpc>
              <a:spcBef>
                <a:spcPts val="918"/>
              </a:spcBef>
            </a:pPr>
            <a:r>
              <a:rPr sz="1069" dirty="0">
                <a:latin typeface="Times New Roman"/>
                <a:cs typeface="Times New Roman"/>
              </a:rPr>
              <a:t>The</a:t>
            </a:r>
            <a:r>
              <a:rPr sz="1069" spc="428" dirty="0">
                <a:latin typeface="Times New Roman"/>
                <a:cs typeface="Times New Roman"/>
              </a:rPr>
              <a:t> </a:t>
            </a:r>
            <a:r>
              <a:rPr sz="1069" dirty="0">
                <a:latin typeface="Times New Roman"/>
                <a:cs typeface="Times New Roman"/>
              </a:rPr>
              <a:t>AI</a:t>
            </a:r>
            <a:r>
              <a:rPr sz="1069" spc="428" dirty="0">
                <a:latin typeface="Times New Roman"/>
                <a:cs typeface="Times New Roman"/>
              </a:rPr>
              <a:t> </a:t>
            </a:r>
            <a:r>
              <a:rPr sz="1069" dirty="0">
                <a:latin typeface="Times New Roman"/>
                <a:cs typeface="Times New Roman"/>
              </a:rPr>
              <a:t>virtual</a:t>
            </a:r>
            <a:r>
              <a:rPr sz="1069" spc="422" dirty="0">
                <a:latin typeface="Times New Roman"/>
                <a:cs typeface="Times New Roman"/>
              </a:rPr>
              <a:t> </a:t>
            </a:r>
            <a:r>
              <a:rPr sz="1069" dirty="0">
                <a:latin typeface="Times New Roman"/>
                <a:cs typeface="Times New Roman"/>
              </a:rPr>
              <a:t>mouse</a:t>
            </a:r>
            <a:r>
              <a:rPr sz="1069" spc="428" dirty="0">
                <a:latin typeface="Times New Roman"/>
                <a:cs typeface="Times New Roman"/>
              </a:rPr>
              <a:t> </a:t>
            </a:r>
            <a:r>
              <a:rPr sz="1069" dirty="0">
                <a:latin typeface="Times New Roman"/>
                <a:cs typeface="Times New Roman"/>
              </a:rPr>
              <a:t>helps</a:t>
            </a:r>
            <a:r>
              <a:rPr sz="1069" spc="437" dirty="0">
                <a:latin typeface="Times New Roman"/>
                <a:cs typeface="Times New Roman"/>
              </a:rPr>
              <a:t> </a:t>
            </a:r>
            <a:r>
              <a:rPr sz="1069" dirty="0">
                <a:latin typeface="Times New Roman"/>
                <a:cs typeface="Times New Roman"/>
              </a:rPr>
              <a:t>overcome</a:t>
            </a:r>
            <a:r>
              <a:rPr sz="1069" spc="428" dirty="0">
                <a:latin typeface="Times New Roman"/>
                <a:cs typeface="Times New Roman"/>
              </a:rPr>
              <a:t> </a:t>
            </a:r>
            <a:r>
              <a:rPr sz="1069" dirty="0">
                <a:latin typeface="Times New Roman"/>
                <a:cs typeface="Times New Roman"/>
              </a:rPr>
              <a:t>all</a:t>
            </a:r>
            <a:r>
              <a:rPr sz="1069" spc="422" dirty="0">
                <a:latin typeface="Times New Roman"/>
                <a:cs typeface="Times New Roman"/>
              </a:rPr>
              <a:t> </a:t>
            </a:r>
            <a:r>
              <a:rPr sz="1069" dirty="0">
                <a:latin typeface="Times New Roman"/>
                <a:cs typeface="Times New Roman"/>
              </a:rPr>
              <a:t>these</a:t>
            </a:r>
            <a:r>
              <a:rPr sz="1069" spc="428" dirty="0">
                <a:latin typeface="Times New Roman"/>
                <a:cs typeface="Times New Roman"/>
              </a:rPr>
              <a:t> </a:t>
            </a:r>
            <a:r>
              <a:rPr sz="1069" dirty="0">
                <a:latin typeface="Times New Roman"/>
                <a:cs typeface="Times New Roman"/>
              </a:rPr>
              <a:t>problems</a:t>
            </a:r>
            <a:r>
              <a:rPr sz="1069" spc="437" dirty="0">
                <a:latin typeface="Times New Roman"/>
                <a:cs typeface="Times New Roman"/>
              </a:rPr>
              <a:t> </a:t>
            </a:r>
            <a:r>
              <a:rPr sz="1069" dirty="0">
                <a:latin typeface="Times New Roman"/>
                <a:cs typeface="Times New Roman"/>
              </a:rPr>
              <a:t>since</a:t>
            </a:r>
            <a:r>
              <a:rPr sz="1069" spc="437" dirty="0">
                <a:latin typeface="Times New Roman"/>
                <a:cs typeface="Times New Roman"/>
              </a:rPr>
              <a:t> </a:t>
            </a:r>
            <a:r>
              <a:rPr sz="1069" dirty="0">
                <a:latin typeface="Times New Roman"/>
                <a:cs typeface="Times New Roman"/>
              </a:rPr>
              <a:t>it</a:t>
            </a:r>
            <a:r>
              <a:rPr sz="1069" spc="422" dirty="0">
                <a:latin typeface="Times New Roman"/>
                <a:cs typeface="Times New Roman"/>
              </a:rPr>
              <a:t> </a:t>
            </a:r>
            <a:r>
              <a:rPr sz="1069" dirty="0">
                <a:latin typeface="Times New Roman"/>
                <a:cs typeface="Times New Roman"/>
              </a:rPr>
              <a:t>uses</a:t>
            </a:r>
            <a:r>
              <a:rPr sz="1069" spc="422" dirty="0">
                <a:latin typeface="Times New Roman"/>
                <a:cs typeface="Times New Roman"/>
              </a:rPr>
              <a:t> </a:t>
            </a:r>
            <a:r>
              <a:rPr sz="1069" dirty="0">
                <a:latin typeface="Times New Roman"/>
                <a:cs typeface="Times New Roman"/>
              </a:rPr>
              <a:t>hand-</a:t>
            </a:r>
            <a:r>
              <a:rPr sz="1069" spc="-10" dirty="0">
                <a:latin typeface="Times New Roman"/>
                <a:cs typeface="Times New Roman"/>
              </a:rPr>
              <a:t>gesture </a:t>
            </a:r>
            <a:r>
              <a:rPr sz="1069" dirty="0">
                <a:latin typeface="Times New Roman"/>
                <a:cs typeface="Times New Roman"/>
              </a:rPr>
              <a:t>recognition</a:t>
            </a:r>
            <a:r>
              <a:rPr sz="1069" spc="340" dirty="0">
                <a:latin typeface="Times New Roman"/>
                <a:cs typeface="Times New Roman"/>
              </a:rPr>
              <a:t> </a:t>
            </a:r>
            <a:r>
              <a:rPr sz="1069" dirty="0">
                <a:latin typeface="Times New Roman"/>
                <a:cs typeface="Times New Roman"/>
              </a:rPr>
              <a:t>and</a:t>
            </a:r>
            <a:r>
              <a:rPr sz="1069" spc="340" dirty="0">
                <a:latin typeface="Times New Roman"/>
                <a:cs typeface="Times New Roman"/>
              </a:rPr>
              <a:t> </a:t>
            </a:r>
            <a:r>
              <a:rPr sz="1069" dirty="0">
                <a:latin typeface="Times New Roman"/>
                <a:cs typeface="Times New Roman"/>
              </a:rPr>
              <a:t>fingertip</a:t>
            </a:r>
            <a:r>
              <a:rPr sz="1069" spc="360" dirty="0">
                <a:latin typeface="Times New Roman"/>
                <a:cs typeface="Times New Roman"/>
              </a:rPr>
              <a:t> </a:t>
            </a:r>
            <a:r>
              <a:rPr sz="1069" dirty="0">
                <a:latin typeface="Times New Roman"/>
                <a:cs typeface="Times New Roman"/>
              </a:rPr>
              <a:t>detection</a:t>
            </a:r>
            <a:r>
              <a:rPr sz="1069" spc="355" dirty="0">
                <a:latin typeface="Times New Roman"/>
                <a:cs typeface="Times New Roman"/>
              </a:rPr>
              <a:t> </a:t>
            </a:r>
            <a:r>
              <a:rPr sz="1069" dirty="0">
                <a:latin typeface="Times New Roman"/>
                <a:cs typeface="Times New Roman"/>
              </a:rPr>
              <a:t>to</a:t>
            </a:r>
            <a:r>
              <a:rPr sz="1069" spc="345" dirty="0">
                <a:latin typeface="Times New Roman"/>
                <a:cs typeface="Times New Roman"/>
              </a:rPr>
              <a:t> </a:t>
            </a:r>
            <a:r>
              <a:rPr sz="1069" dirty="0">
                <a:latin typeface="Times New Roman"/>
                <a:cs typeface="Times New Roman"/>
              </a:rPr>
              <a:t>perform</a:t>
            </a:r>
            <a:r>
              <a:rPr sz="1069" spc="345" dirty="0">
                <a:latin typeface="Times New Roman"/>
                <a:cs typeface="Times New Roman"/>
              </a:rPr>
              <a:t> </a:t>
            </a:r>
            <a:r>
              <a:rPr sz="1069" dirty="0">
                <a:latin typeface="Times New Roman"/>
                <a:cs typeface="Times New Roman"/>
              </a:rPr>
              <a:t>mouse</a:t>
            </a:r>
            <a:r>
              <a:rPr sz="1069" spc="355" dirty="0">
                <a:latin typeface="Times New Roman"/>
                <a:cs typeface="Times New Roman"/>
              </a:rPr>
              <a:t> </a:t>
            </a:r>
            <a:r>
              <a:rPr sz="1069" dirty="0">
                <a:latin typeface="Times New Roman"/>
                <a:cs typeface="Times New Roman"/>
              </a:rPr>
              <a:t>actions</a:t>
            </a:r>
            <a:r>
              <a:rPr sz="1069" spc="355" dirty="0">
                <a:latin typeface="Times New Roman"/>
                <a:cs typeface="Times New Roman"/>
              </a:rPr>
              <a:t> </a:t>
            </a:r>
            <a:r>
              <a:rPr sz="1069" dirty="0">
                <a:latin typeface="Times New Roman"/>
                <a:cs typeface="Times New Roman"/>
              </a:rPr>
              <a:t>using</a:t>
            </a:r>
            <a:r>
              <a:rPr sz="1069" spc="331" dirty="0">
                <a:latin typeface="Times New Roman"/>
                <a:cs typeface="Times New Roman"/>
              </a:rPr>
              <a:t> </a:t>
            </a:r>
            <a:r>
              <a:rPr sz="1069" dirty="0">
                <a:latin typeface="Times New Roman"/>
                <a:cs typeface="Times New Roman"/>
              </a:rPr>
              <a:t>only</a:t>
            </a:r>
            <a:r>
              <a:rPr sz="1069" spc="345" dirty="0">
                <a:latin typeface="Times New Roman"/>
                <a:cs typeface="Times New Roman"/>
              </a:rPr>
              <a:t> </a:t>
            </a:r>
            <a:r>
              <a:rPr sz="1069" dirty="0">
                <a:latin typeface="Times New Roman"/>
                <a:cs typeface="Times New Roman"/>
              </a:rPr>
              <a:t>a</a:t>
            </a:r>
            <a:r>
              <a:rPr sz="1069" spc="350" dirty="0">
                <a:latin typeface="Times New Roman"/>
                <a:cs typeface="Times New Roman"/>
              </a:rPr>
              <a:t> </a:t>
            </a:r>
            <a:r>
              <a:rPr sz="1069" dirty="0">
                <a:latin typeface="Times New Roman"/>
                <a:cs typeface="Times New Roman"/>
              </a:rPr>
              <a:t>camera</a:t>
            </a:r>
            <a:r>
              <a:rPr sz="1069" spc="340" dirty="0">
                <a:latin typeface="Times New Roman"/>
                <a:cs typeface="Times New Roman"/>
              </a:rPr>
              <a:t> </a:t>
            </a:r>
            <a:r>
              <a:rPr sz="1069" dirty="0">
                <a:latin typeface="Times New Roman"/>
                <a:cs typeface="Times New Roman"/>
              </a:rPr>
              <a:t>or</a:t>
            </a:r>
            <a:r>
              <a:rPr sz="1069" spc="340" dirty="0">
                <a:latin typeface="Times New Roman"/>
                <a:cs typeface="Times New Roman"/>
              </a:rPr>
              <a:t> </a:t>
            </a:r>
            <a:r>
              <a:rPr sz="1069" dirty="0">
                <a:latin typeface="Times New Roman"/>
                <a:cs typeface="Times New Roman"/>
              </a:rPr>
              <a:t>built-</a:t>
            </a:r>
            <a:r>
              <a:rPr sz="1069" spc="-24" dirty="0">
                <a:latin typeface="Times New Roman"/>
                <a:cs typeface="Times New Roman"/>
              </a:rPr>
              <a:t>in </a:t>
            </a:r>
            <a:r>
              <a:rPr sz="1069" dirty="0">
                <a:latin typeface="Times New Roman"/>
                <a:cs typeface="Times New Roman"/>
              </a:rPr>
              <a:t>webcam.</a:t>
            </a:r>
            <a:r>
              <a:rPr sz="1069" spc="97" dirty="0">
                <a:latin typeface="Times New Roman"/>
                <a:cs typeface="Times New Roman"/>
              </a:rPr>
              <a:t> </a:t>
            </a:r>
            <a:r>
              <a:rPr sz="1069" dirty="0">
                <a:latin typeface="Times New Roman"/>
                <a:cs typeface="Times New Roman"/>
              </a:rPr>
              <a:t>Unlike</a:t>
            </a:r>
            <a:r>
              <a:rPr sz="1069" spc="92" dirty="0">
                <a:latin typeface="Times New Roman"/>
                <a:cs typeface="Times New Roman"/>
              </a:rPr>
              <a:t> </a:t>
            </a:r>
            <a:r>
              <a:rPr sz="1069" dirty="0">
                <a:latin typeface="Times New Roman"/>
                <a:cs typeface="Times New Roman"/>
              </a:rPr>
              <a:t>wired,</a:t>
            </a:r>
            <a:r>
              <a:rPr sz="1069" spc="97" dirty="0">
                <a:latin typeface="Times New Roman"/>
                <a:cs typeface="Times New Roman"/>
              </a:rPr>
              <a:t> </a:t>
            </a:r>
            <a:r>
              <a:rPr sz="1069" dirty="0">
                <a:latin typeface="Times New Roman"/>
                <a:cs typeface="Times New Roman"/>
              </a:rPr>
              <a:t>wireless,</a:t>
            </a:r>
            <a:r>
              <a:rPr sz="1069" spc="97" dirty="0">
                <a:latin typeface="Times New Roman"/>
                <a:cs typeface="Times New Roman"/>
              </a:rPr>
              <a:t> </a:t>
            </a:r>
            <a:r>
              <a:rPr sz="1069" dirty="0">
                <a:latin typeface="Times New Roman"/>
                <a:cs typeface="Times New Roman"/>
              </a:rPr>
              <a:t>or</a:t>
            </a:r>
            <a:r>
              <a:rPr sz="1069" spc="92" dirty="0">
                <a:latin typeface="Times New Roman"/>
                <a:cs typeface="Times New Roman"/>
              </a:rPr>
              <a:t> </a:t>
            </a:r>
            <a:r>
              <a:rPr sz="1069" dirty="0">
                <a:latin typeface="Times New Roman"/>
                <a:cs typeface="Times New Roman"/>
              </a:rPr>
              <a:t>Bluetooth</a:t>
            </a:r>
            <a:r>
              <a:rPr sz="1069" spc="97" dirty="0">
                <a:latin typeface="Times New Roman"/>
                <a:cs typeface="Times New Roman"/>
              </a:rPr>
              <a:t> </a:t>
            </a:r>
            <a:r>
              <a:rPr sz="1069" dirty="0">
                <a:latin typeface="Times New Roman"/>
                <a:cs typeface="Times New Roman"/>
              </a:rPr>
              <a:t>mice</a:t>
            </a:r>
            <a:r>
              <a:rPr sz="1069" spc="92" dirty="0">
                <a:latin typeface="Times New Roman"/>
                <a:cs typeface="Times New Roman"/>
              </a:rPr>
              <a:t> </a:t>
            </a:r>
            <a:r>
              <a:rPr sz="1069" dirty="0">
                <a:latin typeface="Times New Roman"/>
                <a:cs typeface="Times New Roman"/>
              </a:rPr>
              <a:t>that</a:t>
            </a:r>
            <a:r>
              <a:rPr sz="1069" spc="87" dirty="0">
                <a:latin typeface="Times New Roman"/>
                <a:cs typeface="Times New Roman"/>
              </a:rPr>
              <a:t> </a:t>
            </a:r>
            <a:r>
              <a:rPr sz="1069" dirty="0">
                <a:latin typeface="Times New Roman"/>
                <a:cs typeface="Times New Roman"/>
              </a:rPr>
              <a:t>depend</a:t>
            </a:r>
            <a:r>
              <a:rPr sz="1069" spc="97" dirty="0">
                <a:latin typeface="Times New Roman"/>
                <a:cs typeface="Times New Roman"/>
              </a:rPr>
              <a:t> </a:t>
            </a:r>
            <a:r>
              <a:rPr sz="1069" dirty="0">
                <a:latin typeface="Times New Roman"/>
                <a:cs typeface="Times New Roman"/>
              </a:rPr>
              <a:t>on</a:t>
            </a:r>
            <a:r>
              <a:rPr sz="1069" spc="97" dirty="0">
                <a:latin typeface="Times New Roman"/>
                <a:cs typeface="Times New Roman"/>
              </a:rPr>
              <a:t> </a:t>
            </a:r>
            <a:r>
              <a:rPr sz="1069" dirty="0">
                <a:latin typeface="Times New Roman"/>
                <a:cs typeface="Times New Roman"/>
              </a:rPr>
              <a:t>external</a:t>
            </a:r>
            <a:r>
              <a:rPr sz="1069" spc="97" dirty="0">
                <a:latin typeface="Times New Roman"/>
                <a:cs typeface="Times New Roman"/>
              </a:rPr>
              <a:t> </a:t>
            </a:r>
            <a:r>
              <a:rPr sz="1069" dirty="0">
                <a:latin typeface="Times New Roman"/>
                <a:cs typeface="Times New Roman"/>
              </a:rPr>
              <a:t>hardware</a:t>
            </a:r>
            <a:r>
              <a:rPr sz="1069" spc="107" dirty="0">
                <a:latin typeface="Times New Roman"/>
                <a:cs typeface="Times New Roman"/>
              </a:rPr>
              <a:t> </a:t>
            </a:r>
            <a:r>
              <a:rPr sz="1069" dirty="0">
                <a:latin typeface="Times New Roman"/>
                <a:cs typeface="Times New Roman"/>
              </a:rPr>
              <a:t>and</a:t>
            </a:r>
            <a:r>
              <a:rPr sz="1069" spc="97" dirty="0">
                <a:latin typeface="Times New Roman"/>
                <a:cs typeface="Times New Roman"/>
              </a:rPr>
              <a:t> </a:t>
            </a:r>
            <a:r>
              <a:rPr sz="1069" dirty="0">
                <a:latin typeface="Times New Roman"/>
                <a:cs typeface="Times New Roman"/>
              </a:rPr>
              <a:t>may</a:t>
            </a:r>
            <a:r>
              <a:rPr sz="1069" spc="68" dirty="0">
                <a:latin typeface="Times New Roman"/>
                <a:cs typeface="Times New Roman"/>
              </a:rPr>
              <a:t> </a:t>
            </a:r>
            <a:r>
              <a:rPr sz="1069" spc="-19" dirty="0">
                <a:latin typeface="Times New Roman"/>
                <a:cs typeface="Times New Roman"/>
              </a:rPr>
              <a:t>stop </a:t>
            </a:r>
            <a:r>
              <a:rPr sz="1069" dirty="0">
                <a:latin typeface="Times New Roman"/>
                <a:cs typeface="Times New Roman"/>
              </a:rPr>
              <a:t>working</a:t>
            </a:r>
            <a:r>
              <a:rPr sz="1069" spc="292" dirty="0">
                <a:latin typeface="Times New Roman"/>
                <a:cs typeface="Times New Roman"/>
              </a:rPr>
              <a:t> </a:t>
            </a:r>
            <a:r>
              <a:rPr sz="1069" dirty="0">
                <a:latin typeface="Times New Roman"/>
                <a:cs typeface="Times New Roman"/>
              </a:rPr>
              <a:t>due</a:t>
            </a:r>
            <a:r>
              <a:rPr sz="1069" spc="306" dirty="0">
                <a:latin typeface="Times New Roman"/>
                <a:cs typeface="Times New Roman"/>
              </a:rPr>
              <a:t> </a:t>
            </a:r>
            <a:r>
              <a:rPr sz="1069" dirty="0">
                <a:latin typeface="Times New Roman"/>
                <a:cs typeface="Times New Roman"/>
              </a:rPr>
              <a:t>to</a:t>
            </a:r>
            <a:r>
              <a:rPr sz="1069" spc="316" dirty="0">
                <a:latin typeface="Times New Roman"/>
                <a:cs typeface="Times New Roman"/>
              </a:rPr>
              <a:t> </a:t>
            </a:r>
            <a:r>
              <a:rPr sz="1069" dirty="0">
                <a:latin typeface="Times New Roman"/>
                <a:cs typeface="Times New Roman"/>
              </a:rPr>
              <a:t>technical</a:t>
            </a:r>
            <a:r>
              <a:rPr sz="1069" spc="311" dirty="0">
                <a:latin typeface="Times New Roman"/>
                <a:cs typeface="Times New Roman"/>
              </a:rPr>
              <a:t> </a:t>
            </a:r>
            <a:r>
              <a:rPr sz="1069" dirty="0">
                <a:latin typeface="Times New Roman"/>
                <a:cs typeface="Times New Roman"/>
              </a:rPr>
              <a:t>faults,</a:t>
            </a:r>
            <a:r>
              <a:rPr sz="1069" spc="311" dirty="0">
                <a:latin typeface="Times New Roman"/>
                <a:cs typeface="Times New Roman"/>
              </a:rPr>
              <a:t> </a:t>
            </a:r>
            <a:r>
              <a:rPr sz="1069" dirty="0">
                <a:latin typeface="Times New Roman"/>
                <a:cs typeface="Times New Roman"/>
              </a:rPr>
              <a:t>the</a:t>
            </a:r>
            <a:r>
              <a:rPr sz="1069" spc="306" dirty="0">
                <a:latin typeface="Times New Roman"/>
                <a:cs typeface="Times New Roman"/>
              </a:rPr>
              <a:t> </a:t>
            </a:r>
            <a:r>
              <a:rPr sz="1069" dirty="0">
                <a:latin typeface="Times New Roman"/>
                <a:cs typeface="Times New Roman"/>
              </a:rPr>
              <a:t>gesture-controlled</a:t>
            </a:r>
            <a:r>
              <a:rPr sz="1069" spc="311" dirty="0">
                <a:latin typeface="Times New Roman"/>
                <a:cs typeface="Times New Roman"/>
              </a:rPr>
              <a:t> </a:t>
            </a:r>
            <a:r>
              <a:rPr sz="1069" dirty="0">
                <a:latin typeface="Times New Roman"/>
                <a:cs typeface="Times New Roman"/>
              </a:rPr>
              <a:t>virtual</a:t>
            </a:r>
            <a:r>
              <a:rPr sz="1069" spc="301" dirty="0">
                <a:latin typeface="Times New Roman"/>
                <a:cs typeface="Times New Roman"/>
              </a:rPr>
              <a:t> </a:t>
            </a:r>
            <a:r>
              <a:rPr sz="1069" dirty="0">
                <a:latin typeface="Times New Roman"/>
                <a:cs typeface="Times New Roman"/>
              </a:rPr>
              <a:t>mouse</a:t>
            </a:r>
            <a:r>
              <a:rPr sz="1069" spc="316" dirty="0">
                <a:latin typeface="Times New Roman"/>
                <a:cs typeface="Times New Roman"/>
              </a:rPr>
              <a:t> </a:t>
            </a:r>
            <a:r>
              <a:rPr sz="1069" dirty="0">
                <a:latin typeface="Times New Roman"/>
                <a:cs typeface="Times New Roman"/>
              </a:rPr>
              <a:t>provides</a:t>
            </a:r>
            <a:r>
              <a:rPr sz="1069" spc="311" dirty="0">
                <a:latin typeface="Times New Roman"/>
                <a:cs typeface="Times New Roman"/>
              </a:rPr>
              <a:t> </a:t>
            </a:r>
            <a:r>
              <a:rPr sz="1069" dirty="0">
                <a:latin typeface="Times New Roman"/>
                <a:cs typeface="Times New Roman"/>
              </a:rPr>
              <a:t>a</a:t>
            </a:r>
            <a:r>
              <a:rPr sz="1069" spc="311" dirty="0">
                <a:latin typeface="Times New Roman"/>
                <a:cs typeface="Times New Roman"/>
              </a:rPr>
              <a:t> </a:t>
            </a:r>
            <a:r>
              <a:rPr sz="1069" dirty="0">
                <a:latin typeface="Times New Roman"/>
                <a:cs typeface="Times New Roman"/>
              </a:rPr>
              <a:t>more</a:t>
            </a:r>
            <a:r>
              <a:rPr sz="1069" spc="316" dirty="0">
                <a:latin typeface="Times New Roman"/>
                <a:cs typeface="Times New Roman"/>
              </a:rPr>
              <a:t> </a:t>
            </a:r>
            <a:r>
              <a:rPr sz="1069" spc="-10" dirty="0">
                <a:latin typeface="Times New Roman"/>
                <a:cs typeface="Times New Roman"/>
              </a:rPr>
              <a:t>reliable, </a:t>
            </a:r>
            <a:r>
              <a:rPr sz="1069" dirty="0">
                <a:latin typeface="Times New Roman"/>
                <a:cs typeface="Times New Roman"/>
              </a:rPr>
              <a:t>contactless,</a:t>
            </a:r>
            <a:r>
              <a:rPr sz="1069" spc="63" dirty="0">
                <a:latin typeface="Times New Roman"/>
                <a:cs typeface="Times New Roman"/>
              </a:rPr>
              <a:t> </a:t>
            </a:r>
            <a:r>
              <a:rPr sz="1069" dirty="0">
                <a:latin typeface="Times New Roman"/>
                <a:cs typeface="Times New Roman"/>
              </a:rPr>
              <a:t>and</a:t>
            </a:r>
            <a:r>
              <a:rPr sz="1069" spc="78" dirty="0">
                <a:latin typeface="Times New Roman"/>
                <a:cs typeface="Times New Roman"/>
              </a:rPr>
              <a:t> </a:t>
            </a:r>
            <a:r>
              <a:rPr sz="1069" dirty="0">
                <a:latin typeface="Times New Roman"/>
                <a:cs typeface="Times New Roman"/>
              </a:rPr>
              <a:t>convenient</a:t>
            </a:r>
            <a:r>
              <a:rPr sz="1069" spc="83" dirty="0">
                <a:latin typeface="Times New Roman"/>
                <a:cs typeface="Times New Roman"/>
              </a:rPr>
              <a:t> </a:t>
            </a:r>
            <a:r>
              <a:rPr sz="1069" dirty="0">
                <a:latin typeface="Times New Roman"/>
                <a:cs typeface="Times New Roman"/>
              </a:rPr>
              <a:t>method</a:t>
            </a:r>
            <a:r>
              <a:rPr sz="1069" spc="87" dirty="0">
                <a:latin typeface="Times New Roman"/>
                <a:cs typeface="Times New Roman"/>
              </a:rPr>
              <a:t> </a:t>
            </a:r>
            <a:r>
              <a:rPr sz="1069" dirty="0">
                <a:latin typeface="Times New Roman"/>
                <a:cs typeface="Times New Roman"/>
              </a:rPr>
              <a:t>to</a:t>
            </a:r>
            <a:r>
              <a:rPr sz="1069" spc="63" dirty="0">
                <a:latin typeface="Times New Roman"/>
                <a:cs typeface="Times New Roman"/>
              </a:rPr>
              <a:t> </a:t>
            </a:r>
            <a:r>
              <a:rPr sz="1069" dirty="0">
                <a:latin typeface="Times New Roman"/>
                <a:cs typeface="Times New Roman"/>
              </a:rPr>
              <a:t>interact</a:t>
            </a:r>
            <a:r>
              <a:rPr sz="1069" spc="83" dirty="0">
                <a:latin typeface="Times New Roman"/>
                <a:cs typeface="Times New Roman"/>
              </a:rPr>
              <a:t> </a:t>
            </a:r>
            <a:r>
              <a:rPr sz="1069" dirty="0">
                <a:latin typeface="Times New Roman"/>
                <a:cs typeface="Times New Roman"/>
              </a:rPr>
              <a:t>with</a:t>
            </a:r>
            <a:r>
              <a:rPr sz="1069" spc="68" dirty="0">
                <a:latin typeface="Times New Roman"/>
                <a:cs typeface="Times New Roman"/>
              </a:rPr>
              <a:t> </a:t>
            </a:r>
            <a:r>
              <a:rPr sz="1069" dirty="0">
                <a:latin typeface="Times New Roman"/>
                <a:cs typeface="Times New Roman"/>
              </a:rPr>
              <a:t>the</a:t>
            </a:r>
            <a:r>
              <a:rPr sz="1069" spc="68" dirty="0">
                <a:latin typeface="Times New Roman"/>
                <a:cs typeface="Times New Roman"/>
              </a:rPr>
              <a:t> </a:t>
            </a:r>
            <a:r>
              <a:rPr sz="1069" spc="-10" dirty="0">
                <a:latin typeface="Times New Roman"/>
                <a:cs typeface="Times New Roman"/>
              </a:rPr>
              <a:t>computer.</a:t>
            </a:r>
            <a:endParaRPr sz="1069" dirty="0">
              <a:latin typeface="Times New Roman"/>
              <a:cs typeface="Times New Roman"/>
            </a:endParaRPr>
          </a:p>
          <a:p>
            <a:pPr>
              <a:lnSpc>
                <a:spcPct val="150000"/>
              </a:lnSpc>
            </a:pPr>
            <a:endParaRPr sz="1069" dirty="0">
              <a:latin typeface="Times New Roman"/>
              <a:cs typeface="Times New Roman"/>
            </a:endParaRPr>
          </a:p>
          <a:p>
            <a:pPr>
              <a:lnSpc>
                <a:spcPct val="150000"/>
              </a:lnSpc>
              <a:spcBef>
                <a:spcPts val="666"/>
              </a:spcBef>
            </a:pPr>
            <a:endParaRPr sz="1600" dirty="0">
              <a:latin typeface="Times New Roman"/>
              <a:cs typeface="Times New Roman"/>
            </a:endParaRPr>
          </a:p>
          <a:p>
            <a:pPr marL="12347">
              <a:lnSpc>
                <a:spcPct val="150000"/>
              </a:lnSpc>
              <a:tabLst>
                <a:tab pos="289536" algn="l"/>
              </a:tabLst>
            </a:pPr>
            <a:r>
              <a:rPr lang="en-US" sz="1600" b="1" spc="-10" dirty="0">
                <a:latin typeface="Times New Roman"/>
                <a:cs typeface="Times New Roman"/>
              </a:rPr>
              <a:t>1.4 </a:t>
            </a:r>
            <a:r>
              <a:rPr sz="1600" b="1" spc="-10" dirty="0">
                <a:latin typeface="Times New Roman"/>
                <a:cs typeface="Times New Roman"/>
              </a:rPr>
              <a:t>Methodology</a:t>
            </a:r>
            <a:endParaRPr sz="1600" dirty="0">
              <a:latin typeface="Times New Roman"/>
              <a:cs typeface="Times New Roman"/>
            </a:endParaRPr>
          </a:p>
          <a:p>
            <a:pPr marL="12347" marR="4939" indent="423499" algn="just">
              <a:lnSpc>
                <a:spcPct val="150000"/>
              </a:lnSpc>
              <a:spcBef>
                <a:spcPts val="710"/>
              </a:spcBef>
            </a:pPr>
            <a:r>
              <a:rPr sz="1069" spc="-10" dirty="0">
                <a:latin typeface="Times New Roman"/>
                <a:cs typeface="Times New Roman"/>
              </a:rPr>
              <a:t>Pre-</a:t>
            </a:r>
            <a:r>
              <a:rPr sz="1069" dirty="0">
                <a:latin typeface="Times New Roman"/>
                <a:cs typeface="Times New Roman"/>
              </a:rPr>
              <a:t>processing</a:t>
            </a:r>
            <a:r>
              <a:rPr sz="1069" spc="24" dirty="0">
                <a:latin typeface="Times New Roman"/>
                <a:cs typeface="Times New Roman"/>
              </a:rPr>
              <a:t> </a:t>
            </a:r>
            <a:r>
              <a:rPr sz="1069" dirty="0">
                <a:latin typeface="Times New Roman"/>
                <a:cs typeface="Times New Roman"/>
              </a:rPr>
              <a:t>or</a:t>
            </a:r>
            <a:r>
              <a:rPr sz="1069" spc="34" dirty="0">
                <a:latin typeface="Times New Roman"/>
                <a:cs typeface="Times New Roman"/>
              </a:rPr>
              <a:t> </a:t>
            </a:r>
            <a:r>
              <a:rPr sz="1069" dirty="0">
                <a:latin typeface="Times New Roman"/>
                <a:cs typeface="Times New Roman"/>
              </a:rPr>
              <a:t>to</a:t>
            </a:r>
            <a:r>
              <a:rPr sz="1069" spc="44" dirty="0">
                <a:latin typeface="Times New Roman"/>
                <a:cs typeface="Times New Roman"/>
              </a:rPr>
              <a:t> </a:t>
            </a:r>
            <a:r>
              <a:rPr sz="1069" dirty="0">
                <a:latin typeface="Times New Roman"/>
                <a:cs typeface="Times New Roman"/>
              </a:rPr>
              <a:t>be</a:t>
            </a:r>
            <a:r>
              <a:rPr sz="1069" spc="63" dirty="0">
                <a:latin typeface="Times New Roman"/>
                <a:cs typeface="Times New Roman"/>
              </a:rPr>
              <a:t> </a:t>
            </a:r>
            <a:r>
              <a:rPr sz="1069" dirty="0">
                <a:latin typeface="Times New Roman"/>
                <a:cs typeface="Times New Roman"/>
              </a:rPr>
              <a:t>specific</a:t>
            </a:r>
            <a:r>
              <a:rPr sz="1069" spc="34" dirty="0">
                <a:latin typeface="Times New Roman"/>
                <a:cs typeface="Times New Roman"/>
              </a:rPr>
              <a:t> </a:t>
            </a:r>
            <a:r>
              <a:rPr sz="1069" dirty="0">
                <a:latin typeface="Times New Roman"/>
                <a:cs typeface="Times New Roman"/>
              </a:rPr>
              <a:t>picture</a:t>
            </a:r>
            <a:r>
              <a:rPr sz="1069" spc="39" dirty="0">
                <a:latin typeface="Times New Roman"/>
                <a:cs typeface="Times New Roman"/>
              </a:rPr>
              <a:t> </a:t>
            </a:r>
            <a:r>
              <a:rPr sz="1069" dirty="0">
                <a:latin typeface="Times New Roman"/>
                <a:cs typeface="Times New Roman"/>
              </a:rPr>
              <a:t>handling</a:t>
            </a:r>
            <a:r>
              <a:rPr sz="1069" spc="44" dirty="0">
                <a:latin typeface="Times New Roman"/>
                <a:cs typeface="Times New Roman"/>
              </a:rPr>
              <a:t> </a:t>
            </a:r>
            <a:r>
              <a:rPr sz="1069" dirty="0">
                <a:latin typeface="Times New Roman"/>
                <a:cs typeface="Times New Roman"/>
              </a:rPr>
              <a:t>is</a:t>
            </a:r>
            <a:r>
              <a:rPr sz="1069" spc="39" dirty="0">
                <a:latin typeface="Times New Roman"/>
                <a:cs typeface="Times New Roman"/>
              </a:rPr>
              <a:t> </a:t>
            </a:r>
            <a:r>
              <a:rPr sz="1069" dirty="0">
                <a:latin typeface="Times New Roman"/>
                <a:cs typeface="Times New Roman"/>
              </a:rPr>
              <a:t>an</a:t>
            </a:r>
            <a:r>
              <a:rPr sz="1069" spc="29" dirty="0">
                <a:latin typeface="Times New Roman"/>
                <a:cs typeface="Times New Roman"/>
              </a:rPr>
              <a:t> </a:t>
            </a:r>
            <a:r>
              <a:rPr sz="1069" dirty="0">
                <a:latin typeface="Times New Roman"/>
                <a:cs typeface="Times New Roman"/>
              </a:rPr>
              <a:t>earlier</a:t>
            </a:r>
            <a:r>
              <a:rPr sz="1069" spc="34" dirty="0">
                <a:latin typeface="Times New Roman"/>
                <a:cs typeface="Times New Roman"/>
              </a:rPr>
              <a:t> </a:t>
            </a:r>
            <a:r>
              <a:rPr sz="1069" dirty="0">
                <a:latin typeface="Times New Roman"/>
                <a:cs typeface="Times New Roman"/>
              </a:rPr>
              <a:t>advance</a:t>
            </a:r>
            <a:r>
              <a:rPr sz="1069" spc="49" dirty="0">
                <a:latin typeface="Times New Roman"/>
                <a:cs typeface="Times New Roman"/>
              </a:rPr>
              <a:t> </a:t>
            </a:r>
            <a:r>
              <a:rPr sz="1069" dirty="0">
                <a:latin typeface="Times New Roman"/>
                <a:cs typeface="Times New Roman"/>
              </a:rPr>
              <a:t>in</a:t>
            </a:r>
            <a:r>
              <a:rPr sz="1069" spc="58" dirty="0">
                <a:latin typeface="Times New Roman"/>
                <a:cs typeface="Times New Roman"/>
              </a:rPr>
              <a:t> </a:t>
            </a:r>
            <a:r>
              <a:rPr sz="1069" dirty="0">
                <a:latin typeface="Times New Roman"/>
                <a:cs typeface="Times New Roman"/>
              </a:rPr>
              <a:t>PC</a:t>
            </a:r>
            <a:r>
              <a:rPr sz="1069" spc="29" dirty="0">
                <a:latin typeface="Times New Roman"/>
                <a:cs typeface="Times New Roman"/>
              </a:rPr>
              <a:t> </a:t>
            </a:r>
            <a:r>
              <a:rPr sz="1069" dirty="0">
                <a:latin typeface="Times New Roman"/>
                <a:cs typeface="Times New Roman"/>
              </a:rPr>
              <a:t>vision,</a:t>
            </a:r>
            <a:r>
              <a:rPr sz="1069" spc="44" dirty="0">
                <a:latin typeface="Times New Roman"/>
                <a:cs typeface="Times New Roman"/>
              </a:rPr>
              <a:t> </a:t>
            </a:r>
            <a:r>
              <a:rPr sz="1069" dirty="0">
                <a:latin typeface="Times New Roman"/>
                <a:cs typeface="Times New Roman"/>
              </a:rPr>
              <a:t>where</a:t>
            </a:r>
            <a:r>
              <a:rPr sz="1069" spc="49" dirty="0">
                <a:latin typeface="Times New Roman"/>
                <a:cs typeface="Times New Roman"/>
              </a:rPr>
              <a:t> </a:t>
            </a:r>
            <a:r>
              <a:rPr sz="1069" spc="-24" dirty="0">
                <a:latin typeface="Times New Roman"/>
                <a:cs typeface="Times New Roman"/>
              </a:rPr>
              <a:t>the </a:t>
            </a:r>
            <a:r>
              <a:rPr sz="1069" dirty="0">
                <a:latin typeface="Times New Roman"/>
                <a:cs typeface="Times New Roman"/>
              </a:rPr>
              <a:t>objective</a:t>
            </a:r>
            <a:r>
              <a:rPr sz="1069" spc="24" dirty="0">
                <a:latin typeface="Times New Roman"/>
                <a:cs typeface="Times New Roman"/>
              </a:rPr>
              <a:t> </a:t>
            </a:r>
            <a:r>
              <a:rPr sz="1069" dirty="0">
                <a:latin typeface="Times New Roman"/>
                <a:cs typeface="Times New Roman"/>
              </a:rPr>
              <a:t>is</a:t>
            </a:r>
            <a:r>
              <a:rPr sz="1069" spc="39" dirty="0">
                <a:latin typeface="Times New Roman"/>
                <a:cs typeface="Times New Roman"/>
              </a:rPr>
              <a:t> </a:t>
            </a:r>
            <a:r>
              <a:rPr sz="1069" dirty="0">
                <a:latin typeface="Times New Roman"/>
                <a:cs typeface="Times New Roman"/>
              </a:rPr>
              <a:t>to</a:t>
            </a:r>
            <a:r>
              <a:rPr sz="1069" spc="53" dirty="0">
                <a:latin typeface="Times New Roman"/>
                <a:cs typeface="Times New Roman"/>
              </a:rPr>
              <a:t> </a:t>
            </a:r>
            <a:r>
              <a:rPr sz="1069" dirty="0">
                <a:latin typeface="Times New Roman"/>
                <a:cs typeface="Times New Roman"/>
              </a:rPr>
              <a:t>change</a:t>
            </a:r>
            <a:r>
              <a:rPr sz="1069" spc="34" dirty="0">
                <a:latin typeface="Times New Roman"/>
                <a:cs typeface="Times New Roman"/>
              </a:rPr>
              <a:t> </a:t>
            </a:r>
            <a:r>
              <a:rPr sz="1069" dirty="0">
                <a:latin typeface="Times New Roman"/>
                <a:cs typeface="Times New Roman"/>
              </a:rPr>
              <a:t>over</a:t>
            </a:r>
            <a:r>
              <a:rPr sz="1069" spc="53" dirty="0">
                <a:latin typeface="Times New Roman"/>
                <a:cs typeface="Times New Roman"/>
              </a:rPr>
              <a:t> </a:t>
            </a:r>
            <a:r>
              <a:rPr sz="1069" dirty="0">
                <a:latin typeface="Times New Roman"/>
                <a:cs typeface="Times New Roman"/>
              </a:rPr>
              <a:t>a</a:t>
            </a:r>
            <a:r>
              <a:rPr sz="1069" spc="39" dirty="0">
                <a:latin typeface="Times New Roman"/>
                <a:cs typeface="Times New Roman"/>
              </a:rPr>
              <a:t> </a:t>
            </a:r>
            <a:r>
              <a:rPr sz="1069" dirty="0">
                <a:latin typeface="Times New Roman"/>
                <a:cs typeface="Times New Roman"/>
              </a:rPr>
              <a:t>picture</a:t>
            </a:r>
            <a:r>
              <a:rPr sz="1069" spc="49" dirty="0">
                <a:latin typeface="Times New Roman"/>
                <a:cs typeface="Times New Roman"/>
              </a:rPr>
              <a:t> </a:t>
            </a:r>
            <a:r>
              <a:rPr sz="1069" dirty="0">
                <a:latin typeface="Times New Roman"/>
                <a:cs typeface="Times New Roman"/>
              </a:rPr>
              <a:t>into</a:t>
            </a:r>
            <a:r>
              <a:rPr sz="1069" spc="53" dirty="0">
                <a:latin typeface="Times New Roman"/>
                <a:cs typeface="Times New Roman"/>
              </a:rPr>
              <a:t> </a:t>
            </a:r>
            <a:r>
              <a:rPr sz="1069" dirty="0">
                <a:latin typeface="Times New Roman"/>
                <a:cs typeface="Times New Roman"/>
              </a:rPr>
              <a:t>a</a:t>
            </a:r>
            <a:r>
              <a:rPr sz="1069" spc="34" dirty="0">
                <a:latin typeface="Times New Roman"/>
                <a:cs typeface="Times New Roman"/>
              </a:rPr>
              <a:t> </a:t>
            </a:r>
            <a:r>
              <a:rPr sz="1069" dirty="0">
                <a:latin typeface="Times New Roman"/>
                <a:cs typeface="Times New Roman"/>
              </a:rPr>
              <a:t>structure</a:t>
            </a:r>
            <a:r>
              <a:rPr sz="1069" spc="29" dirty="0">
                <a:latin typeface="Times New Roman"/>
                <a:cs typeface="Times New Roman"/>
              </a:rPr>
              <a:t> </a:t>
            </a:r>
            <a:r>
              <a:rPr sz="1069" dirty="0">
                <a:latin typeface="Times New Roman"/>
                <a:cs typeface="Times New Roman"/>
              </a:rPr>
              <a:t>reasonable</a:t>
            </a:r>
            <a:r>
              <a:rPr sz="1069" spc="24" dirty="0">
                <a:latin typeface="Times New Roman"/>
                <a:cs typeface="Times New Roman"/>
              </a:rPr>
              <a:t> </a:t>
            </a:r>
            <a:r>
              <a:rPr sz="1069" dirty="0">
                <a:latin typeface="Times New Roman"/>
                <a:cs typeface="Times New Roman"/>
              </a:rPr>
              <a:t>for</a:t>
            </a:r>
            <a:r>
              <a:rPr sz="1069" spc="34" dirty="0">
                <a:latin typeface="Times New Roman"/>
                <a:cs typeface="Times New Roman"/>
              </a:rPr>
              <a:t> </a:t>
            </a:r>
            <a:r>
              <a:rPr sz="1069" dirty="0">
                <a:latin typeface="Times New Roman"/>
                <a:cs typeface="Times New Roman"/>
              </a:rPr>
              <a:t>additional</a:t>
            </a:r>
            <a:r>
              <a:rPr sz="1069" spc="19" dirty="0">
                <a:latin typeface="Times New Roman"/>
                <a:cs typeface="Times New Roman"/>
              </a:rPr>
              <a:t> </a:t>
            </a:r>
            <a:r>
              <a:rPr sz="1069" dirty="0">
                <a:latin typeface="Times New Roman"/>
                <a:cs typeface="Times New Roman"/>
              </a:rPr>
              <a:t>investigation.</a:t>
            </a:r>
            <a:r>
              <a:rPr sz="1069" spc="44" dirty="0">
                <a:latin typeface="Times New Roman"/>
                <a:cs typeface="Times New Roman"/>
              </a:rPr>
              <a:t> </a:t>
            </a:r>
            <a:r>
              <a:rPr sz="1069" spc="-10" dirty="0">
                <a:latin typeface="Times New Roman"/>
                <a:cs typeface="Times New Roman"/>
              </a:rPr>
              <a:t>Instances </a:t>
            </a:r>
            <a:r>
              <a:rPr sz="1069" dirty="0">
                <a:latin typeface="Times New Roman"/>
                <a:cs typeface="Times New Roman"/>
              </a:rPr>
              <a:t>of</a:t>
            </a:r>
            <a:r>
              <a:rPr sz="1069" spc="58" dirty="0">
                <a:latin typeface="Times New Roman"/>
                <a:cs typeface="Times New Roman"/>
              </a:rPr>
              <a:t> </a:t>
            </a:r>
            <a:r>
              <a:rPr sz="1069" dirty="0">
                <a:latin typeface="Times New Roman"/>
                <a:cs typeface="Times New Roman"/>
              </a:rPr>
              <a:t>tasks,</a:t>
            </a:r>
            <a:r>
              <a:rPr sz="1069" spc="34" dirty="0">
                <a:latin typeface="Times New Roman"/>
                <a:cs typeface="Times New Roman"/>
              </a:rPr>
              <a:t> </a:t>
            </a:r>
            <a:r>
              <a:rPr sz="1069" dirty="0">
                <a:latin typeface="Times New Roman"/>
                <a:cs typeface="Times New Roman"/>
              </a:rPr>
              <a:t>for</a:t>
            </a:r>
            <a:r>
              <a:rPr sz="1069" spc="34" dirty="0">
                <a:latin typeface="Times New Roman"/>
                <a:cs typeface="Times New Roman"/>
              </a:rPr>
              <a:t> </a:t>
            </a:r>
            <a:r>
              <a:rPr sz="1069" dirty="0">
                <a:latin typeface="Times New Roman"/>
                <a:cs typeface="Times New Roman"/>
              </a:rPr>
              <a:t>example,</a:t>
            </a:r>
            <a:r>
              <a:rPr sz="1069" spc="34" dirty="0">
                <a:latin typeface="Times New Roman"/>
                <a:cs typeface="Times New Roman"/>
              </a:rPr>
              <a:t> </a:t>
            </a:r>
            <a:r>
              <a:rPr sz="1069" dirty="0">
                <a:latin typeface="Times New Roman"/>
                <a:cs typeface="Times New Roman"/>
              </a:rPr>
              <a:t>openness</a:t>
            </a:r>
            <a:r>
              <a:rPr sz="1069" spc="49" dirty="0">
                <a:latin typeface="Times New Roman"/>
                <a:cs typeface="Times New Roman"/>
              </a:rPr>
              <a:t> </a:t>
            </a:r>
            <a:r>
              <a:rPr sz="1069" dirty="0">
                <a:latin typeface="Times New Roman"/>
                <a:cs typeface="Times New Roman"/>
              </a:rPr>
              <a:t>rectification,</a:t>
            </a:r>
            <a:r>
              <a:rPr sz="1069" spc="49" dirty="0">
                <a:latin typeface="Times New Roman"/>
                <a:cs typeface="Times New Roman"/>
              </a:rPr>
              <a:t> </a:t>
            </a:r>
            <a:r>
              <a:rPr sz="1069" dirty="0">
                <a:latin typeface="Times New Roman"/>
                <a:cs typeface="Times New Roman"/>
              </a:rPr>
              <a:t>shading</a:t>
            </a:r>
            <a:r>
              <a:rPr sz="1069" spc="24" dirty="0">
                <a:latin typeface="Times New Roman"/>
                <a:cs typeface="Times New Roman"/>
              </a:rPr>
              <a:t> </a:t>
            </a:r>
            <a:r>
              <a:rPr sz="1069" dirty="0">
                <a:latin typeface="Times New Roman"/>
                <a:cs typeface="Times New Roman"/>
              </a:rPr>
              <a:t>adjusting,</a:t>
            </a:r>
            <a:r>
              <a:rPr sz="1069" spc="49" dirty="0">
                <a:latin typeface="Times New Roman"/>
                <a:cs typeface="Times New Roman"/>
              </a:rPr>
              <a:t> </a:t>
            </a:r>
            <a:r>
              <a:rPr sz="1069" dirty="0">
                <a:latin typeface="Times New Roman"/>
                <a:cs typeface="Times New Roman"/>
              </a:rPr>
              <a:t>picture</a:t>
            </a:r>
            <a:r>
              <a:rPr sz="1069" spc="44" dirty="0">
                <a:latin typeface="Times New Roman"/>
                <a:cs typeface="Times New Roman"/>
              </a:rPr>
              <a:t> </a:t>
            </a:r>
            <a:r>
              <a:rPr sz="1069" dirty="0">
                <a:latin typeface="Times New Roman"/>
                <a:cs typeface="Times New Roman"/>
              </a:rPr>
              <a:t>sound</a:t>
            </a:r>
            <a:r>
              <a:rPr sz="1069" spc="58" dirty="0">
                <a:latin typeface="Times New Roman"/>
                <a:cs typeface="Times New Roman"/>
              </a:rPr>
              <a:t> </a:t>
            </a:r>
            <a:r>
              <a:rPr sz="1069" dirty="0">
                <a:latin typeface="Times New Roman"/>
                <a:cs typeface="Times New Roman"/>
              </a:rPr>
              <a:t>decrease,</a:t>
            </a:r>
            <a:r>
              <a:rPr sz="1069" spc="49" dirty="0">
                <a:latin typeface="Times New Roman"/>
                <a:cs typeface="Times New Roman"/>
              </a:rPr>
              <a:t> </a:t>
            </a:r>
            <a:r>
              <a:rPr sz="1069" dirty="0">
                <a:latin typeface="Times New Roman"/>
                <a:cs typeface="Times New Roman"/>
              </a:rPr>
              <a:t>or</a:t>
            </a:r>
            <a:r>
              <a:rPr sz="1069" spc="44" dirty="0">
                <a:latin typeface="Times New Roman"/>
                <a:cs typeface="Times New Roman"/>
              </a:rPr>
              <a:t> </a:t>
            </a:r>
            <a:r>
              <a:rPr sz="1069" spc="-10" dirty="0">
                <a:latin typeface="Times New Roman"/>
                <a:cs typeface="Times New Roman"/>
              </a:rPr>
              <a:t>expanding </a:t>
            </a:r>
            <a:r>
              <a:rPr sz="1069" dirty="0">
                <a:latin typeface="Times New Roman"/>
                <a:cs typeface="Times New Roman"/>
              </a:rPr>
              <a:t>picture</a:t>
            </a:r>
            <a:r>
              <a:rPr sz="1069" spc="306" dirty="0">
                <a:latin typeface="Times New Roman"/>
                <a:cs typeface="Times New Roman"/>
              </a:rPr>
              <a:t> </a:t>
            </a:r>
            <a:r>
              <a:rPr sz="1069" dirty="0">
                <a:latin typeface="Times New Roman"/>
                <a:cs typeface="Times New Roman"/>
              </a:rPr>
              <a:t>sharpness</a:t>
            </a:r>
            <a:r>
              <a:rPr sz="1069" spc="331" dirty="0">
                <a:latin typeface="Times New Roman"/>
                <a:cs typeface="Times New Roman"/>
              </a:rPr>
              <a:t> </a:t>
            </a:r>
            <a:r>
              <a:rPr sz="1069" dirty="0">
                <a:latin typeface="Times New Roman"/>
                <a:cs typeface="Times New Roman"/>
              </a:rPr>
              <a:t>are</a:t>
            </a:r>
            <a:r>
              <a:rPr sz="1069" spc="326" dirty="0">
                <a:latin typeface="Times New Roman"/>
                <a:cs typeface="Times New Roman"/>
              </a:rPr>
              <a:t> </a:t>
            </a:r>
            <a:r>
              <a:rPr sz="1069" dirty="0">
                <a:latin typeface="Times New Roman"/>
                <a:cs typeface="Times New Roman"/>
              </a:rPr>
              <a:t>exceptionally</a:t>
            </a:r>
            <a:r>
              <a:rPr sz="1069" spc="311" dirty="0">
                <a:latin typeface="Times New Roman"/>
                <a:cs typeface="Times New Roman"/>
              </a:rPr>
              <a:t> </a:t>
            </a:r>
            <a:r>
              <a:rPr sz="1069" dirty="0">
                <a:latin typeface="Times New Roman"/>
                <a:cs typeface="Times New Roman"/>
              </a:rPr>
              <a:t>significant</a:t>
            </a:r>
            <a:r>
              <a:rPr sz="1069" spc="321" dirty="0">
                <a:latin typeface="Times New Roman"/>
                <a:cs typeface="Times New Roman"/>
              </a:rPr>
              <a:t> </a:t>
            </a:r>
            <a:r>
              <a:rPr sz="1069" dirty="0">
                <a:latin typeface="Times New Roman"/>
                <a:cs typeface="Times New Roman"/>
              </a:rPr>
              <a:t>and</a:t>
            </a:r>
            <a:r>
              <a:rPr sz="1069" spc="311" dirty="0">
                <a:latin typeface="Times New Roman"/>
                <a:cs typeface="Times New Roman"/>
              </a:rPr>
              <a:t> </a:t>
            </a:r>
            <a:r>
              <a:rPr sz="1069" dirty="0">
                <a:latin typeface="Times New Roman"/>
                <a:cs typeface="Times New Roman"/>
              </a:rPr>
              <a:t>very</a:t>
            </a:r>
            <a:r>
              <a:rPr sz="1069" spc="306" dirty="0">
                <a:latin typeface="Times New Roman"/>
                <a:cs typeface="Times New Roman"/>
              </a:rPr>
              <a:t> </a:t>
            </a:r>
            <a:r>
              <a:rPr sz="1069" dirty="0">
                <a:latin typeface="Times New Roman"/>
                <a:cs typeface="Times New Roman"/>
              </a:rPr>
              <a:t>consideration</a:t>
            </a:r>
            <a:r>
              <a:rPr sz="1069" spc="311" dirty="0">
                <a:latin typeface="Times New Roman"/>
                <a:cs typeface="Times New Roman"/>
              </a:rPr>
              <a:t> </a:t>
            </a:r>
            <a:r>
              <a:rPr sz="1069" dirty="0">
                <a:latin typeface="Times New Roman"/>
                <a:cs typeface="Times New Roman"/>
              </a:rPr>
              <a:t>requesting</a:t>
            </a:r>
            <a:r>
              <a:rPr sz="1069" spc="316" dirty="0">
                <a:latin typeface="Times New Roman"/>
                <a:cs typeface="Times New Roman"/>
              </a:rPr>
              <a:t> </a:t>
            </a:r>
            <a:r>
              <a:rPr sz="1069" dirty="0">
                <a:latin typeface="Times New Roman"/>
                <a:cs typeface="Times New Roman"/>
              </a:rPr>
              <a:t>to</a:t>
            </a:r>
            <a:r>
              <a:rPr sz="1069" spc="301" dirty="0">
                <a:latin typeface="Times New Roman"/>
                <a:cs typeface="Times New Roman"/>
              </a:rPr>
              <a:t> </a:t>
            </a:r>
            <a:r>
              <a:rPr sz="1069" spc="-10" dirty="0">
                <a:latin typeface="Times New Roman"/>
                <a:cs typeface="Times New Roman"/>
              </a:rPr>
              <a:t>accomplish </a:t>
            </a:r>
            <a:r>
              <a:rPr sz="1069" dirty="0">
                <a:latin typeface="Times New Roman"/>
                <a:cs typeface="Times New Roman"/>
              </a:rPr>
              <a:t>adequate</a:t>
            </a:r>
            <a:r>
              <a:rPr sz="1069" spc="73" dirty="0">
                <a:latin typeface="Times New Roman"/>
                <a:cs typeface="Times New Roman"/>
              </a:rPr>
              <a:t> </a:t>
            </a:r>
            <a:r>
              <a:rPr sz="1069" dirty="0">
                <a:latin typeface="Times New Roman"/>
                <a:cs typeface="Times New Roman"/>
              </a:rPr>
              <a:t>outcomes.</a:t>
            </a:r>
            <a:r>
              <a:rPr sz="1069" spc="73" dirty="0">
                <a:latin typeface="Times New Roman"/>
                <a:cs typeface="Times New Roman"/>
              </a:rPr>
              <a:t> </a:t>
            </a:r>
            <a:r>
              <a:rPr sz="1069" dirty="0">
                <a:latin typeface="Times New Roman"/>
                <a:cs typeface="Times New Roman"/>
              </a:rPr>
              <a:t>For</a:t>
            </a:r>
            <a:r>
              <a:rPr sz="1069" spc="73" dirty="0">
                <a:latin typeface="Times New Roman"/>
                <a:cs typeface="Times New Roman"/>
              </a:rPr>
              <a:t> </a:t>
            </a:r>
            <a:r>
              <a:rPr sz="1069" dirty="0">
                <a:latin typeface="Times New Roman"/>
                <a:cs typeface="Times New Roman"/>
              </a:rPr>
              <a:t>this</a:t>
            </a:r>
            <a:r>
              <a:rPr sz="1069" spc="78" dirty="0">
                <a:latin typeface="Times New Roman"/>
                <a:cs typeface="Times New Roman"/>
              </a:rPr>
              <a:t> </a:t>
            </a:r>
            <a:r>
              <a:rPr sz="1069" dirty="0">
                <a:latin typeface="Times New Roman"/>
                <a:cs typeface="Times New Roman"/>
              </a:rPr>
              <a:t>article,</a:t>
            </a:r>
            <a:r>
              <a:rPr sz="1069" spc="73" dirty="0">
                <a:latin typeface="Times New Roman"/>
                <a:cs typeface="Times New Roman"/>
              </a:rPr>
              <a:t> </a:t>
            </a:r>
            <a:r>
              <a:rPr sz="1069" dirty="0">
                <a:latin typeface="Times New Roman"/>
                <a:cs typeface="Times New Roman"/>
              </a:rPr>
              <a:t>I</a:t>
            </a:r>
            <a:r>
              <a:rPr sz="1069" spc="78" dirty="0">
                <a:latin typeface="Times New Roman"/>
                <a:cs typeface="Times New Roman"/>
              </a:rPr>
              <a:t> </a:t>
            </a:r>
            <a:r>
              <a:rPr sz="1069" dirty="0">
                <a:latin typeface="Times New Roman"/>
                <a:cs typeface="Times New Roman"/>
              </a:rPr>
              <a:t>propose</a:t>
            </a:r>
            <a:r>
              <a:rPr sz="1069" spc="83" dirty="0">
                <a:latin typeface="Times New Roman"/>
                <a:cs typeface="Times New Roman"/>
              </a:rPr>
              <a:t> </a:t>
            </a:r>
            <a:r>
              <a:rPr sz="1069" dirty="0">
                <a:latin typeface="Times New Roman"/>
                <a:cs typeface="Times New Roman"/>
              </a:rPr>
              <a:t>to</a:t>
            </a:r>
            <a:r>
              <a:rPr sz="1069" spc="73" dirty="0">
                <a:latin typeface="Times New Roman"/>
                <a:cs typeface="Times New Roman"/>
              </a:rPr>
              <a:t> </a:t>
            </a:r>
            <a:r>
              <a:rPr sz="1069" dirty="0">
                <a:latin typeface="Times New Roman"/>
                <a:cs typeface="Times New Roman"/>
              </a:rPr>
              <a:t>introduce</a:t>
            </a:r>
            <a:r>
              <a:rPr sz="1069" spc="87" dirty="0">
                <a:latin typeface="Times New Roman"/>
                <a:cs typeface="Times New Roman"/>
              </a:rPr>
              <a:t> </a:t>
            </a:r>
            <a:r>
              <a:rPr sz="1069" dirty="0">
                <a:latin typeface="Times New Roman"/>
                <a:cs typeface="Times New Roman"/>
              </a:rPr>
              <a:t>a</a:t>
            </a:r>
            <a:r>
              <a:rPr sz="1069" spc="83" dirty="0">
                <a:latin typeface="Times New Roman"/>
                <a:cs typeface="Times New Roman"/>
              </a:rPr>
              <a:t> </a:t>
            </a:r>
            <a:r>
              <a:rPr sz="1069" dirty="0">
                <a:latin typeface="Times New Roman"/>
                <a:cs typeface="Times New Roman"/>
              </a:rPr>
              <a:t>part</a:t>
            </a:r>
            <a:r>
              <a:rPr sz="1069" spc="68" dirty="0">
                <a:latin typeface="Times New Roman"/>
                <a:cs typeface="Times New Roman"/>
              </a:rPr>
              <a:t> </a:t>
            </a:r>
            <a:r>
              <a:rPr sz="1069" dirty="0">
                <a:latin typeface="Times New Roman"/>
                <a:cs typeface="Times New Roman"/>
              </a:rPr>
              <a:t>of</a:t>
            </a:r>
            <a:r>
              <a:rPr sz="1069" spc="87" dirty="0">
                <a:latin typeface="Times New Roman"/>
                <a:cs typeface="Times New Roman"/>
              </a:rPr>
              <a:t> </a:t>
            </a:r>
            <a:r>
              <a:rPr sz="1069" dirty="0">
                <a:latin typeface="Times New Roman"/>
                <a:cs typeface="Times New Roman"/>
              </a:rPr>
              <a:t>the</a:t>
            </a:r>
            <a:r>
              <a:rPr sz="1069" spc="73" dirty="0">
                <a:latin typeface="Times New Roman"/>
                <a:cs typeface="Times New Roman"/>
              </a:rPr>
              <a:t> </a:t>
            </a:r>
            <a:r>
              <a:rPr sz="1069" dirty="0">
                <a:latin typeface="Times New Roman"/>
                <a:cs typeface="Times New Roman"/>
              </a:rPr>
              <a:t>typically</a:t>
            </a:r>
            <a:r>
              <a:rPr sz="1069" spc="63" dirty="0">
                <a:latin typeface="Times New Roman"/>
                <a:cs typeface="Times New Roman"/>
              </a:rPr>
              <a:t> </a:t>
            </a:r>
            <a:r>
              <a:rPr sz="1069" dirty="0">
                <a:latin typeface="Times New Roman"/>
                <a:cs typeface="Times New Roman"/>
              </a:rPr>
              <a:t>used</a:t>
            </a:r>
            <a:r>
              <a:rPr sz="1069" spc="58" dirty="0">
                <a:latin typeface="Times New Roman"/>
                <a:cs typeface="Times New Roman"/>
              </a:rPr>
              <a:t> </a:t>
            </a:r>
            <a:r>
              <a:rPr sz="1069" dirty="0">
                <a:latin typeface="Times New Roman"/>
                <a:cs typeface="Times New Roman"/>
              </a:rPr>
              <a:t>picture</a:t>
            </a:r>
            <a:r>
              <a:rPr sz="1069" spc="73" dirty="0">
                <a:latin typeface="Times New Roman"/>
                <a:cs typeface="Times New Roman"/>
              </a:rPr>
              <a:t> </a:t>
            </a:r>
            <a:r>
              <a:rPr sz="1069" spc="-10" dirty="0">
                <a:latin typeface="Times New Roman"/>
                <a:cs typeface="Times New Roman"/>
              </a:rPr>
              <a:t>taking </a:t>
            </a:r>
            <a:r>
              <a:rPr sz="1069" dirty="0">
                <a:latin typeface="Times New Roman"/>
                <a:cs typeface="Times New Roman"/>
              </a:rPr>
              <a:t>care</a:t>
            </a:r>
            <a:r>
              <a:rPr sz="1069" spc="44" dirty="0">
                <a:latin typeface="Times New Roman"/>
                <a:cs typeface="Times New Roman"/>
              </a:rPr>
              <a:t> </a:t>
            </a:r>
            <a:r>
              <a:rPr sz="1069" dirty="0">
                <a:latin typeface="Times New Roman"/>
                <a:cs typeface="Times New Roman"/>
              </a:rPr>
              <a:t>of</a:t>
            </a:r>
            <a:r>
              <a:rPr sz="1069" spc="39" dirty="0">
                <a:latin typeface="Times New Roman"/>
                <a:cs typeface="Times New Roman"/>
              </a:rPr>
              <a:t> </a:t>
            </a:r>
            <a:r>
              <a:rPr sz="1069" dirty="0">
                <a:latin typeface="Times New Roman"/>
                <a:cs typeface="Times New Roman"/>
              </a:rPr>
              <a:t>methodology</a:t>
            </a:r>
            <a:r>
              <a:rPr sz="1069" spc="15" dirty="0">
                <a:latin typeface="Times New Roman"/>
                <a:cs typeface="Times New Roman"/>
              </a:rPr>
              <a:t> </a:t>
            </a:r>
            <a:r>
              <a:rPr sz="1069" dirty="0">
                <a:latin typeface="Times New Roman"/>
                <a:cs typeface="Times New Roman"/>
              </a:rPr>
              <a:t>using</a:t>
            </a:r>
            <a:r>
              <a:rPr sz="1069" spc="39" dirty="0">
                <a:latin typeface="Times New Roman"/>
                <a:cs typeface="Times New Roman"/>
              </a:rPr>
              <a:t> </a:t>
            </a:r>
            <a:r>
              <a:rPr sz="1069" dirty="0">
                <a:latin typeface="Times New Roman"/>
                <a:cs typeface="Times New Roman"/>
              </a:rPr>
              <a:t>an</a:t>
            </a:r>
            <a:r>
              <a:rPr sz="1069" spc="39" dirty="0">
                <a:latin typeface="Times New Roman"/>
                <a:cs typeface="Times New Roman"/>
              </a:rPr>
              <a:t> </a:t>
            </a:r>
            <a:r>
              <a:rPr sz="1069" dirty="0">
                <a:latin typeface="Times New Roman"/>
                <a:cs typeface="Times New Roman"/>
              </a:rPr>
              <a:t>outstandingly</a:t>
            </a:r>
            <a:r>
              <a:rPr sz="1069" spc="15" dirty="0">
                <a:latin typeface="Times New Roman"/>
                <a:cs typeface="Times New Roman"/>
              </a:rPr>
              <a:t> </a:t>
            </a:r>
            <a:r>
              <a:rPr sz="1069" dirty="0">
                <a:latin typeface="Times New Roman"/>
                <a:cs typeface="Times New Roman"/>
              </a:rPr>
              <a:t>notable</a:t>
            </a:r>
            <a:r>
              <a:rPr sz="1069" spc="19" dirty="0">
                <a:latin typeface="Times New Roman"/>
                <a:cs typeface="Times New Roman"/>
              </a:rPr>
              <a:t> </a:t>
            </a:r>
            <a:r>
              <a:rPr sz="1069" dirty="0">
                <a:latin typeface="Times New Roman"/>
                <a:cs typeface="Times New Roman"/>
              </a:rPr>
              <a:t>Computer</a:t>
            </a:r>
            <a:r>
              <a:rPr sz="1069" spc="24" dirty="0">
                <a:latin typeface="Times New Roman"/>
                <a:cs typeface="Times New Roman"/>
              </a:rPr>
              <a:t> </a:t>
            </a:r>
            <a:r>
              <a:rPr sz="1069" dirty="0">
                <a:latin typeface="Times New Roman"/>
                <a:cs typeface="Times New Roman"/>
              </a:rPr>
              <a:t>Vision</a:t>
            </a:r>
            <a:r>
              <a:rPr sz="1069" spc="39" dirty="0">
                <a:latin typeface="Times New Roman"/>
                <a:cs typeface="Times New Roman"/>
              </a:rPr>
              <a:t> </a:t>
            </a:r>
            <a:r>
              <a:rPr sz="1069" dirty="0">
                <a:latin typeface="Times New Roman"/>
                <a:cs typeface="Times New Roman"/>
              </a:rPr>
              <a:t>library,</a:t>
            </a:r>
            <a:r>
              <a:rPr sz="1069" spc="15" dirty="0">
                <a:latin typeface="Times New Roman"/>
                <a:cs typeface="Times New Roman"/>
              </a:rPr>
              <a:t> </a:t>
            </a:r>
            <a:r>
              <a:rPr sz="1069" spc="-10" dirty="0">
                <a:latin typeface="Times New Roman"/>
                <a:cs typeface="Times New Roman"/>
              </a:rPr>
              <a:t>Open-CV. </a:t>
            </a:r>
            <a:r>
              <a:rPr sz="1069" dirty="0">
                <a:latin typeface="Times New Roman"/>
                <a:cs typeface="Times New Roman"/>
              </a:rPr>
              <a:t>I'll</a:t>
            </a:r>
            <a:r>
              <a:rPr sz="1069" spc="44" dirty="0">
                <a:latin typeface="Times New Roman"/>
                <a:cs typeface="Times New Roman"/>
              </a:rPr>
              <a:t> </a:t>
            </a:r>
            <a:r>
              <a:rPr sz="1069" spc="-10" dirty="0">
                <a:latin typeface="Times New Roman"/>
                <a:cs typeface="Times New Roman"/>
              </a:rPr>
              <a:t>endeavor </a:t>
            </a:r>
            <a:r>
              <a:rPr sz="1069" dirty="0">
                <a:latin typeface="Times New Roman"/>
                <a:cs typeface="Times New Roman"/>
              </a:rPr>
              <a:t>to</a:t>
            </a:r>
            <a:r>
              <a:rPr sz="1069" spc="141" dirty="0">
                <a:latin typeface="Times New Roman"/>
                <a:cs typeface="Times New Roman"/>
              </a:rPr>
              <a:t> </a:t>
            </a:r>
            <a:r>
              <a:rPr sz="1069" dirty="0">
                <a:latin typeface="Times New Roman"/>
                <a:cs typeface="Times New Roman"/>
              </a:rPr>
              <a:t>portray</a:t>
            </a:r>
            <a:r>
              <a:rPr sz="1069" spc="122" dirty="0">
                <a:latin typeface="Times New Roman"/>
                <a:cs typeface="Times New Roman"/>
              </a:rPr>
              <a:t> </a:t>
            </a:r>
            <a:r>
              <a:rPr sz="1069" dirty="0">
                <a:latin typeface="Times New Roman"/>
                <a:cs typeface="Times New Roman"/>
              </a:rPr>
              <a:t>immediately</a:t>
            </a:r>
            <a:r>
              <a:rPr sz="1069" spc="126" dirty="0">
                <a:latin typeface="Times New Roman"/>
                <a:cs typeface="Times New Roman"/>
              </a:rPr>
              <a:t> </a:t>
            </a:r>
            <a:r>
              <a:rPr sz="1069" dirty="0">
                <a:latin typeface="Times New Roman"/>
                <a:cs typeface="Times New Roman"/>
              </a:rPr>
              <a:t>the</a:t>
            </a:r>
            <a:r>
              <a:rPr sz="1069" spc="156" dirty="0">
                <a:latin typeface="Times New Roman"/>
                <a:cs typeface="Times New Roman"/>
              </a:rPr>
              <a:t> </a:t>
            </a:r>
            <a:r>
              <a:rPr sz="1069" dirty="0">
                <a:latin typeface="Times New Roman"/>
                <a:cs typeface="Times New Roman"/>
              </a:rPr>
              <a:t>manner</a:t>
            </a:r>
            <a:r>
              <a:rPr sz="1069" spc="136" dirty="0">
                <a:latin typeface="Times New Roman"/>
                <a:cs typeface="Times New Roman"/>
              </a:rPr>
              <a:t> </a:t>
            </a:r>
            <a:r>
              <a:rPr sz="1069" dirty="0">
                <a:latin typeface="Times New Roman"/>
                <a:cs typeface="Times New Roman"/>
              </a:rPr>
              <a:t>by</a:t>
            </a:r>
            <a:r>
              <a:rPr sz="1069" spc="126" dirty="0">
                <a:latin typeface="Times New Roman"/>
                <a:cs typeface="Times New Roman"/>
              </a:rPr>
              <a:t> </a:t>
            </a:r>
            <a:r>
              <a:rPr sz="1069" dirty="0">
                <a:latin typeface="Times New Roman"/>
                <a:cs typeface="Times New Roman"/>
              </a:rPr>
              <a:t>which</a:t>
            </a:r>
            <a:r>
              <a:rPr sz="1069" spc="126" dirty="0">
                <a:latin typeface="Times New Roman"/>
                <a:cs typeface="Times New Roman"/>
              </a:rPr>
              <a:t> </a:t>
            </a:r>
            <a:r>
              <a:rPr sz="1069" dirty="0">
                <a:latin typeface="Times New Roman"/>
                <a:cs typeface="Times New Roman"/>
              </a:rPr>
              <a:t>each</a:t>
            </a:r>
            <a:r>
              <a:rPr sz="1069" spc="122" dirty="0">
                <a:latin typeface="Times New Roman"/>
                <a:cs typeface="Times New Roman"/>
              </a:rPr>
              <a:t> </a:t>
            </a:r>
            <a:r>
              <a:rPr sz="1069" dirty="0">
                <a:latin typeface="Times New Roman"/>
                <a:cs typeface="Times New Roman"/>
              </a:rPr>
              <a:t>movement</a:t>
            </a:r>
            <a:r>
              <a:rPr sz="1069" spc="141" dirty="0">
                <a:latin typeface="Times New Roman"/>
                <a:cs typeface="Times New Roman"/>
              </a:rPr>
              <a:t> </a:t>
            </a:r>
            <a:r>
              <a:rPr sz="1069" dirty="0">
                <a:latin typeface="Times New Roman"/>
                <a:cs typeface="Times New Roman"/>
              </a:rPr>
              <a:t>works</a:t>
            </a:r>
            <a:r>
              <a:rPr sz="1069" spc="141" dirty="0">
                <a:latin typeface="Times New Roman"/>
                <a:cs typeface="Times New Roman"/>
              </a:rPr>
              <a:t> </a:t>
            </a:r>
            <a:r>
              <a:rPr sz="1069" dirty="0">
                <a:latin typeface="Times New Roman"/>
                <a:cs typeface="Times New Roman"/>
              </a:rPr>
              <a:t>and</a:t>
            </a:r>
            <a:r>
              <a:rPr sz="1069" spc="126" dirty="0">
                <a:latin typeface="Times New Roman"/>
                <a:cs typeface="Times New Roman"/>
              </a:rPr>
              <a:t> </a:t>
            </a:r>
            <a:r>
              <a:rPr sz="1069" dirty="0">
                <a:latin typeface="Times New Roman"/>
                <a:cs typeface="Times New Roman"/>
              </a:rPr>
              <a:t>spotlight</a:t>
            </a:r>
            <a:r>
              <a:rPr sz="1069" spc="141" dirty="0">
                <a:latin typeface="Times New Roman"/>
                <a:cs typeface="Times New Roman"/>
              </a:rPr>
              <a:t> </a:t>
            </a:r>
            <a:r>
              <a:rPr sz="1069" dirty="0">
                <a:latin typeface="Times New Roman"/>
                <a:cs typeface="Times New Roman"/>
              </a:rPr>
              <a:t>more</a:t>
            </a:r>
            <a:r>
              <a:rPr sz="1069" spc="146" dirty="0">
                <a:latin typeface="Times New Roman"/>
                <a:cs typeface="Times New Roman"/>
              </a:rPr>
              <a:t> </a:t>
            </a:r>
            <a:r>
              <a:rPr sz="1069" dirty="0">
                <a:latin typeface="Times New Roman"/>
                <a:cs typeface="Times New Roman"/>
              </a:rPr>
              <a:t>on</a:t>
            </a:r>
            <a:r>
              <a:rPr sz="1069" spc="141" dirty="0">
                <a:latin typeface="Times New Roman"/>
                <a:cs typeface="Times New Roman"/>
              </a:rPr>
              <a:t> </a:t>
            </a:r>
            <a:r>
              <a:rPr sz="1069" spc="-10" dirty="0">
                <a:latin typeface="Times New Roman"/>
                <a:cs typeface="Times New Roman"/>
              </a:rPr>
              <a:t>dealing </a:t>
            </a:r>
            <a:r>
              <a:rPr sz="1069" dirty="0">
                <a:latin typeface="Times New Roman"/>
                <a:cs typeface="Times New Roman"/>
              </a:rPr>
              <a:t>with</a:t>
            </a:r>
            <a:r>
              <a:rPr sz="1069" spc="44" dirty="0">
                <a:latin typeface="Times New Roman"/>
                <a:cs typeface="Times New Roman"/>
              </a:rPr>
              <a:t> </a:t>
            </a:r>
            <a:r>
              <a:rPr sz="1069" dirty="0">
                <a:latin typeface="Times New Roman"/>
                <a:cs typeface="Times New Roman"/>
              </a:rPr>
              <a:t>the</a:t>
            </a:r>
            <a:r>
              <a:rPr sz="1069" spc="63" dirty="0">
                <a:latin typeface="Times New Roman"/>
                <a:cs typeface="Times New Roman"/>
              </a:rPr>
              <a:t> </a:t>
            </a:r>
            <a:r>
              <a:rPr sz="1069" dirty="0">
                <a:latin typeface="Times New Roman"/>
                <a:cs typeface="Times New Roman"/>
              </a:rPr>
              <a:t>point</a:t>
            </a:r>
            <a:r>
              <a:rPr sz="1069" spc="53" dirty="0">
                <a:latin typeface="Times New Roman"/>
                <a:cs typeface="Times New Roman"/>
              </a:rPr>
              <a:t> </a:t>
            </a:r>
            <a:r>
              <a:rPr sz="1069" dirty="0">
                <a:latin typeface="Times New Roman"/>
                <a:cs typeface="Times New Roman"/>
              </a:rPr>
              <a:t>even</a:t>
            </a:r>
            <a:r>
              <a:rPr sz="1069" spc="58" dirty="0">
                <a:latin typeface="Times New Roman"/>
                <a:cs typeface="Times New Roman"/>
              </a:rPr>
              <a:t> </a:t>
            </a:r>
            <a:r>
              <a:rPr sz="1069" dirty="0">
                <a:latin typeface="Times New Roman"/>
                <a:cs typeface="Times New Roman"/>
              </a:rPr>
              <a:t>more</a:t>
            </a:r>
            <a:r>
              <a:rPr sz="1069" spc="58" dirty="0">
                <a:latin typeface="Times New Roman"/>
                <a:cs typeface="Times New Roman"/>
              </a:rPr>
              <a:t> </a:t>
            </a:r>
            <a:r>
              <a:rPr sz="1069" dirty="0">
                <a:latin typeface="Times New Roman"/>
                <a:cs typeface="Times New Roman"/>
              </a:rPr>
              <a:t>basically,</a:t>
            </a:r>
            <a:r>
              <a:rPr sz="1069" spc="58" dirty="0">
                <a:latin typeface="Times New Roman"/>
                <a:cs typeface="Times New Roman"/>
              </a:rPr>
              <a:t> </a:t>
            </a:r>
            <a:r>
              <a:rPr sz="1069" dirty="0">
                <a:latin typeface="Times New Roman"/>
                <a:cs typeface="Times New Roman"/>
              </a:rPr>
              <a:t>giving</a:t>
            </a:r>
            <a:r>
              <a:rPr sz="1069" spc="49" dirty="0">
                <a:latin typeface="Times New Roman"/>
                <a:cs typeface="Times New Roman"/>
              </a:rPr>
              <a:t> </a:t>
            </a:r>
            <a:r>
              <a:rPr sz="1069" dirty="0">
                <a:latin typeface="Times New Roman"/>
                <a:cs typeface="Times New Roman"/>
              </a:rPr>
              <a:t>you</a:t>
            </a:r>
            <a:r>
              <a:rPr sz="1069" spc="49" dirty="0">
                <a:latin typeface="Times New Roman"/>
                <a:cs typeface="Times New Roman"/>
              </a:rPr>
              <a:t> </a:t>
            </a:r>
            <a:r>
              <a:rPr sz="1069" dirty="0">
                <a:latin typeface="Times New Roman"/>
                <a:cs typeface="Times New Roman"/>
              </a:rPr>
              <a:t>all</a:t>
            </a:r>
            <a:r>
              <a:rPr sz="1069" spc="53" dirty="0">
                <a:latin typeface="Times New Roman"/>
                <a:cs typeface="Times New Roman"/>
              </a:rPr>
              <a:t> </a:t>
            </a:r>
            <a:r>
              <a:rPr sz="1069" dirty="0">
                <a:latin typeface="Times New Roman"/>
                <a:cs typeface="Times New Roman"/>
              </a:rPr>
              <a:t>the</a:t>
            </a:r>
            <a:r>
              <a:rPr sz="1069" spc="63" dirty="0">
                <a:latin typeface="Times New Roman"/>
                <a:cs typeface="Times New Roman"/>
              </a:rPr>
              <a:t> </a:t>
            </a:r>
            <a:r>
              <a:rPr sz="1069" dirty="0">
                <a:latin typeface="Times New Roman"/>
                <a:cs typeface="Times New Roman"/>
              </a:rPr>
              <a:t>code</a:t>
            </a:r>
            <a:r>
              <a:rPr sz="1069" spc="58" dirty="0">
                <a:latin typeface="Times New Roman"/>
                <a:cs typeface="Times New Roman"/>
              </a:rPr>
              <a:t> </a:t>
            </a:r>
            <a:r>
              <a:rPr sz="1069" dirty="0">
                <a:latin typeface="Times New Roman"/>
                <a:cs typeface="Times New Roman"/>
              </a:rPr>
              <a:t>you</a:t>
            </a:r>
            <a:r>
              <a:rPr sz="1069" spc="58" dirty="0">
                <a:latin typeface="Times New Roman"/>
                <a:cs typeface="Times New Roman"/>
              </a:rPr>
              <a:t> </a:t>
            </a:r>
            <a:r>
              <a:rPr sz="1069" dirty="0">
                <a:latin typeface="Times New Roman"/>
                <a:cs typeface="Times New Roman"/>
              </a:rPr>
              <a:t>truly</a:t>
            </a:r>
            <a:r>
              <a:rPr sz="1069" spc="39" dirty="0">
                <a:latin typeface="Times New Roman"/>
                <a:cs typeface="Times New Roman"/>
              </a:rPr>
              <a:t> </a:t>
            </a:r>
            <a:r>
              <a:rPr sz="1069" dirty="0">
                <a:latin typeface="Times New Roman"/>
                <a:cs typeface="Times New Roman"/>
              </a:rPr>
              <a:t>need</a:t>
            </a:r>
            <a:r>
              <a:rPr sz="1069" spc="49" dirty="0">
                <a:latin typeface="Times New Roman"/>
                <a:cs typeface="Times New Roman"/>
              </a:rPr>
              <a:t> </a:t>
            </a:r>
            <a:r>
              <a:rPr sz="1069" dirty="0">
                <a:latin typeface="Times New Roman"/>
                <a:cs typeface="Times New Roman"/>
              </a:rPr>
              <a:t>so</a:t>
            </a:r>
            <a:r>
              <a:rPr sz="1069" spc="49" dirty="0">
                <a:latin typeface="Times New Roman"/>
                <a:cs typeface="Times New Roman"/>
              </a:rPr>
              <a:t> </a:t>
            </a:r>
            <a:r>
              <a:rPr sz="1069" dirty="0">
                <a:latin typeface="Times New Roman"/>
                <a:cs typeface="Times New Roman"/>
              </a:rPr>
              <a:t>you</a:t>
            </a:r>
            <a:r>
              <a:rPr sz="1069" spc="58" dirty="0">
                <a:latin typeface="Times New Roman"/>
                <a:cs typeface="Times New Roman"/>
              </a:rPr>
              <a:t> </a:t>
            </a:r>
            <a:r>
              <a:rPr sz="1069" dirty="0">
                <a:latin typeface="Times New Roman"/>
                <a:cs typeface="Times New Roman"/>
              </a:rPr>
              <a:t>have</a:t>
            </a:r>
            <a:r>
              <a:rPr sz="1069" spc="68" dirty="0">
                <a:latin typeface="Times New Roman"/>
                <a:cs typeface="Times New Roman"/>
              </a:rPr>
              <a:t> </a:t>
            </a:r>
            <a:r>
              <a:rPr sz="1069" dirty="0">
                <a:latin typeface="Times New Roman"/>
                <a:cs typeface="Times New Roman"/>
              </a:rPr>
              <a:t>a</a:t>
            </a:r>
            <a:r>
              <a:rPr sz="1069" spc="63" dirty="0">
                <a:latin typeface="Times New Roman"/>
                <a:cs typeface="Times New Roman"/>
              </a:rPr>
              <a:t> </a:t>
            </a:r>
            <a:r>
              <a:rPr sz="1069" spc="-10" dirty="0">
                <a:latin typeface="Times New Roman"/>
                <a:cs typeface="Times New Roman"/>
              </a:rPr>
              <a:t>functioning </a:t>
            </a:r>
            <a:r>
              <a:rPr sz="1069" dirty="0">
                <a:latin typeface="Times New Roman"/>
                <a:cs typeface="Times New Roman"/>
              </a:rPr>
              <a:t>experience</a:t>
            </a:r>
            <a:r>
              <a:rPr sz="1069" spc="34" dirty="0">
                <a:latin typeface="Times New Roman"/>
                <a:cs typeface="Times New Roman"/>
              </a:rPr>
              <a:t> </a:t>
            </a:r>
            <a:r>
              <a:rPr sz="1069" dirty="0">
                <a:latin typeface="Times New Roman"/>
                <a:cs typeface="Times New Roman"/>
              </a:rPr>
              <a:t>of</a:t>
            </a:r>
            <a:r>
              <a:rPr sz="1069" spc="39" dirty="0">
                <a:latin typeface="Times New Roman"/>
                <a:cs typeface="Times New Roman"/>
              </a:rPr>
              <a:t> </a:t>
            </a:r>
            <a:r>
              <a:rPr sz="1069" dirty="0">
                <a:latin typeface="Times New Roman"/>
                <a:cs typeface="Times New Roman"/>
              </a:rPr>
              <a:t>the</a:t>
            </a:r>
            <a:r>
              <a:rPr sz="1069" spc="24" dirty="0">
                <a:latin typeface="Times New Roman"/>
                <a:cs typeface="Times New Roman"/>
              </a:rPr>
              <a:t> </a:t>
            </a:r>
            <a:r>
              <a:rPr sz="1069" spc="-10" dirty="0">
                <a:latin typeface="Times New Roman"/>
                <a:cs typeface="Times New Roman"/>
              </a:rPr>
              <a:t>material.</a:t>
            </a:r>
            <a:r>
              <a:rPr lang="en-US" sz="1100" dirty="0">
                <a:latin typeface="Times New Roman"/>
                <a:cs typeface="Times New Roman"/>
              </a:rPr>
              <a:t> with</a:t>
            </a:r>
            <a:r>
              <a:rPr lang="en-US" sz="1100" spc="-10" dirty="0">
                <a:latin typeface="Times New Roman"/>
                <a:cs typeface="Times New Roman"/>
              </a:rPr>
              <a:t> </a:t>
            </a:r>
            <a:r>
              <a:rPr lang="en-US" sz="1100" dirty="0">
                <a:latin typeface="Times New Roman"/>
                <a:cs typeface="Times New Roman"/>
              </a:rPr>
              <a:t>the</a:t>
            </a:r>
            <a:r>
              <a:rPr lang="en-US" sz="1100" spc="-10" dirty="0">
                <a:latin typeface="Times New Roman"/>
                <a:cs typeface="Times New Roman"/>
              </a:rPr>
              <a:t> </a:t>
            </a:r>
            <a:r>
              <a:rPr lang="en-US" sz="1100" dirty="0">
                <a:latin typeface="Times New Roman"/>
                <a:cs typeface="Times New Roman"/>
              </a:rPr>
              <a:t>point</a:t>
            </a:r>
            <a:r>
              <a:rPr lang="en-US" sz="1100" spc="-10" dirty="0">
                <a:latin typeface="Times New Roman"/>
                <a:cs typeface="Times New Roman"/>
              </a:rPr>
              <a:t> </a:t>
            </a:r>
            <a:r>
              <a:rPr lang="en-US" sz="1100" dirty="0">
                <a:latin typeface="Times New Roman"/>
                <a:cs typeface="Times New Roman"/>
              </a:rPr>
              <a:t>even</a:t>
            </a:r>
            <a:r>
              <a:rPr lang="en-US" sz="1100" spc="-5" dirty="0">
                <a:latin typeface="Times New Roman"/>
                <a:cs typeface="Times New Roman"/>
              </a:rPr>
              <a:t> </a:t>
            </a:r>
            <a:r>
              <a:rPr lang="en-US" sz="1100" dirty="0">
                <a:latin typeface="Times New Roman"/>
                <a:cs typeface="Times New Roman"/>
              </a:rPr>
              <a:t>more</a:t>
            </a:r>
            <a:r>
              <a:rPr lang="en-US" sz="1100" spc="-10" dirty="0">
                <a:latin typeface="Times New Roman"/>
                <a:cs typeface="Times New Roman"/>
              </a:rPr>
              <a:t> basically, </a:t>
            </a:r>
            <a:r>
              <a:rPr lang="en-US" sz="1100" dirty="0">
                <a:latin typeface="Times New Roman"/>
                <a:cs typeface="Times New Roman"/>
              </a:rPr>
              <a:t>giving</a:t>
            </a:r>
            <a:r>
              <a:rPr lang="en-US" sz="1100" spc="-5" dirty="0">
                <a:latin typeface="Times New Roman"/>
                <a:cs typeface="Times New Roman"/>
              </a:rPr>
              <a:t> </a:t>
            </a:r>
            <a:r>
              <a:rPr lang="en-US" sz="1100" dirty="0">
                <a:latin typeface="Times New Roman"/>
                <a:cs typeface="Times New Roman"/>
              </a:rPr>
              <a:t>you</a:t>
            </a:r>
            <a:r>
              <a:rPr lang="en-US" sz="1100" spc="-10" dirty="0">
                <a:latin typeface="Times New Roman"/>
                <a:cs typeface="Times New Roman"/>
              </a:rPr>
              <a:t> </a:t>
            </a:r>
            <a:r>
              <a:rPr lang="en-US" sz="1100" dirty="0">
                <a:latin typeface="Times New Roman"/>
                <a:cs typeface="Times New Roman"/>
              </a:rPr>
              <a:t>all</a:t>
            </a:r>
            <a:r>
              <a:rPr lang="en-US" sz="1100" spc="-15" dirty="0">
                <a:latin typeface="Times New Roman"/>
                <a:cs typeface="Times New Roman"/>
              </a:rPr>
              <a:t> </a:t>
            </a:r>
            <a:r>
              <a:rPr lang="en-US" sz="1100" dirty="0">
                <a:latin typeface="Times New Roman"/>
                <a:cs typeface="Times New Roman"/>
              </a:rPr>
              <a:t>the</a:t>
            </a:r>
            <a:r>
              <a:rPr lang="en-US" sz="1100" spc="-10" dirty="0">
                <a:latin typeface="Times New Roman"/>
                <a:cs typeface="Times New Roman"/>
              </a:rPr>
              <a:t> </a:t>
            </a:r>
            <a:r>
              <a:rPr lang="en-US" sz="1100" dirty="0">
                <a:latin typeface="Times New Roman"/>
                <a:cs typeface="Times New Roman"/>
              </a:rPr>
              <a:t>code</a:t>
            </a:r>
            <a:r>
              <a:rPr lang="en-US" sz="1100" spc="-15" dirty="0">
                <a:latin typeface="Times New Roman"/>
                <a:cs typeface="Times New Roman"/>
              </a:rPr>
              <a:t> </a:t>
            </a:r>
            <a:r>
              <a:rPr lang="en-US" sz="1100" dirty="0">
                <a:latin typeface="Times New Roman"/>
                <a:cs typeface="Times New Roman"/>
              </a:rPr>
              <a:t>you</a:t>
            </a:r>
            <a:r>
              <a:rPr lang="en-US" sz="1100" spc="-5" dirty="0">
                <a:latin typeface="Times New Roman"/>
                <a:cs typeface="Times New Roman"/>
              </a:rPr>
              <a:t> </a:t>
            </a:r>
            <a:r>
              <a:rPr lang="en-US" sz="1100" dirty="0">
                <a:latin typeface="Times New Roman"/>
                <a:cs typeface="Times New Roman"/>
              </a:rPr>
              <a:t>truly</a:t>
            </a:r>
            <a:r>
              <a:rPr lang="en-US" sz="1100" spc="-5" dirty="0">
                <a:latin typeface="Times New Roman"/>
                <a:cs typeface="Times New Roman"/>
              </a:rPr>
              <a:t> </a:t>
            </a:r>
            <a:r>
              <a:rPr lang="en-US" sz="1100" dirty="0">
                <a:latin typeface="Times New Roman"/>
                <a:cs typeface="Times New Roman"/>
              </a:rPr>
              <a:t>need</a:t>
            </a:r>
            <a:r>
              <a:rPr lang="en-US" sz="1100" spc="-10" dirty="0">
                <a:latin typeface="Times New Roman"/>
                <a:cs typeface="Times New Roman"/>
              </a:rPr>
              <a:t> </a:t>
            </a:r>
            <a:r>
              <a:rPr lang="en-US" sz="1100" dirty="0">
                <a:latin typeface="Times New Roman"/>
                <a:cs typeface="Times New Roman"/>
              </a:rPr>
              <a:t>so</a:t>
            </a:r>
            <a:r>
              <a:rPr lang="en-US" sz="1100" spc="-5" dirty="0">
                <a:latin typeface="Times New Roman"/>
                <a:cs typeface="Times New Roman"/>
              </a:rPr>
              <a:t> </a:t>
            </a:r>
            <a:r>
              <a:rPr lang="en-US" sz="1100" dirty="0">
                <a:latin typeface="Times New Roman"/>
                <a:cs typeface="Times New Roman"/>
              </a:rPr>
              <a:t>you</a:t>
            </a:r>
            <a:r>
              <a:rPr lang="en-US" sz="1100" spc="-10" dirty="0">
                <a:latin typeface="Times New Roman"/>
                <a:cs typeface="Times New Roman"/>
              </a:rPr>
              <a:t> </a:t>
            </a:r>
            <a:r>
              <a:rPr lang="en-US" sz="1100" dirty="0">
                <a:latin typeface="Times New Roman"/>
                <a:cs typeface="Times New Roman"/>
              </a:rPr>
              <a:t>have</a:t>
            </a:r>
            <a:r>
              <a:rPr lang="en-US" sz="1100" spc="-10" dirty="0">
                <a:latin typeface="Times New Roman"/>
                <a:cs typeface="Times New Roman"/>
              </a:rPr>
              <a:t> </a:t>
            </a:r>
            <a:r>
              <a:rPr lang="en-US" sz="1100" dirty="0">
                <a:latin typeface="Times New Roman"/>
                <a:cs typeface="Times New Roman"/>
              </a:rPr>
              <a:t>a</a:t>
            </a:r>
            <a:r>
              <a:rPr lang="en-US" sz="1100" spc="-10" dirty="0">
                <a:latin typeface="Times New Roman"/>
                <a:cs typeface="Times New Roman"/>
              </a:rPr>
              <a:t> functioning </a:t>
            </a:r>
            <a:r>
              <a:rPr lang="en-US" sz="1100" dirty="0">
                <a:latin typeface="Times New Roman"/>
                <a:cs typeface="Times New Roman"/>
              </a:rPr>
              <a:t>experience</a:t>
            </a:r>
            <a:r>
              <a:rPr lang="en-US" sz="1100" spc="-35" dirty="0">
                <a:latin typeface="Times New Roman"/>
                <a:cs typeface="Times New Roman"/>
              </a:rPr>
              <a:t> </a:t>
            </a:r>
            <a:r>
              <a:rPr lang="en-US" sz="1100" dirty="0">
                <a:latin typeface="Times New Roman"/>
                <a:cs typeface="Times New Roman"/>
              </a:rPr>
              <a:t>of</a:t>
            </a:r>
            <a:r>
              <a:rPr lang="en-US" sz="1100" spc="-25" dirty="0">
                <a:latin typeface="Times New Roman"/>
                <a:cs typeface="Times New Roman"/>
              </a:rPr>
              <a:t> </a:t>
            </a:r>
            <a:r>
              <a:rPr lang="en-US" sz="1100" dirty="0">
                <a:latin typeface="Times New Roman"/>
                <a:cs typeface="Times New Roman"/>
              </a:rPr>
              <a:t>the</a:t>
            </a:r>
            <a:r>
              <a:rPr lang="en-US" sz="1100" spc="-35" dirty="0">
                <a:latin typeface="Times New Roman"/>
                <a:cs typeface="Times New Roman"/>
              </a:rPr>
              <a:t> </a:t>
            </a:r>
            <a:r>
              <a:rPr lang="en-US" sz="1100" spc="-10" dirty="0">
                <a:latin typeface="Times New Roman"/>
                <a:cs typeface="Times New Roman"/>
              </a:rPr>
              <a:t>material.</a:t>
            </a:r>
            <a:endParaRPr lang="en-US" sz="1100" dirty="0">
              <a:latin typeface="Times New Roman"/>
              <a:cs typeface="Times New Roman"/>
            </a:endParaRPr>
          </a:p>
          <a:p>
            <a:pPr marL="12347" marR="4939" indent="423499" algn="just">
              <a:lnSpc>
                <a:spcPct val="150000"/>
              </a:lnSpc>
              <a:spcBef>
                <a:spcPts val="710"/>
              </a:spcBef>
            </a:pPr>
            <a:endParaRPr sz="1069" dirty="0">
              <a:latin typeface="Times New Roman"/>
              <a:cs typeface="Times New Roman"/>
            </a:endParaRPr>
          </a:p>
        </p:txBody>
      </p:sp>
      <p:sp>
        <p:nvSpPr>
          <p:cNvPr id="8" name="object 4">
            <a:extLst>
              <a:ext uri="{FF2B5EF4-FFF2-40B4-BE49-F238E27FC236}">
                <a16:creationId xmlns:a16="http://schemas.microsoft.com/office/drawing/2014/main" id="{188C7B57-F5B1-7EA1-701B-0976EAD9976F}"/>
              </a:ext>
            </a:extLst>
          </p:cNvPr>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9" name="object 7">
            <a:extLst>
              <a:ext uri="{FF2B5EF4-FFF2-40B4-BE49-F238E27FC236}">
                <a16:creationId xmlns:a16="http://schemas.microsoft.com/office/drawing/2014/main" id="{45018977-05AF-6141-56DF-939654DD353A}"/>
              </a:ext>
            </a:extLst>
          </p:cNvPr>
          <p:cNvSpPr txBox="1">
            <a:spLocks noGrp="1"/>
          </p:cNvSpPr>
          <p:nvPr>
            <p:ph type="ftr" sz="quarter" idx="5"/>
          </p:nvPr>
        </p:nvSpPr>
        <p:spPr>
          <a:xfrm>
            <a:off x="886764" y="9972378"/>
            <a:ext cx="1261745" cy="194309"/>
          </a:xfrm>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10" name="object 8">
            <a:extLst>
              <a:ext uri="{FF2B5EF4-FFF2-40B4-BE49-F238E27FC236}">
                <a16:creationId xmlns:a16="http://schemas.microsoft.com/office/drawing/2014/main" id="{956456A6-19CE-6CA1-EAB1-00F7D9AA6C75}"/>
              </a:ext>
            </a:extLst>
          </p:cNvPr>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76200">
              <a:lnSpc>
                <a:spcPts val="1410"/>
              </a:lnSpc>
            </a:pPr>
            <a:r>
              <a:rPr lang="en-US" spc="-50" dirty="0"/>
              <a:t>2</a:t>
            </a:r>
            <a:endParaRPr spc="-50" dirty="0"/>
          </a:p>
        </p:txBody>
      </p:sp>
      <p:sp>
        <p:nvSpPr>
          <p:cNvPr id="11" name="object 9">
            <a:extLst>
              <a:ext uri="{FF2B5EF4-FFF2-40B4-BE49-F238E27FC236}">
                <a16:creationId xmlns:a16="http://schemas.microsoft.com/office/drawing/2014/main" id="{F8FB6DC6-3537-FF5F-DD0C-D5F7FD0844F4}"/>
              </a:ext>
            </a:extLst>
          </p:cNvPr>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
        <p:nvSpPr>
          <p:cNvPr id="4" name="object 2">
            <a:extLst>
              <a:ext uri="{FF2B5EF4-FFF2-40B4-BE49-F238E27FC236}">
                <a16:creationId xmlns:a16="http://schemas.microsoft.com/office/drawing/2014/main" id="{708559FB-F9CB-E8F2-E11A-0642B4CF52D9}"/>
              </a:ext>
            </a:extLst>
          </p:cNvPr>
          <p:cNvSpPr/>
          <p:nvPr/>
        </p:nvSpPr>
        <p:spPr>
          <a:xfrm>
            <a:off x="834086" y="723912"/>
            <a:ext cx="6083935" cy="45085"/>
          </a:xfrm>
          <a:custGeom>
            <a:avLst/>
            <a:gdLst/>
            <a:ahLst/>
            <a:cxnLst/>
            <a:rect l="l" t="t" r="r" b="b"/>
            <a:pathLst>
              <a:path w="6083934" h="45084">
                <a:moveTo>
                  <a:pt x="6074651" y="0"/>
                </a:moveTo>
                <a:lnTo>
                  <a:pt x="0" y="0"/>
                </a:lnTo>
                <a:lnTo>
                  <a:pt x="0" y="6464"/>
                </a:lnTo>
                <a:lnTo>
                  <a:pt x="6074651" y="6464"/>
                </a:lnTo>
                <a:lnTo>
                  <a:pt x="6074651" y="0"/>
                </a:lnTo>
                <a:close/>
              </a:path>
              <a:path w="6083934" h="45084">
                <a:moveTo>
                  <a:pt x="6083351" y="21958"/>
                </a:moveTo>
                <a:lnTo>
                  <a:pt x="6019" y="21958"/>
                </a:lnTo>
                <a:lnTo>
                  <a:pt x="6019" y="45072"/>
                </a:lnTo>
                <a:lnTo>
                  <a:pt x="6083351" y="45072"/>
                </a:lnTo>
                <a:lnTo>
                  <a:pt x="6083351" y="21958"/>
                </a:lnTo>
                <a:close/>
              </a:path>
            </a:pathLst>
          </a:custGeom>
          <a:solidFill>
            <a:srgbClr val="823909"/>
          </a:solidFill>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4086" y="723912"/>
            <a:ext cx="6083935" cy="45085"/>
          </a:xfrm>
          <a:custGeom>
            <a:avLst/>
            <a:gdLst/>
            <a:ahLst/>
            <a:cxnLst/>
            <a:rect l="l" t="t" r="r" b="b"/>
            <a:pathLst>
              <a:path w="6083934" h="45084">
                <a:moveTo>
                  <a:pt x="6074651" y="0"/>
                </a:moveTo>
                <a:lnTo>
                  <a:pt x="0" y="0"/>
                </a:lnTo>
                <a:lnTo>
                  <a:pt x="0" y="6464"/>
                </a:lnTo>
                <a:lnTo>
                  <a:pt x="6074651" y="6464"/>
                </a:lnTo>
                <a:lnTo>
                  <a:pt x="6074651" y="0"/>
                </a:lnTo>
                <a:close/>
              </a:path>
              <a:path w="6083934" h="45084">
                <a:moveTo>
                  <a:pt x="6083351" y="21958"/>
                </a:moveTo>
                <a:lnTo>
                  <a:pt x="6019" y="21958"/>
                </a:lnTo>
                <a:lnTo>
                  <a:pt x="6019" y="45072"/>
                </a:lnTo>
                <a:lnTo>
                  <a:pt x="6083351" y="45072"/>
                </a:lnTo>
                <a:lnTo>
                  <a:pt x="6083351" y="21958"/>
                </a:lnTo>
                <a:close/>
              </a:path>
            </a:pathLst>
          </a:custGeom>
          <a:solidFill>
            <a:srgbClr val="823909"/>
          </a:solidFill>
        </p:spPr>
        <p:txBody>
          <a:bodyPr wrap="square" lIns="0" tIns="0" rIns="0" bIns="0" rtlCol="0"/>
          <a:lstStyle/>
          <a:p>
            <a:endParaRPr/>
          </a:p>
        </p:txBody>
      </p:sp>
      <p:sp>
        <p:nvSpPr>
          <p:cNvPr id="3" name="object 3"/>
          <p:cNvSpPr txBox="1"/>
          <p:nvPr/>
        </p:nvSpPr>
        <p:spPr>
          <a:xfrm>
            <a:off x="806450" y="516127"/>
            <a:ext cx="6146800" cy="2716256"/>
          </a:xfrm>
          <a:prstGeom prst="rect">
            <a:avLst/>
          </a:prstGeom>
        </p:spPr>
        <p:txBody>
          <a:bodyPr vert="horz" wrap="square" lIns="0" tIns="12700" rIns="0" bIns="0" rtlCol="0">
            <a:spAutoFit/>
          </a:bodyPr>
          <a:lstStyle/>
          <a:p>
            <a:pPr marL="20320">
              <a:lnSpc>
                <a:spcPct val="100000"/>
              </a:lnSpc>
              <a:spcBef>
                <a:spcPts val="100"/>
              </a:spcBef>
              <a:tabLst>
                <a:tab pos="5371465"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a:t>
            </a:r>
            <a:r>
              <a:rPr sz="1200" spc="-10" dirty="0">
                <a:latin typeface="Times New Roman"/>
                <a:cs typeface="Times New Roman"/>
              </a:rPr>
              <a:t>Introduction</a:t>
            </a:r>
            <a:endParaRPr sz="1200" dirty="0">
              <a:latin typeface="Times New Roman"/>
              <a:cs typeface="Times New Roman"/>
            </a:endParaRPr>
          </a:p>
          <a:p>
            <a:pPr>
              <a:lnSpc>
                <a:spcPct val="100000"/>
              </a:lnSpc>
              <a:spcBef>
                <a:spcPts val="459"/>
              </a:spcBef>
            </a:pPr>
            <a:endParaRPr sz="1200" dirty="0">
              <a:latin typeface="Times New Roman"/>
              <a:cs typeface="Times New Roman"/>
            </a:endParaRPr>
          </a:p>
          <a:p>
            <a:pPr marL="12700" algn="just">
              <a:lnSpc>
                <a:spcPct val="100000"/>
              </a:lnSpc>
            </a:pPr>
            <a:r>
              <a:rPr sz="1400" b="1" dirty="0">
                <a:latin typeface="Times New Roman"/>
                <a:cs typeface="Times New Roman"/>
              </a:rPr>
              <a:t>1.4.1</a:t>
            </a:r>
            <a:r>
              <a:rPr sz="1400" b="1" spc="-50" dirty="0">
                <a:latin typeface="Times New Roman"/>
                <a:cs typeface="Times New Roman"/>
              </a:rPr>
              <a:t> </a:t>
            </a:r>
            <a:r>
              <a:rPr sz="1400" b="1" dirty="0">
                <a:latin typeface="Times New Roman"/>
                <a:cs typeface="Times New Roman"/>
              </a:rPr>
              <a:t>The</a:t>
            </a:r>
            <a:r>
              <a:rPr sz="1400" b="1" spc="-40" dirty="0">
                <a:latin typeface="Times New Roman"/>
                <a:cs typeface="Times New Roman"/>
              </a:rPr>
              <a:t> </a:t>
            </a:r>
            <a:r>
              <a:rPr sz="1400" b="1" dirty="0">
                <a:latin typeface="Times New Roman"/>
                <a:cs typeface="Times New Roman"/>
              </a:rPr>
              <a:t>steps</a:t>
            </a:r>
            <a:r>
              <a:rPr sz="1400" b="1" spc="-20" dirty="0">
                <a:latin typeface="Times New Roman"/>
                <a:cs typeface="Times New Roman"/>
              </a:rPr>
              <a:t> </a:t>
            </a:r>
            <a:r>
              <a:rPr sz="1400" b="1" dirty="0">
                <a:latin typeface="Times New Roman"/>
                <a:cs typeface="Times New Roman"/>
              </a:rPr>
              <a:t>in</a:t>
            </a:r>
            <a:r>
              <a:rPr sz="1400" b="1" spc="-25" dirty="0">
                <a:latin typeface="Times New Roman"/>
                <a:cs typeface="Times New Roman"/>
              </a:rPr>
              <a:t> </a:t>
            </a:r>
            <a:r>
              <a:rPr sz="1400" b="1" dirty="0">
                <a:latin typeface="Times New Roman"/>
                <a:cs typeface="Times New Roman"/>
              </a:rPr>
              <a:t>methodology</a:t>
            </a:r>
            <a:r>
              <a:rPr sz="1400" b="1" spc="-40" dirty="0">
                <a:latin typeface="Times New Roman"/>
                <a:cs typeface="Times New Roman"/>
              </a:rPr>
              <a:t> </a:t>
            </a:r>
            <a:r>
              <a:rPr sz="1400" b="1" dirty="0">
                <a:latin typeface="Times New Roman"/>
                <a:cs typeface="Times New Roman"/>
              </a:rPr>
              <a:t>are:</a:t>
            </a:r>
            <a:r>
              <a:rPr sz="1400" b="1" spc="-10" dirty="0">
                <a:latin typeface="Times New Roman"/>
                <a:cs typeface="Times New Roman"/>
              </a:rPr>
              <a:t> </a:t>
            </a:r>
            <a:r>
              <a:rPr sz="1400" b="1" spc="-50" dirty="0">
                <a:latin typeface="Times New Roman"/>
                <a:cs typeface="Times New Roman"/>
              </a:rPr>
              <a:t>-</a:t>
            </a:r>
            <a:endParaRPr sz="1400" dirty="0">
              <a:latin typeface="Times New Roman"/>
              <a:cs typeface="Times New Roman"/>
            </a:endParaRPr>
          </a:p>
          <a:p>
            <a:pPr marL="12347" marR="6173" indent="423499" algn="just">
              <a:lnSpc>
                <a:spcPts val="1974"/>
              </a:lnSpc>
              <a:spcBef>
                <a:spcPts val="39"/>
              </a:spcBef>
            </a:pPr>
            <a:r>
              <a:rPr lang="en-US" sz="1200" dirty="0">
                <a:latin typeface="Times New Roman"/>
                <a:cs typeface="Times New Roman"/>
              </a:rPr>
              <a:t>The</a:t>
            </a:r>
            <a:r>
              <a:rPr lang="en-US" sz="1200" spc="185" dirty="0">
                <a:latin typeface="Times New Roman"/>
                <a:cs typeface="Times New Roman"/>
              </a:rPr>
              <a:t> </a:t>
            </a:r>
            <a:r>
              <a:rPr lang="en-US" sz="1200" dirty="0">
                <a:latin typeface="Times New Roman"/>
                <a:cs typeface="Times New Roman"/>
              </a:rPr>
              <a:t>gesture-controlled</a:t>
            </a:r>
            <a:r>
              <a:rPr lang="en-US" sz="1200" spc="190" dirty="0">
                <a:latin typeface="Times New Roman"/>
                <a:cs typeface="Times New Roman"/>
              </a:rPr>
              <a:t> </a:t>
            </a:r>
            <a:r>
              <a:rPr lang="en-US" sz="1200" dirty="0">
                <a:latin typeface="Times New Roman"/>
                <a:cs typeface="Times New Roman"/>
              </a:rPr>
              <a:t>virtual</a:t>
            </a:r>
            <a:r>
              <a:rPr lang="en-US" sz="1200" spc="180" dirty="0">
                <a:latin typeface="Times New Roman"/>
                <a:cs typeface="Times New Roman"/>
              </a:rPr>
              <a:t> </a:t>
            </a:r>
            <a:r>
              <a:rPr lang="en-US" sz="1200" dirty="0">
                <a:latin typeface="Times New Roman"/>
                <a:cs typeface="Times New Roman"/>
              </a:rPr>
              <a:t>mouse</a:t>
            </a:r>
            <a:r>
              <a:rPr lang="en-US" sz="1200" spc="170" dirty="0">
                <a:latin typeface="Times New Roman"/>
                <a:cs typeface="Times New Roman"/>
              </a:rPr>
              <a:t> </a:t>
            </a:r>
            <a:r>
              <a:rPr lang="en-US" sz="1200" dirty="0">
                <a:latin typeface="Times New Roman"/>
                <a:cs typeface="Times New Roman"/>
              </a:rPr>
              <a:t>system</a:t>
            </a:r>
            <a:r>
              <a:rPr lang="en-US" sz="1200" spc="180" dirty="0">
                <a:latin typeface="Times New Roman"/>
                <a:cs typeface="Times New Roman"/>
              </a:rPr>
              <a:t> </a:t>
            </a:r>
            <a:r>
              <a:rPr lang="en-US" sz="1200" dirty="0">
                <a:latin typeface="Times New Roman"/>
                <a:cs typeface="Times New Roman"/>
              </a:rPr>
              <a:t>uses</a:t>
            </a:r>
            <a:r>
              <a:rPr lang="en-US" sz="1200" spc="180" dirty="0">
                <a:latin typeface="Times New Roman"/>
                <a:cs typeface="Times New Roman"/>
              </a:rPr>
              <a:t> </a:t>
            </a:r>
            <a:r>
              <a:rPr lang="en-US" sz="1200" dirty="0">
                <a:latin typeface="Times New Roman"/>
                <a:cs typeface="Times New Roman"/>
              </a:rPr>
              <a:t>a</a:t>
            </a:r>
            <a:r>
              <a:rPr lang="en-US" sz="1200" spc="170" dirty="0">
                <a:latin typeface="Times New Roman"/>
                <a:cs typeface="Times New Roman"/>
              </a:rPr>
              <a:t> </a:t>
            </a:r>
            <a:r>
              <a:rPr lang="en-US" sz="1200" dirty="0">
                <a:latin typeface="Times New Roman"/>
                <a:cs typeface="Times New Roman"/>
              </a:rPr>
              <a:t>transformational</a:t>
            </a:r>
            <a:r>
              <a:rPr lang="en-US" sz="1200" spc="180" dirty="0">
                <a:latin typeface="Times New Roman"/>
                <a:cs typeface="Times New Roman"/>
              </a:rPr>
              <a:t> </a:t>
            </a:r>
            <a:r>
              <a:rPr lang="en-US" sz="1200" dirty="0">
                <a:latin typeface="Times New Roman"/>
                <a:cs typeface="Times New Roman"/>
              </a:rPr>
              <a:t>mapping</a:t>
            </a:r>
            <a:r>
              <a:rPr lang="en-US" sz="1200" spc="180" dirty="0">
                <a:latin typeface="Times New Roman"/>
                <a:cs typeface="Times New Roman"/>
              </a:rPr>
              <a:t> </a:t>
            </a:r>
            <a:r>
              <a:rPr lang="en-US" sz="1200" dirty="0">
                <a:latin typeface="Times New Roman"/>
                <a:cs typeface="Times New Roman"/>
              </a:rPr>
              <a:t>technique</a:t>
            </a:r>
            <a:r>
              <a:rPr lang="en-US" sz="1200" spc="185" dirty="0">
                <a:latin typeface="Times New Roman"/>
                <a:cs typeface="Times New Roman"/>
              </a:rPr>
              <a:t> </a:t>
            </a:r>
            <a:r>
              <a:rPr lang="en-US" sz="1200" spc="-24" dirty="0">
                <a:latin typeface="Times New Roman"/>
                <a:cs typeface="Times New Roman"/>
              </a:rPr>
              <a:t>to </a:t>
            </a:r>
            <a:r>
              <a:rPr lang="en-US" sz="1200" dirty="0">
                <a:latin typeface="Times New Roman"/>
                <a:cs typeface="Times New Roman"/>
              </a:rPr>
              <a:t>convert</a:t>
            </a:r>
            <a:r>
              <a:rPr lang="en-US" sz="1200" spc="141" dirty="0">
                <a:latin typeface="Times New Roman"/>
                <a:cs typeface="Times New Roman"/>
              </a:rPr>
              <a:t> </a:t>
            </a:r>
            <a:r>
              <a:rPr lang="en-US" sz="1200" dirty="0">
                <a:latin typeface="Times New Roman"/>
                <a:cs typeface="Times New Roman"/>
              </a:rPr>
              <a:t>the</a:t>
            </a:r>
            <a:r>
              <a:rPr lang="en-US" sz="1200" spc="146" dirty="0">
                <a:latin typeface="Times New Roman"/>
                <a:cs typeface="Times New Roman"/>
              </a:rPr>
              <a:t> </a:t>
            </a:r>
            <a:r>
              <a:rPr lang="en-US" sz="1200" dirty="0">
                <a:latin typeface="Times New Roman"/>
                <a:cs typeface="Times New Roman"/>
              </a:rPr>
              <a:t>fingertip</a:t>
            </a:r>
            <a:r>
              <a:rPr lang="en-US" sz="1200" spc="136" dirty="0">
                <a:latin typeface="Times New Roman"/>
                <a:cs typeface="Times New Roman"/>
              </a:rPr>
              <a:t> </a:t>
            </a:r>
            <a:r>
              <a:rPr lang="en-US" sz="1200" dirty="0">
                <a:latin typeface="Times New Roman"/>
                <a:cs typeface="Times New Roman"/>
              </a:rPr>
              <a:t>coordinates</a:t>
            </a:r>
            <a:r>
              <a:rPr lang="en-US" sz="1200" spc="141" dirty="0">
                <a:latin typeface="Times New Roman"/>
                <a:cs typeface="Times New Roman"/>
              </a:rPr>
              <a:t> </a:t>
            </a:r>
            <a:r>
              <a:rPr lang="en-US" sz="1200" dirty="0">
                <a:latin typeface="Times New Roman"/>
                <a:cs typeface="Times New Roman"/>
              </a:rPr>
              <a:t>detected</a:t>
            </a:r>
            <a:r>
              <a:rPr lang="en-US" sz="1200" spc="136" dirty="0">
                <a:latin typeface="Times New Roman"/>
                <a:cs typeface="Times New Roman"/>
              </a:rPr>
              <a:t> </a:t>
            </a:r>
            <a:r>
              <a:rPr lang="en-US" sz="1200" dirty="0">
                <a:latin typeface="Times New Roman"/>
                <a:cs typeface="Times New Roman"/>
              </a:rPr>
              <a:t>on</a:t>
            </a:r>
            <a:r>
              <a:rPr lang="en-US" sz="1200" spc="136" dirty="0">
                <a:latin typeface="Times New Roman"/>
                <a:cs typeface="Times New Roman"/>
              </a:rPr>
              <a:t> </a:t>
            </a:r>
            <a:r>
              <a:rPr lang="en-US" sz="1200" dirty="0">
                <a:latin typeface="Times New Roman"/>
                <a:cs typeface="Times New Roman"/>
              </a:rPr>
              <a:t>the</a:t>
            </a:r>
            <a:r>
              <a:rPr lang="en-US" sz="1200" spc="136" dirty="0">
                <a:latin typeface="Times New Roman"/>
                <a:cs typeface="Times New Roman"/>
              </a:rPr>
              <a:t> </a:t>
            </a:r>
            <a:r>
              <a:rPr lang="en-US" sz="1200" dirty="0">
                <a:latin typeface="Times New Roman"/>
                <a:cs typeface="Times New Roman"/>
              </a:rPr>
              <a:t>camera</a:t>
            </a:r>
            <a:r>
              <a:rPr lang="en-US" sz="1200" spc="136" dirty="0">
                <a:latin typeface="Times New Roman"/>
                <a:cs typeface="Times New Roman"/>
              </a:rPr>
              <a:t> </a:t>
            </a:r>
            <a:r>
              <a:rPr lang="en-US" sz="1200" dirty="0">
                <a:latin typeface="Times New Roman"/>
                <a:cs typeface="Times New Roman"/>
              </a:rPr>
              <a:t>frame</a:t>
            </a:r>
            <a:r>
              <a:rPr lang="en-US" sz="1200" spc="131" dirty="0">
                <a:latin typeface="Times New Roman"/>
                <a:cs typeface="Times New Roman"/>
              </a:rPr>
              <a:t> </a:t>
            </a:r>
            <a:r>
              <a:rPr lang="en-US" sz="1200" dirty="0">
                <a:latin typeface="Times New Roman"/>
                <a:cs typeface="Times New Roman"/>
              </a:rPr>
              <a:t>into</a:t>
            </a:r>
            <a:r>
              <a:rPr lang="en-US" sz="1200" spc="126" dirty="0">
                <a:latin typeface="Times New Roman"/>
                <a:cs typeface="Times New Roman"/>
              </a:rPr>
              <a:t> </a:t>
            </a:r>
            <a:r>
              <a:rPr lang="en-US" sz="1200" dirty="0">
                <a:latin typeface="Times New Roman"/>
                <a:cs typeface="Times New Roman"/>
              </a:rPr>
              <a:t>corresponding</a:t>
            </a:r>
            <a:r>
              <a:rPr lang="en-US" sz="1200" spc="111" dirty="0">
                <a:latin typeface="Times New Roman"/>
                <a:cs typeface="Times New Roman"/>
              </a:rPr>
              <a:t> </a:t>
            </a:r>
            <a:r>
              <a:rPr lang="en-US" sz="1200" dirty="0">
                <a:latin typeface="Times New Roman"/>
                <a:cs typeface="Times New Roman"/>
              </a:rPr>
              <a:t>positions</a:t>
            </a:r>
            <a:r>
              <a:rPr lang="en-US" sz="1200" spc="141" dirty="0">
                <a:latin typeface="Times New Roman"/>
                <a:cs typeface="Times New Roman"/>
              </a:rPr>
              <a:t> </a:t>
            </a:r>
            <a:r>
              <a:rPr lang="en-US" sz="1200" dirty="0">
                <a:latin typeface="Times New Roman"/>
                <a:cs typeface="Times New Roman"/>
              </a:rPr>
              <a:t>on</a:t>
            </a:r>
            <a:r>
              <a:rPr lang="en-US" sz="1200" spc="136" dirty="0">
                <a:latin typeface="Times New Roman"/>
                <a:cs typeface="Times New Roman"/>
              </a:rPr>
              <a:t> </a:t>
            </a:r>
            <a:r>
              <a:rPr lang="en-US" sz="1200" spc="-24" dirty="0">
                <a:latin typeface="Times New Roman"/>
                <a:cs typeface="Times New Roman"/>
              </a:rPr>
              <a:t>the </a:t>
            </a:r>
            <a:r>
              <a:rPr lang="en-US" sz="1200" dirty="0">
                <a:latin typeface="Times New Roman"/>
                <a:cs typeface="Times New Roman"/>
              </a:rPr>
              <a:t>full-screen</a:t>
            </a:r>
            <a:r>
              <a:rPr lang="en-US" sz="1200" spc="223" dirty="0">
                <a:latin typeface="Times New Roman"/>
                <a:cs typeface="Times New Roman"/>
              </a:rPr>
              <a:t> </a:t>
            </a:r>
            <a:r>
              <a:rPr lang="en-US" sz="1200" dirty="0">
                <a:latin typeface="Times New Roman"/>
                <a:cs typeface="Times New Roman"/>
              </a:rPr>
              <a:t>computer</a:t>
            </a:r>
            <a:r>
              <a:rPr lang="en-US" sz="1200" spc="228" dirty="0">
                <a:latin typeface="Times New Roman"/>
                <a:cs typeface="Times New Roman"/>
              </a:rPr>
              <a:t> </a:t>
            </a:r>
            <a:r>
              <a:rPr lang="en-US" sz="1200" dirty="0">
                <a:latin typeface="Times New Roman"/>
                <a:cs typeface="Times New Roman"/>
              </a:rPr>
              <a:t>display,</a:t>
            </a:r>
            <a:r>
              <a:rPr lang="en-US" sz="1200" spc="238" dirty="0">
                <a:latin typeface="Times New Roman"/>
                <a:cs typeface="Times New Roman"/>
              </a:rPr>
              <a:t> </a:t>
            </a:r>
            <a:r>
              <a:rPr lang="en-US" sz="1200" dirty="0">
                <a:latin typeface="Times New Roman"/>
                <a:cs typeface="Times New Roman"/>
              </a:rPr>
              <a:t>allowing</a:t>
            </a:r>
            <a:r>
              <a:rPr lang="en-US" sz="1200" spc="214" dirty="0">
                <a:latin typeface="Times New Roman"/>
                <a:cs typeface="Times New Roman"/>
              </a:rPr>
              <a:t> </a:t>
            </a:r>
            <a:r>
              <a:rPr lang="en-US" sz="1200" dirty="0">
                <a:latin typeface="Times New Roman"/>
                <a:cs typeface="Times New Roman"/>
              </a:rPr>
              <a:t>accurate</a:t>
            </a:r>
            <a:r>
              <a:rPr lang="en-US" sz="1200" spc="238" dirty="0">
                <a:latin typeface="Times New Roman"/>
                <a:cs typeface="Times New Roman"/>
              </a:rPr>
              <a:t> </a:t>
            </a:r>
            <a:r>
              <a:rPr lang="en-US" sz="1200" dirty="0">
                <a:latin typeface="Times New Roman"/>
                <a:cs typeface="Times New Roman"/>
              </a:rPr>
              <a:t>mouse</a:t>
            </a:r>
            <a:r>
              <a:rPr lang="en-US" sz="1200" spc="238" dirty="0">
                <a:latin typeface="Times New Roman"/>
                <a:cs typeface="Times New Roman"/>
              </a:rPr>
              <a:t> </a:t>
            </a:r>
            <a:r>
              <a:rPr lang="en-US" sz="1200" dirty="0">
                <a:latin typeface="Times New Roman"/>
                <a:cs typeface="Times New Roman"/>
              </a:rPr>
              <a:t>control.</a:t>
            </a:r>
            <a:r>
              <a:rPr lang="en-US" sz="1200" spc="228" dirty="0">
                <a:latin typeface="Times New Roman"/>
                <a:cs typeface="Times New Roman"/>
              </a:rPr>
              <a:t> </a:t>
            </a:r>
            <a:r>
              <a:rPr lang="en-US" sz="1200" dirty="0">
                <a:latin typeface="Times New Roman"/>
                <a:cs typeface="Times New Roman"/>
              </a:rPr>
              <a:t>A</a:t>
            </a:r>
            <a:r>
              <a:rPr lang="en-US" sz="1200" spc="209" dirty="0">
                <a:latin typeface="Times New Roman"/>
                <a:cs typeface="Times New Roman"/>
              </a:rPr>
              <a:t> </a:t>
            </a:r>
            <a:r>
              <a:rPr lang="en-US" sz="1200" dirty="0">
                <a:latin typeface="Times New Roman"/>
                <a:cs typeface="Times New Roman"/>
              </a:rPr>
              <a:t>specific</a:t>
            </a:r>
            <a:r>
              <a:rPr lang="en-US" sz="1200" spc="219" dirty="0">
                <a:latin typeface="Times New Roman"/>
                <a:cs typeface="Times New Roman"/>
              </a:rPr>
              <a:t> </a:t>
            </a:r>
            <a:r>
              <a:rPr lang="en-US" sz="1200" dirty="0">
                <a:latin typeface="Times New Roman"/>
                <a:cs typeface="Times New Roman"/>
              </a:rPr>
              <a:t>rectangular</a:t>
            </a:r>
            <a:r>
              <a:rPr lang="en-US" sz="1200" spc="228" dirty="0">
                <a:latin typeface="Times New Roman"/>
                <a:cs typeface="Times New Roman"/>
              </a:rPr>
              <a:t> </a:t>
            </a:r>
            <a:r>
              <a:rPr lang="en-US" sz="1200" spc="-10" dirty="0">
                <a:latin typeface="Times New Roman"/>
                <a:cs typeface="Times New Roman"/>
              </a:rPr>
              <a:t>interaction </a:t>
            </a:r>
            <a:r>
              <a:rPr lang="en-US" sz="1200" dirty="0">
                <a:latin typeface="Times New Roman"/>
                <a:cs typeface="Times New Roman"/>
              </a:rPr>
              <a:t>zone</a:t>
            </a:r>
            <a:r>
              <a:rPr lang="en-US" sz="1200" spc="156" dirty="0">
                <a:latin typeface="Times New Roman"/>
                <a:cs typeface="Times New Roman"/>
              </a:rPr>
              <a:t> </a:t>
            </a:r>
            <a:r>
              <a:rPr lang="en-US" sz="1200" dirty="0">
                <a:latin typeface="Times New Roman"/>
                <a:cs typeface="Times New Roman"/>
              </a:rPr>
              <a:t>is</a:t>
            </a:r>
            <a:r>
              <a:rPr lang="en-US" sz="1200" spc="165" dirty="0">
                <a:latin typeface="Times New Roman"/>
                <a:cs typeface="Times New Roman"/>
              </a:rPr>
              <a:t> </a:t>
            </a:r>
            <a:r>
              <a:rPr lang="en-US" sz="1200" dirty="0">
                <a:latin typeface="Times New Roman"/>
                <a:cs typeface="Times New Roman"/>
              </a:rPr>
              <a:t>created</a:t>
            </a:r>
            <a:r>
              <a:rPr lang="en-US" sz="1200" spc="156" dirty="0">
                <a:latin typeface="Times New Roman"/>
                <a:cs typeface="Times New Roman"/>
              </a:rPr>
              <a:t> </a:t>
            </a:r>
            <a:r>
              <a:rPr lang="en-US" sz="1200" dirty="0">
                <a:latin typeface="Times New Roman"/>
                <a:cs typeface="Times New Roman"/>
              </a:rPr>
              <a:t>on</a:t>
            </a:r>
            <a:r>
              <a:rPr lang="en-US" sz="1200" spc="151" dirty="0">
                <a:latin typeface="Times New Roman"/>
                <a:cs typeface="Times New Roman"/>
              </a:rPr>
              <a:t> </a:t>
            </a:r>
            <a:r>
              <a:rPr lang="en-US" sz="1200" dirty="0">
                <a:latin typeface="Times New Roman"/>
                <a:cs typeface="Times New Roman"/>
              </a:rPr>
              <a:t>the</a:t>
            </a:r>
            <a:r>
              <a:rPr lang="en-US" sz="1200" spc="156" dirty="0">
                <a:latin typeface="Times New Roman"/>
                <a:cs typeface="Times New Roman"/>
              </a:rPr>
              <a:t> </a:t>
            </a:r>
            <a:r>
              <a:rPr lang="en-US" sz="1200" dirty="0">
                <a:latin typeface="Times New Roman"/>
                <a:cs typeface="Times New Roman"/>
              </a:rPr>
              <a:t>camera</a:t>
            </a:r>
            <a:r>
              <a:rPr lang="en-US" sz="1200" spc="170" dirty="0">
                <a:latin typeface="Times New Roman"/>
                <a:cs typeface="Times New Roman"/>
              </a:rPr>
              <a:t> </a:t>
            </a:r>
            <a:r>
              <a:rPr lang="en-US" sz="1200" dirty="0">
                <a:latin typeface="Times New Roman"/>
                <a:cs typeface="Times New Roman"/>
              </a:rPr>
              <a:t>feed</a:t>
            </a:r>
            <a:r>
              <a:rPr lang="en-US" sz="1200" spc="160" dirty="0">
                <a:latin typeface="Times New Roman"/>
                <a:cs typeface="Times New Roman"/>
              </a:rPr>
              <a:t> </a:t>
            </a:r>
            <a:r>
              <a:rPr lang="en-US" sz="1200" dirty="0">
                <a:latin typeface="Times New Roman"/>
                <a:cs typeface="Times New Roman"/>
              </a:rPr>
              <a:t>that</a:t>
            </a:r>
            <a:r>
              <a:rPr lang="en-US" sz="1200" spc="151" dirty="0">
                <a:latin typeface="Times New Roman"/>
                <a:cs typeface="Times New Roman"/>
              </a:rPr>
              <a:t> </a:t>
            </a:r>
            <a:r>
              <a:rPr lang="en-US" sz="1200" dirty="0">
                <a:latin typeface="Times New Roman"/>
                <a:cs typeface="Times New Roman"/>
              </a:rPr>
              <a:t>represents</a:t>
            </a:r>
            <a:r>
              <a:rPr lang="en-US" sz="1200" spc="165" dirty="0">
                <a:latin typeface="Times New Roman"/>
                <a:cs typeface="Times New Roman"/>
              </a:rPr>
              <a:t> </a:t>
            </a:r>
            <a:r>
              <a:rPr lang="en-US" sz="1200" dirty="0">
                <a:latin typeface="Times New Roman"/>
                <a:cs typeface="Times New Roman"/>
              </a:rPr>
              <a:t>the</a:t>
            </a:r>
            <a:r>
              <a:rPr lang="en-US" sz="1200" spc="170" dirty="0">
                <a:latin typeface="Times New Roman"/>
                <a:cs typeface="Times New Roman"/>
              </a:rPr>
              <a:t> </a:t>
            </a:r>
            <a:r>
              <a:rPr lang="en-US" sz="1200" dirty="0">
                <a:latin typeface="Times New Roman"/>
                <a:cs typeface="Times New Roman"/>
              </a:rPr>
              <a:t>computer</a:t>
            </a:r>
            <a:r>
              <a:rPr lang="en-US" sz="1200" spc="156" dirty="0">
                <a:latin typeface="Times New Roman"/>
                <a:cs typeface="Times New Roman"/>
              </a:rPr>
              <a:t> </a:t>
            </a:r>
            <a:r>
              <a:rPr lang="en-US" sz="1200" dirty="0">
                <a:latin typeface="Times New Roman"/>
                <a:cs typeface="Times New Roman"/>
              </a:rPr>
              <a:t>window,</a:t>
            </a:r>
            <a:r>
              <a:rPr lang="en-US" sz="1200" spc="160" dirty="0">
                <a:latin typeface="Times New Roman"/>
                <a:cs typeface="Times New Roman"/>
              </a:rPr>
              <a:t> </a:t>
            </a:r>
            <a:r>
              <a:rPr lang="en-US" sz="1200" dirty="0">
                <a:latin typeface="Times New Roman"/>
                <a:cs typeface="Times New Roman"/>
              </a:rPr>
              <a:t>and</a:t>
            </a:r>
            <a:r>
              <a:rPr lang="en-US" sz="1200" spc="160" dirty="0">
                <a:latin typeface="Times New Roman"/>
                <a:cs typeface="Times New Roman"/>
              </a:rPr>
              <a:t> </a:t>
            </a:r>
            <a:r>
              <a:rPr lang="en-US" sz="1200" dirty="0">
                <a:latin typeface="Times New Roman"/>
                <a:cs typeface="Times New Roman"/>
              </a:rPr>
              <a:t>within</a:t>
            </a:r>
            <a:r>
              <a:rPr lang="en-US" sz="1200" spc="156" dirty="0">
                <a:latin typeface="Times New Roman"/>
                <a:cs typeface="Times New Roman"/>
              </a:rPr>
              <a:t> </a:t>
            </a:r>
            <a:r>
              <a:rPr lang="en-US" sz="1200" dirty="0">
                <a:latin typeface="Times New Roman"/>
                <a:cs typeface="Times New Roman"/>
              </a:rPr>
              <a:t>this</a:t>
            </a:r>
            <a:r>
              <a:rPr lang="en-US" sz="1200" spc="165" dirty="0">
                <a:latin typeface="Times New Roman"/>
                <a:cs typeface="Times New Roman"/>
              </a:rPr>
              <a:t> </a:t>
            </a:r>
            <a:r>
              <a:rPr lang="en-US" sz="1200" dirty="0">
                <a:latin typeface="Times New Roman"/>
                <a:cs typeface="Times New Roman"/>
              </a:rPr>
              <a:t>area</a:t>
            </a:r>
            <a:r>
              <a:rPr lang="en-US" sz="1200" spc="170" dirty="0">
                <a:latin typeface="Times New Roman"/>
                <a:cs typeface="Times New Roman"/>
              </a:rPr>
              <a:t> </a:t>
            </a:r>
            <a:r>
              <a:rPr lang="en-US" sz="1200" spc="-24" dirty="0">
                <a:latin typeface="Times New Roman"/>
                <a:cs typeface="Times New Roman"/>
              </a:rPr>
              <a:t>the </a:t>
            </a:r>
            <a:r>
              <a:rPr lang="en-US" sz="1200" dirty="0">
                <a:latin typeface="Times New Roman"/>
                <a:cs typeface="Times New Roman"/>
              </a:rPr>
              <a:t>user</a:t>
            </a:r>
            <a:r>
              <a:rPr lang="en-US" sz="1200" spc="287" dirty="0">
                <a:latin typeface="Times New Roman"/>
                <a:cs typeface="Times New Roman"/>
              </a:rPr>
              <a:t> </a:t>
            </a:r>
            <a:r>
              <a:rPr lang="en-US" sz="1200" dirty="0">
                <a:latin typeface="Times New Roman"/>
                <a:cs typeface="Times New Roman"/>
              </a:rPr>
              <a:t>can</a:t>
            </a:r>
            <a:r>
              <a:rPr lang="en-US" sz="1200" spc="297" dirty="0">
                <a:latin typeface="Times New Roman"/>
                <a:cs typeface="Times New Roman"/>
              </a:rPr>
              <a:t> </a:t>
            </a:r>
            <a:r>
              <a:rPr lang="en-US" sz="1200" dirty="0">
                <a:latin typeface="Times New Roman"/>
                <a:cs typeface="Times New Roman"/>
              </a:rPr>
              <a:t>move</a:t>
            </a:r>
            <a:r>
              <a:rPr lang="en-US" sz="1200" spc="292" dirty="0">
                <a:latin typeface="Times New Roman"/>
                <a:cs typeface="Times New Roman"/>
              </a:rPr>
              <a:t> </a:t>
            </a:r>
            <a:r>
              <a:rPr lang="en-US" sz="1200" dirty="0">
                <a:latin typeface="Times New Roman"/>
                <a:cs typeface="Times New Roman"/>
              </a:rPr>
              <a:t>their</a:t>
            </a:r>
            <a:r>
              <a:rPr lang="en-US" sz="1200" spc="292" dirty="0">
                <a:latin typeface="Times New Roman"/>
                <a:cs typeface="Times New Roman"/>
              </a:rPr>
              <a:t> </a:t>
            </a:r>
            <a:r>
              <a:rPr lang="en-US" sz="1200" dirty="0">
                <a:latin typeface="Times New Roman"/>
                <a:cs typeface="Times New Roman"/>
              </a:rPr>
              <a:t>fingertip</a:t>
            </a:r>
            <a:r>
              <a:rPr lang="en-US" sz="1200" spc="282" dirty="0">
                <a:latin typeface="Times New Roman"/>
                <a:cs typeface="Times New Roman"/>
              </a:rPr>
              <a:t> </a:t>
            </a:r>
            <a:r>
              <a:rPr lang="en-US" sz="1200" dirty="0">
                <a:latin typeface="Times New Roman"/>
                <a:cs typeface="Times New Roman"/>
              </a:rPr>
              <a:t>to</a:t>
            </a:r>
            <a:r>
              <a:rPr lang="en-US" sz="1200" spc="306" dirty="0">
                <a:latin typeface="Times New Roman"/>
                <a:cs typeface="Times New Roman"/>
              </a:rPr>
              <a:t> </a:t>
            </a:r>
            <a:r>
              <a:rPr lang="en-US" sz="1200" dirty="0">
                <a:latin typeface="Times New Roman"/>
                <a:cs typeface="Times New Roman"/>
              </a:rPr>
              <a:t>guide</a:t>
            </a:r>
            <a:r>
              <a:rPr lang="en-US" sz="1200" spc="287" dirty="0">
                <a:latin typeface="Times New Roman"/>
                <a:cs typeface="Times New Roman"/>
              </a:rPr>
              <a:t> </a:t>
            </a:r>
            <a:r>
              <a:rPr lang="en-US" sz="1200" dirty="0">
                <a:latin typeface="Times New Roman"/>
                <a:cs typeface="Times New Roman"/>
              </a:rPr>
              <a:t>the</a:t>
            </a:r>
            <a:r>
              <a:rPr lang="en-US" sz="1200" spc="292" dirty="0">
                <a:latin typeface="Times New Roman"/>
                <a:cs typeface="Times New Roman"/>
              </a:rPr>
              <a:t> </a:t>
            </a:r>
            <a:r>
              <a:rPr lang="en-US" sz="1200" dirty="0">
                <a:latin typeface="Times New Roman"/>
                <a:cs typeface="Times New Roman"/>
              </a:rPr>
              <a:t>mouse</a:t>
            </a:r>
            <a:r>
              <a:rPr lang="en-US" sz="1200" spc="301" dirty="0">
                <a:latin typeface="Times New Roman"/>
                <a:cs typeface="Times New Roman"/>
              </a:rPr>
              <a:t> </a:t>
            </a:r>
            <a:r>
              <a:rPr lang="en-US" sz="1200" dirty="0">
                <a:latin typeface="Times New Roman"/>
                <a:cs typeface="Times New Roman"/>
              </a:rPr>
              <a:t>pointer</a:t>
            </a:r>
            <a:r>
              <a:rPr lang="en-US" sz="1200" spc="292" dirty="0">
                <a:latin typeface="Times New Roman"/>
                <a:cs typeface="Times New Roman"/>
              </a:rPr>
              <a:t> </a:t>
            </a:r>
            <a:r>
              <a:rPr lang="en-US" sz="1200" dirty="0">
                <a:latin typeface="Times New Roman"/>
                <a:cs typeface="Times New Roman"/>
              </a:rPr>
              <a:t>across</a:t>
            </a:r>
            <a:r>
              <a:rPr lang="en-US" sz="1200" spc="297" dirty="0">
                <a:latin typeface="Times New Roman"/>
                <a:cs typeface="Times New Roman"/>
              </a:rPr>
              <a:t> </a:t>
            </a:r>
            <a:r>
              <a:rPr lang="en-US" sz="1200" dirty="0">
                <a:latin typeface="Times New Roman"/>
                <a:cs typeface="Times New Roman"/>
              </a:rPr>
              <a:t>the</a:t>
            </a:r>
            <a:r>
              <a:rPr lang="en-US" sz="1200" spc="301" dirty="0">
                <a:latin typeface="Times New Roman"/>
                <a:cs typeface="Times New Roman"/>
              </a:rPr>
              <a:t> </a:t>
            </a:r>
            <a:r>
              <a:rPr lang="en-US" sz="1200" dirty="0">
                <a:latin typeface="Times New Roman"/>
                <a:cs typeface="Times New Roman"/>
              </a:rPr>
              <a:t>screen.</a:t>
            </a:r>
            <a:r>
              <a:rPr lang="en-US" sz="1200" spc="297" dirty="0">
                <a:latin typeface="Times New Roman"/>
                <a:cs typeface="Times New Roman"/>
              </a:rPr>
              <a:t> </a:t>
            </a:r>
            <a:r>
              <a:rPr lang="en-US" sz="1200" dirty="0">
                <a:latin typeface="Times New Roman"/>
                <a:cs typeface="Times New Roman"/>
              </a:rPr>
              <a:t>Once</a:t>
            </a:r>
            <a:r>
              <a:rPr lang="en-US" sz="1200" spc="301" dirty="0">
                <a:latin typeface="Times New Roman"/>
                <a:cs typeface="Times New Roman"/>
              </a:rPr>
              <a:t> </a:t>
            </a:r>
            <a:r>
              <a:rPr lang="en-US" sz="1200" dirty="0">
                <a:latin typeface="Times New Roman"/>
                <a:cs typeface="Times New Roman"/>
              </a:rPr>
              <a:t>the</a:t>
            </a:r>
            <a:r>
              <a:rPr lang="en-US" sz="1200" spc="301" dirty="0">
                <a:latin typeface="Times New Roman"/>
                <a:cs typeface="Times New Roman"/>
              </a:rPr>
              <a:t> </a:t>
            </a:r>
            <a:r>
              <a:rPr lang="en-US" sz="1200" dirty="0">
                <a:latin typeface="Times New Roman"/>
                <a:cs typeface="Times New Roman"/>
              </a:rPr>
              <a:t>hand</a:t>
            </a:r>
            <a:r>
              <a:rPr lang="en-US" sz="1200" spc="267" dirty="0">
                <a:latin typeface="Times New Roman"/>
                <a:cs typeface="Times New Roman"/>
              </a:rPr>
              <a:t> </a:t>
            </a:r>
            <a:r>
              <a:rPr lang="en-US" sz="1200" spc="-24" dirty="0">
                <a:latin typeface="Times New Roman"/>
                <a:cs typeface="Times New Roman"/>
              </a:rPr>
              <a:t>is </a:t>
            </a:r>
            <a:r>
              <a:rPr lang="en-US" sz="1200" dirty="0">
                <a:latin typeface="Times New Roman"/>
                <a:cs typeface="Times New Roman"/>
              </a:rPr>
              <a:t>detected,</a:t>
            </a:r>
            <a:r>
              <a:rPr lang="en-US" sz="1200" spc="87" dirty="0">
                <a:latin typeface="Times New Roman"/>
                <a:cs typeface="Times New Roman"/>
              </a:rPr>
              <a:t> </a:t>
            </a:r>
            <a:r>
              <a:rPr lang="en-US" sz="1200" dirty="0">
                <a:latin typeface="Times New Roman"/>
                <a:cs typeface="Times New Roman"/>
              </a:rPr>
              <a:t>the</a:t>
            </a:r>
            <a:r>
              <a:rPr lang="en-US" sz="1200" spc="87" dirty="0">
                <a:latin typeface="Times New Roman"/>
                <a:cs typeface="Times New Roman"/>
              </a:rPr>
              <a:t> </a:t>
            </a:r>
            <a:r>
              <a:rPr lang="en-US" sz="1200" dirty="0">
                <a:latin typeface="Times New Roman"/>
                <a:cs typeface="Times New Roman"/>
              </a:rPr>
              <a:t>system</a:t>
            </a:r>
            <a:r>
              <a:rPr lang="en-US" sz="1200" spc="92" dirty="0">
                <a:latin typeface="Times New Roman"/>
                <a:cs typeface="Times New Roman"/>
              </a:rPr>
              <a:t> </a:t>
            </a:r>
            <a:r>
              <a:rPr lang="en-US" sz="1200" dirty="0">
                <a:latin typeface="Times New Roman"/>
                <a:cs typeface="Times New Roman"/>
              </a:rPr>
              <a:t>analyzes</a:t>
            </a:r>
            <a:r>
              <a:rPr lang="en-US" sz="1200" spc="92" dirty="0">
                <a:latin typeface="Times New Roman"/>
                <a:cs typeface="Times New Roman"/>
              </a:rPr>
              <a:t> </a:t>
            </a:r>
            <a:r>
              <a:rPr lang="en-US" sz="1200" dirty="0">
                <a:latin typeface="Times New Roman"/>
                <a:cs typeface="Times New Roman"/>
              </a:rPr>
              <a:t>which</a:t>
            </a:r>
            <a:r>
              <a:rPr lang="en-US" sz="1200" spc="63" dirty="0">
                <a:latin typeface="Times New Roman"/>
                <a:cs typeface="Times New Roman"/>
              </a:rPr>
              <a:t> </a:t>
            </a:r>
            <a:r>
              <a:rPr lang="en-US" sz="1200" dirty="0">
                <a:latin typeface="Times New Roman"/>
                <a:cs typeface="Times New Roman"/>
              </a:rPr>
              <a:t>fingers</a:t>
            </a:r>
            <a:r>
              <a:rPr lang="en-US" sz="1200" spc="92" dirty="0">
                <a:latin typeface="Times New Roman"/>
                <a:cs typeface="Times New Roman"/>
              </a:rPr>
              <a:t> </a:t>
            </a:r>
            <a:r>
              <a:rPr lang="en-US" sz="1200" dirty="0">
                <a:latin typeface="Times New Roman"/>
                <a:cs typeface="Times New Roman"/>
              </a:rPr>
              <a:t>are</a:t>
            </a:r>
            <a:r>
              <a:rPr lang="en-US" sz="1200" spc="87" dirty="0">
                <a:latin typeface="Times New Roman"/>
                <a:cs typeface="Times New Roman"/>
              </a:rPr>
              <a:t> </a:t>
            </a:r>
            <a:r>
              <a:rPr lang="en-US" sz="1200" dirty="0">
                <a:latin typeface="Times New Roman"/>
                <a:cs typeface="Times New Roman"/>
              </a:rPr>
              <a:t>raised</a:t>
            </a:r>
            <a:r>
              <a:rPr lang="en-US" sz="1200" spc="78" dirty="0">
                <a:latin typeface="Times New Roman"/>
                <a:cs typeface="Times New Roman"/>
              </a:rPr>
              <a:t> </a:t>
            </a:r>
            <a:r>
              <a:rPr lang="en-US" sz="1200" dirty="0">
                <a:latin typeface="Times New Roman"/>
                <a:cs typeface="Times New Roman"/>
              </a:rPr>
              <a:t>or</a:t>
            </a:r>
            <a:r>
              <a:rPr lang="en-US" sz="1200" spc="83" dirty="0">
                <a:latin typeface="Times New Roman"/>
                <a:cs typeface="Times New Roman"/>
              </a:rPr>
              <a:t> </a:t>
            </a:r>
            <a:r>
              <a:rPr lang="en-US" sz="1200" dirty="0">
                <a:latin typeface="Times New Roman"/>
                <a:cs typeface="Times New Roman"/>
              </a:rPr>
              <a:t>performing</a:t>
            </a:r>
            <a:r>
              <a:rPr lang="en-US" sz="1200" spc="78" dirty="0">
                <a:latin typeface="Times New Roman"/>
                <a:cs typeface="Times New Roman"/>
              </a:rPr>
              <a:t> </a:t>
            </a:r>
            <a:r>
              <a:rPr lang="en-US" sz="1200" dirty="0">
                <a:latin typeface="Times New Roman"/>
                <a:cs typeface="Times New Roman"/>
              </a:rPr>
              <a:t>a</a:t>
            </a:r>
            <a:r>
              <a:rPr lang="en-US" sz="1200" spc="87" dirty="0">
                <a:latin typeface="Times New Roman"/>
                <a:cs typeface="Times New Roman"/>
              </a:rPr>
              <a:t> </a:t>
            </a:r>
            <a:r>
              <a:rPr lang="en-US" sz="1200" dirty="0">
                <a:latin typeface="Times New Roman"/>
                <a:cs typeface="Times New Roman"/>
              </a:rPr>
              <a:t>gesture,</a:t>
            </a:r>
            <a:r>
              <a:rPr lang="en-US" sz="1200" spc="73" dirty="0">
                <a:latin typeface="Times New Roman"/>
                <a:cs typeface="Times New Roman"/>
              </a:rPr>
              <a:t> </a:t>
            </a:r>
            <a:r>
              <a:rPr lang="en-US" sz="1200" dirty="0">
                <a:latin typeface="Times New Roman"/>
                <a:cs typeface="Times New Roman"/>
              </a:rPr>
              <a:t>and</a:t>
            </a:r>
            <a:r>
              <a:rPr lang="en-US" sz="1200" spc="92" dirty="0">
                <a:latin typeface="Times New Roman"/>
                <a:cs typeface="Times New Roman"/>
              </a:rPr>
              <a:t> </a:t>
            </a:r>
            <a:r>
              <a:rPr lang="en-US" sz="1200" dirty="0">
                <a:latin typeface="Times New Roman"/>
                <a:cs typeface="Times New Roman"/>
              </a:rPr>
              <a:t>based</a:t>
            </a:r>
            <a:r>
              <a:rPr lang="en-US" sz="1200" spc="63" dirty="0">
                <a:latin typeface="Times New Roman"/>
                <a:cs typeface="Times New Roman"/>
              </a:rPr>
              <a:t> </a:t>
            </a:r>
            <a:r>
              <a:rPr lang="en-US" sz="1200" dirty="0">
                <a:latin typeface="Times New Roman"/>
                <a:cs typeface="Times New Roman"/>
              </a:rPr>
              <a:t>on</a:t>
            </a:r>
            <a:r>
              <a:rPr lang="en-US" sz="1200" spc="78" dirty="0">
                <a:latin typeface="Times New Roman"/>
                <a:cs typeface="Times New Roman"/>
              </a:rPr>
              <a:t> </a:t>
            </a:r>
            <a:r>
              <a:rPr lang="en-US" sz="1200" dirty="0">
                <a:latin typeface="Times New Roman"/>
                <a:cs typeface="Times New Roman"/>
              </a:rPr>
              <a:t>that,</a:t>
            </a:r>
            <a:r>
              <a:rPr lang="en-US" sz="1200" spc="92" dirty="0">
                <a:latin typeface="Times New Roman"/>
                <a:cs typeface="Times New Roman"/>
              </a:rPr>
              <a:t> </a:t>
            </a:r>
            <a:r>
              <a:rPr lang="en-US" sz="1200" spc="-24" dirty="0">
                <a:latin typeface="Times New Roman"/>
                <a:cs typeface="Times New Roman"/>
              </a:rPr>
              <a:t>it </a:t>
            </a:r>
            <a:r>
              <a:rPr lang="en-US" sz="1200" dirty="0">
                <a:latin typeface="Times New Roman"/>
                <a:cs typeface="Times New Roman"/>
              </a:rPr>
              <a:t>identifies</a:t>
            </a:r>
            <a:r>
              <a:rPr lang="en-US" sz="1200" spc="83" dirty="0">
                <a:latin typeface="Times New Roman"/>
                <a:cs typeface="Times New Roman"/>
              </a:rPr>
              <a:t> </a:t>
            </a:r>
            <a:r>
              <a:rPr lang="en-US" sz="1200" dirty="0">
                <a:latin typeface="Times New Roman"/>
                <a:cs typeface="Times New Roman"/>
              </a:rPr>
              <a:t>which</a:t>
            </a:r>
            <a:r>
              <a:rPr lang="en-US" sz="1200" spc="78" dirty="0">
                <a:latin typeface="Times New Roman"/>
                <a:cs typeface="Times New Roman"/>
              </a:rPr>
              <a:t> </a:t>
            </a:r>
            <a:r>
              <a:rPr lang="en-US" sz="1200" dirty="0">
                <a:latin typeface="Times New Roman"/>
                <a:cs typeface="Times New Roman"/>
              </a:rPr>
              <a:t>mouse</a:t>
            </a:r>
            <a:r>
              <a:rPr lang="en-US" sz="1200" spc="68" dirty="0">
                <a:latin typeface="Times New Roman"/>
                <a:cs typeface="Times New Roman"/>
              </a:rPr>
              <a:t> </a:t>
            </a:r>
            <a:r>
              <a:rPr lang="en-US" sz="1200" dirty="0">
                <a:latin typeface="Times New Roman"/>
                <a:cs typeface="Times New Roman"/>
              </a:rPr>
              <a:t>operation—such</a:t>
            </a:r>
            <a:r>
              <a:rPr lang="en-US" sz="1200" spc="83" dirty="0">
                <a:latin typeface="Times New Roman"/>
                <a:cs typeface="Times New Roman"/>
              </a:rPr>
              <a:t> </a:t>
            </a:r>
            <a:r>
              <a:rPr lang="en-US" sz="1200" dirty="0">
                <a:latin typeface="Times New Roman"/>
                <a:cs typeface="Times New Roman"/>
              </a:rPr>
              <a:t>as</a:t>
            </a:r>
            <a:r>
              <a:rPr lang="en-US" sz="1200" spc="78" dirty="0">
                <a:latin typeface="Times New Roman"/>
                <a:cs typeface="Times New Roman"/>
              </a:rPr>
              <a:t> </a:t>
            </a:r>
            <a:r>
              <a:rPr lang="en-US" sz="1200" dirty="0">
                <a:latin typeface="Times New Roman"/>
                <a:cs typeface="Times New Roman"/>
              </a:rPr>
              <a:t>clicking,</a:t>
            </a:r>
            <a:r>
              <a:rPr lang="en-US" sz="1200" spc="117" dirty="0">
                <a:latin typeface="Times New Roman"/>
                <a:cs typeface="Times New Roman"/>
              </a:rPr>
              <a:t> </a:t>
            </a:r>
            <a:r>
              <a:rPr lang="en-US" sz="1200" dirty="0">
                <a:latin typeface="Times New Roman"/>
                <a:cs typeface="Times New Roman"/>
              </a:rPr>
              <a:t>dragging,</a:t>
            </a:r>
            <a:r>
              <a:rPr lang="en-US" sz="1200" spc="117" dirty="0">
                <a:latin typeface="Times New Roman"/>
                <a:cs typeface="Times New Roman"/>
              </a:rPr>
              <a:t> </a:t>
            </a:r>
            <a:r>
              <a:rPr lang="en-US" sz="1200" dirty="0">
                <a:latin typeface="Times New Roman"/>
                <a:cs typeface="Times New Roman"/>
              </a:rPr>
              <a:t>or</a:t>
            </a:r>
            <a:r>
              <a:rPr lang="en-US" sz="1200" spc="68" dirty="0">
                <a:latin typeface="Times New Roman"/>
                <a:cs typeface="Times New Roman"/>
              </a:rPr>
              <a:t> </a:t>
            </a:r>
            <a:r>
              <a:rPr lang="en-US" sz="1200" dirty="0">
                <a:latin typeface="Times New Roman"/>
                <a:cs typeface="Times New Roman"/>
              </a:rPr>
              <a:t>scrolling—should</a:t>
            </a:r>
            <a:r>
              <a:rPr lang="en-US" sz="1200" spc="97" dirty="0">
                <a:latin typeface="Times New Roman"/>
                <a:cs typeface="Times New Roman"/>
              </a:rPr>
              <a:t> </a:t>
            </a:r>
            <a:r>
              <a:rPr lang="en-US" sz="1200" dirty="0">
                <a:latin typeface="Times New Roman"/>
                <a:cs typeface="Times New Roman"/>
              </a:rPr>
              <a:t>be</a:t>
            </a:r>
            <a:r>
              <a:rPr lang="en-US" sz="1200" spc="83" dirty="0">
                <a:latin typeface="Times New Roman"/>
                <a:cs typeface="Times New Roman"/>
              </a:rPr>
              <a:t> </a:t>
            </a:r>
            <a:r>
              <a:rPr lang="en-US" sz="1200" spc="-10" dirty="0">
                <a:latin typeface="Times New Roman"/>
                <a:cs typeface="Times New Roman"/>
              </a:rPr>
              <a:t>executed.</a:t>
            </a:r>
            <a:endParaRPr lang="en-US" sz="1200" dirty="0">
              <a:latin typeface="Times New Roman"/>
              <a:cs typeface="Times New Roman"/>
            </a:endParaRPr>
          </a:p>
        </p:txBody>
      </p:sp>
      <p:sp>
        <p:nvSpPr>
          <p:cNvPr id="4" name="object 4"/>
          <p:cNvSpPr/>
          <p:nvPr/>
        </p:nvSpPr>
        <p:spPr>
          <a:xfrm>
            <a:off x="827736"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txBox="1"/>
          <p:nvPr/>
        </p:nvSpPr>
        <p:spPr>
          <a:xfrm>
            <a:off x="814070" y="7163435"/>
            <a:ext cx="6139815" cy="1078865"/>
          </a:xfrm>
          <a:prstGeom prst="rect">
            <a:avLst/>
          </a:prstGeom>
        </p:spPr>
        <p:txBody>
          <a:bodyPr vert="horz" wrap="square" lIns="0" tIns="93345" rIns="0" bIns="0" rtlCol="0">
            <a:spAutoFit/>
          </a:bodyPr>
          <a:lstStyle/>
          <a:p>
            <a:pPr marL="1928495" algn="just">
              <a:lnSpc>
                <a:spcPct val="100000"/>
              </a:lnSpc>
              <a:spcBef>
                <a:spcPts val="735"/>
              </a:spcBef>
            </a:pPr>
            <a:r>
              <a:rPr sz="1200" b="1" dirty="0">
                <a:latin typeface="Times New Roman"/>
                <a:cs typeface="Times New Roman"/>
              </a:rPr>
              <a:t>Figure</a:t>
            </a:r>
            <a:r>
              <a:rPr sz="1200" b="1" spc="-30" dirty="0">
                <a:latin typeface="Times New Roman"/>
                <a:cs typeface="Times New Roman"/>
              </a:rPr>
              <a:t> </a:t>
            </a:r>
            <a:r>
              <a:rPr sz="1200" b="1" dirty="0">
                <a:latin typeface="Times New Roman"/>
                <a:cs typeface="Times New Roman"/>
              </a:rPr>
              <a:t>1.1</a:t>
            </a:r>
            <a:r>
              <a:rPr lang="en-US" sz="1200" b="1" dirty="0">
                <a:latin typeface="Times New Roman"/>
                <a:cs typeface="Times New Roman"/>
              </a:rPr>
              <a:t>:</a:t>
            </a:r>
            <a:r>
              <a:rPr sz="1200" b="1" spc="250" dirty="0">
                <a:latin typeface="Times New Roman"/>
                <a:cs typeface="Times New Roman"/>
              </a:rPr>
              <a:t> </a:t>
            </a:r>
            <a:r>
              <a:rPr sz="1200" dirty="0">
                <a:latin typeface="Times New Roman"/>
                <a:cs typeface="Times New Roman"/>
              </a:rPr>
              <a:t>Hand</a:t>
            </a:r>
            <a:r>
              <a:rPr sz="1200" spc="-25" dirty="0">
                <a:latin typeface="Times New Roman"/>
                <a:cs typeface="Times New Roman"/>
              </a:rPr>
              <a:t> </a:t>
            </a:r>
            <a:r>
              <a:rPr sz="1200" dirty="0">
                <a:latin typeface="Times New Roman"/>
                <a:cs typeface="Times New Roman"/>
              </a:rPr>
              <a:t>Detection</a:t>
            </a:r>
            <a:r>
              <a:rPr sz="1200" spc="-45" dirty="0">
                <a:latin typeface="Times New Roman"/>
                <a:cs typeface="Times New Roman"/>
              </a:rPr>
              <a:t> </a:t>
            </a:r>
            <a:r>
              <a:rPr sz="1200" spc="-10" dirty="0">
                <a:latin typeface="Times New Roman"/>
                <a:cs typeface="Times New Roman"/>
              </a:rPr>
              <a:t>Tracking</a:t>
            </a:r>
            <a:endParaRPr sz="1200" dirty="0">
              <a:latin typeface="Times New Roman"/>
              <a:cs typeface="Times New Roman"/>
            </a:endParaRPr>
          </a:p>
          <a:p>
            <a:pPr marL="12700" marR="5080" indent="456565" algn="just">
              <a:lnSpc>
                <a:spcPct val="143900"/>
              </a:lnSpc>
              <a:spcBef>
                <a:spcPts val="5"/>
              </a:spcBef>
            </a:pPr>
            <a:r>
              <a:rPr sz="1200" dirty="0">
                <a:latin typeface="Times New Roman"/>
                <a:cs typeface="Times New Roman"/>
              </a:rPr>
              <a:t>As</a:t>
            </a:r>
            <a:r>
              <a:rPr sz="1200" spc="-35" dirty="0">
                <a:latin typeface="Times New Roman"/>
                <a:cs typeface="Times New Roman"/>
              </a:rPr>
              <a:t> </a:t>
            </a:r>
            <a:r>
              <a:rPr sz="1200" dirty="0">
                <a:latin typeface="Times New Roman"/>
                <a:cs typeface="Times New Roman"/>
              </a:rPr>
              <a:t>shown</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above</a:t>
            </a:r>
            <a:r>
              <a:rPr sz="1200" spc="-40" dirty="0">
                <a:latin typeface="Times New Roman"/>
                <a:cs typeface="Times New Roman"/>
              </a:rPr>
              <a:t> </a:t>
            </a:r>
            <a:r>
              <a:rPr sz="1200" dirty="0">
                <a:latin typeface="Times New Roman"/>
                <a:cs typeface="Times New Roman"/>
              </a:rPr>
              <a:t>figure</a:t>
            </a:r>
            <a:r>
              <a:rPr sz="1200" spc="-35" dirty="0">
                <a:latin typeface="Times New Roman"/>
                <a:cs typeface="Times New Roman"/>
              </a:rPr>
              <a:t> </a:t>
            </a:r>
            <a:r>
              <a:rPr sz="1200" dirty="0">
                <a:latin typeface="Times New Roman"/>
                <a:cs typeface="Times New Roman"/>
              </a:rPr>
              <a:t>1.1,</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graph</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10" dirty="0">
                <a:latin typeface="Times New Roman"/>
                <a:cs typeface="Times New Roman"/>
              </a:rPr>
              <a:t>connected,</a:t>
            </a:r>
            <a:r>
              <a:rPr sz="1200" spc="-30" dirty="0">
                <a:latin typeface="Times New Roman"/>
                <a:cs typeface="Times New Roman"/>
              </a:rPr>
              <a:t> </a:t>
            </a:r>
            <a:r>
              <a:rPr sz="1200" dirty="0">
                <a:latin typeface="Times New Roman"/>
                <a:cs typeface="Times New Roman"/>
              </a:rPr>
              <a:t>undirected</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contains</a:t>
            </a:r>
            <a:r>
              <a:rPr sz="1200" spc="-35" dirty="0">
                <a:latin typeface="Times New Roman"/>
                <a:cs typeface="Times New Roman"/>
              </a:rPr>
              <a:t> </a:t>
            </a:r>
            <a:r>
              <a:rPr sz="1200" dirty="0">
                <a:latin typeface="Times New Roman"/>
                <a:cs typeface="Times New Roman"/>
              </a:rPr>
              <a:t>21</a:t>
            </a:r>
            <a:r>
              <a:rPr sz="1200" spc="-30" dirty="0">
                <a:latin typeface="Times New Roman"/>
                <a:cs typeface="Times New Roman"/>
              </a:rPr>
              <a:t> </a:t>
            </a:r>
            <a:r>
              <a:rPr sz="1200" spc="-10" dirty="0">
                <a:latin typeface="Times New Roman"/>
                <a:cs typeface="Times New Roman"/>
              </a:rPr>
              <a:t>vertices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20</a:t>
            </a:r>
            <a:r>
              <a:rPr sz="1200" spc="-15" dirty="0">
                <a:latin typeface="Times New Roman"/>
                <a:cs typeface="Times New Roman"/>
              </a:rPr>
              <a:t> </a:t>
            </a:r>
            <a:r>
              <a:rPr sz="1200" dirty="0">
                <a:latin typeface="Times New Roman"/>
                <a:cs typeface="Times New Roman"/>
              </a:rPr>
              <a:t>edges.</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edges</a:t>
            </a:r>
            <a:r>
              <a:rPr sz="1200" spc="-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drawn</a:t>
            </a:r>
            <a:r>
              <a:rPr sz="1200" spc="-10"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green.</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nodes</a:t>
            </a:r>
            <a:r>
              <a:rPr sz="1200" spc="-20"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numbered</a:t>
            </a:r>
            <a:r>
              <a:rPr sz="1200" spc="-15" dirty="0">
                <a:latin typeface="Times New Roman"/>
                <a:cs typeface="Times New Roman"/>
              </a:rPr>
              <a:t> </a:t>
            </a:r>
            <a:r>
              <a:rPr sz="1200" dirty="0">
                <a:latin typeface="Times New Roman"/>
                <a:cs typeface="Times New Roman"/>
              </a:rPr>
              <a:t>from</a:t>
            </a:r>
            <a:r>
              <a:rPr sz="1200" spc="-10" dirty="0">
                <a:latin typeface="Times New Roman"/>
                <a:cs typeface="Times New Roman"/>
              </a:rPr>
              <a:t> </a:t>
            </a:r>
            <a:r>
              <a:rPr sz="1200" dirty="0">
                <a:latin typeface="Times New Roman"/>
                <a:cs typeface="Times New Roman"/>
              </a:rPr>
              <a:t>0</a:t>
            </a:r>
            <a:r>
              <a:rPr sz="1200" spc="-1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20</a:t>
            </a:r>
            <a:r>
              <a:rPr sz="1200" spc="-1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drawn</a:t>
            </a:r>
            <a:r>
              <a:rPr sz="1200" spc="-5" dirty="0">
                <a:latin typeface="Times New Roman"/>
                <a:cs typeface="Times New Roman"/>
              </a:rPr>
              <a:t> </a:t>
            </a:r>
            <a:r>
              <a:rPr sz="1200" spc="-25" dirty="0">
                <a:latin typeface="Times New Roman"/>
                <a:cs typeface="Times New Roman"/>
              </a:rPr>
              <a:t>as </a:t>
            </a:r>
            <a:r>
              <a:rPr sz="1200" dirty="0">
                <a:latin typeface="Times New Roman"/>
                <a:cs typeface="Times New Roman"/>
              </a:rPr>
              <a:t>red</a:t>
            </a:r>
            <a:r>
              <a:rPr sz="1200" spc="-20" dirty="0">
                <a:latin typeface="Times New Roman"/>
                <a:cs typeface="Times New Roman"/>
              </a:rPr>
              <a:t> </a:t>
            </a:r>
            <a:r>
              <a:rPr sz="1200" spc="-10" dirty="0">
                <a:latin typeface="Times New Roman"/>
                <a:cs typeface="Times New Roman"/>
              </a:rPr>
              <a:t>circles.</a:t>
            </a:r>
            <a:endParaRPr sz="1200" dirty="0">
              <a:latin typeface="Times New Roman"/>
              <a:cs typeface="Times New Roman"/>
            </a:endParaRPr>
          </a:p>
        </p:txBody>
      </p:sp>
      <p:pic>
        <p:nvPicPr>
          <p:cNvPr id="6" name="object 6"/>
          <p:cNvPicPr/>
          <p:nvPr/>
        </p:nvPicPr>
        <p:blipFill>
          <a:blip r:embed="rId2" cstate="print"/>
          <a:stretch>
            <a:fillRect/>
          </a:stretch>
        </p:blipFill>
        <p:spPr>
          <a:xfrm>
            <a:off x="1335736" y="3448685"/>
            <a:ext cx="5126345" cy="3574415"/>
          </a:xfrm>
          <a:prstGeom prst="rect">
            <a:avLst/>
          </a:prstGeom>
        </p:spPr>
      </p:pic>
      <p:sp>
        <p:nvSpPr>
          <p:cNvPr id="7" name="object 7"/>
          <p:cNvSpPr txBox="1">
            <a:spLocks noGrp="1"/>
          </p:cNvSpPr>
          <p:nvPr>
            <p:ph type="ftr" sz="quarter" idx="5"/>
          </p:nvPr>
        </p:nvSpPr>
        <p:spPr>
          <a:xfrm>
            <a:off x="806450" y="9972378"/>
            <a:ext cx="1261745" cy="194309"/>
          </a:xfrm>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8" name="object 8"/>
          <p:cNvSpPr txBox="1">
            <a:spLocks noGrp="1"/>
          </p:cNvSpPr>
          <p:nvPr>
            <p:ph type="sldNum" sz="quarter" idx="7"/>
          </p:nvPr>
        </p:nvSpPr>
        <p:spPr>
          <a:xfrm>
            <a:off x="3675457" y="9972378"/>
            <a:ext cx="241300" cy="179536"/>
          </a:xfrm>
          <a:prstGeom prst="rect">
            <a:avLst/>
          </a:prstGeom>
        </p:spPr>
        <p:txBody>
          <a:bodyPr vert="horz" wrap="square" lIns="0" tIns="0" rIns="0" bIns="0" rtlCol="0">
            <a:spAutoFit/>
          </a:bodyPr>
          <a:lstStyle/>
          <a:p>
            <a:pPr marL="76200">
              <a:lnSpc>
                <a:spcPts val="1410"/>
              </a:lnSpc>
            </a:pPr>
            <a:r>
              <a:rPr lang="en-US" spc="-50" dirty="0"/>
              <a:t>3</a:t>
            </a:r>
            <a:endParaRPr spc="-50" dirty="0"/>
          </a:p>
        </p:txBody>
      </p:sp>
      <p:sp>
        <p:nvSpPr>
          <p:cNvPr id="9" name="object 9"/>
          <p:cNvSpPr txBox="1">
            <a:spLocks noGrp="1"/>
          </p:cNvSpPr>
          <p:nvPr>
            <p:ph type="dt" sz="half" idx="6"/>
          </p:nvPr>
        </p:nvSpPr>
        <p:spPr>
          <a:xfrm>
            <a:off x="6420307"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4384" y="516127"/>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6246114" y="516127"/>
            <a:ext cx="77851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Introduction</a:t>
            </a:r>
            <a:endParaRPr sz="1200">
              <a:latin typeface="Times New Roman"/>
              <a:cs typeface="Times New Roman"/>
            </a:endParaRPr>
          </a:p>
        </p:txBody>
      </p:sp>
      <p:sp>
        <p:nvSpPr>
          <p:cNvPr id="4" name="object 4"/>
          <p:cNvSpPr/>
          <p:nvPr/>
        </p:nvSpPr>
        <p:spPr>
          <a:xfrm>
            <a:off x="914400" y="723912"/>
            <a:ext cx="6083935" cy="45085"/>
          </a:xfrm>
          <a:custGeom>
            <a:avLst/>
            <a:gdLst/>
            <a:ahLst/>
            <a:cxnLst/>
            <a:rect l="l" t="t" r="r" b="b"/>
            <a:pathLst>
              <a:path w="6083934" h="45084">
                <a:moveTo>
                  <a:pt x="6074651" y="0"/>
                </a:moveTo>
                <a:lnTo>
                  <a:pt x="0" y="0"/>
                </a:lnTo>
                <a:lnTo>
                  <a:pt x="0" y="6464"/>
                </a:lnTo>
                <a:lnTo>
                  <a:pt x="6074651" y="6464"/>
                </a:lnTo>
                <a:lnTo>
                  <a:pt x="6074651" y="0"/>
                </a:lnTo>
                <a:close/>
              </a:path>
              <a:path w="6083934" h="45084">
                <a:moveTo>
                  <a:pt x="6083351" y="21958"/>
                </a:moveTo>
                <a:lnTo>
                  <a:pt x="6019" y="21958"/>
                </a:lnTo>
                <a:lnTo>
                  <a:pt x="6019" y="45072"/>
                </a:lnTo>
                <a:lnTo>
                  <a:pt x="6083351" y="45072"/>
                </a:lnTo>
                <a:lnTo>
                  <a:pt x="6083351" y="21958"/>
                </a:lnTo>
                <a:close/>
              </a:path>
            </a:pathLst>
          </a:custGeom>
          <a:solidFill>
            <a:srgbClr val="823909"/>
          </a:solidFill>
        </p:spPr>
        <p:txBody>
          <a:bodyPr wrap="square" lIns="0" tIns="0" rIns="0" bIns="0" rtlCol="0"/>
          <a:lstStyle/>
          <a:p>
            <a:endParaRPr/>
          </a:p>
        </p:txBody>
      </p:sp>
      <p:sp>
        <p:nvSpPr>
          <p:cNvPr id="5" name="object 5"/>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6" name="object 6"/>
          <p:cNvSpPr txBox="1"/>
          <p:nvPr/>
        </p:nvSpPr>
        <p:spPr>
          <a:xfrm>
            <a:off x="894384" y="4203700"/>
            <a:ext cx="6137910" cy="801501"/>
          </a:xfrm>
          <a:prstGeom prst="rect">
            <a:avLst/>
          </a:prstGeom>
        </p:spPr>
        <p:txBody>
          <a:bodyPr vert="horz" wrap="square" lIns="0" tIns="12700" rIns="0" bIns="0" rtlCol="0">
            <a:spAutoFit/>
          </a:bodyPr>
          <a:lstStyle/>
          <a:p>
            <a:pPr marL="2062480">
              <a:lnSpc>
                <a:spcPct val="100000"/>
              </a:lnSpc>
              <a:spcBef>
                <a:spcPts val="100"/>
              </a:spcBef>
            </a:pPr>
            <a:r>
              <a:rPr sz="1200" b="1" dirty="0">
                <a:latin typeface="Times New Roman"/>
                <a:cs typeface="Times New Roman"/>
              </a:rPr>
              <a:t>Figure</a:t>
            </a:r>
            <a:r>
              <a:rPr sz="1200" b="1" spc="-40" dirty="0">
                <a:latin typeface="Times New Roman"/>
                <a:cs typeface="Times New Roman"/>
              </a:rPr>
              <a:t> </a:t>
            </a:r>
            <a:r>
              <a:rPr sz="1200" b="1" dirty="0">
                <a:latin typeface="Times New Roman"/>
                <a:cs typeface="Times New Roman"/>
              </a:rPr>
              <a:t>1.2</a:t>
            </a:r>
            <a:r>
              <a:rPr lang="en-US" sz="1200" b="1" dirty="0">
                <a:latin typeface="Times New Roman"/>
                <a:cs typeface="Times New Roman"/>
              </a:rPr>
              <a:t>:</a:t>
            </a:r>
            <a:r>
              <a:rPr sz="1200" b="1" spc="-35" dirty="0">
                <a:latin typeface="Times New Roman"/>
                <a:cs typeface="Times New Roman"/>
              </a:rPr>
              <a:t> </a:t>
            </a:r>
            <a:r>
              <a:rPr sz="1200" dirty="0">
                <a:latin typeface="Times New Roman"/>
                <a:cs typeface="Times New Roman"/>
              </a:rPr>
              <a:t>Methodology</a:t>
            </a:r>
            <a:r>
              <a:rPr sz="1200" spc="-30" dirty="0">
                <a:latin typeface="Times New Roman"/>
                <a:cs typeface="Times New Roman"/>
              </a:rPr>
              <a:t> </a:t>
            </a:r>
            <a:r>
              <a:rPr sz="1200" spc="-10" dirty="0">
                <a:latin typeface="Times New Roman"/>
                <a:cs typeface="Times New Roman"/>
              </a:rPr>
              <a:t>Flowchart</a:t>
            </a:r>
            <a:endParaRPr sz="1200" dirty="0">
              <a:latin typeface="Times New Roman"/>
              <a:cs typeface="Times New Roman"/>
            </a:endParaRPr>
          </a:p>
          <a:p>
            <a:pPr marL="12700" marR="5080" indent="456565">
              <a:lnSpc>
                <a:spcPct val="144200"/>
              </a:lnSpc>
              <a:spcBef>
                <a:spcPts val="790"/>
              </a:spcBef>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above</a:t>
            </a:r>
            <a:r>
              <a:rPr sz="1200" spc="-35" dirty="0">
                <a:latin typeface="Times New Roman"/>
                <a:cs typeface="Times New Roman"/>
              </a:rPr>
              <a:t> </a:t>
            </a:r>
            <a:r>
              <a:rPr sz="1200" dirty="0">
                <a:latin typeface="Times New Roman"/>
                <a:cs typeface="Times New Roman"/>
              </a:rPr>
              <a:t>Figure</a:t>
            </a:r>
            <a:r>
              <a:rPr sz="1200" spc="-35" dirty="0">
                <a:latin typeface="Times New Roman"/>
                <a:cs typeface="Times New Roman"/>
              </a:rPr>
              <a:t> </a:t>
            </a:r>
            <a:r>
              <a:rPr sz="1200" dirty="0">
                <a:latin typeface="Times New Roman"/>
                <a:cs typeface="Times New Roman"/>
              </a:rPr>
              <a:t>1.2</a:t>
            </a:r>
            <a:r>
              <a:rPr sz="1200" spc="-30" dirty="0">
                <a:latin typeface="Times New Roman"/>
                <a:cs typeface="Times New Roman"/>
              </a:rPr>
              <a:t> </a:t>
            </a:r>
            <a:r>
              <a:rPr sz="1200" dirty="0">
                <a:latin typeface="Times New Roman"/>
                <a:cs typeface="Times New Roman"/>
              </a:rPr>
              <a:t>depicts</a:t>
            </a:r>
            <a:r>
              <a:rPr sz="1200" spc="-3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flowchart</a:t>
            </a:r>
            <a:r>
              <a:rPr sz="1200" spc="-30" dirty="0">
                <a:latin typeface="Times New Roman"/>
                <a:cs typeface="Times New Roman"/>
              </a:rPr>
              <a:t> </a:t>
            </a:r>
            <a:r>
              <a:rPr sz="1200" dirty="0">
                <a:latin typeface="Times New Roman"/>
                <a:cs typeface="Times New Roman"/>
              </a:rPr>
              <a:t>illustrating</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general</a:t>
            </a:r>
            <a:r>
              <a:rPr sz="1200" spc="-30" dirty="0">
                <a:latin typeface="Times New Roman"/>
                <a:cs typeface="Times New Roman"/>
              </a:rPr>
              <a:t> </a:t>
            </a:r>
            <a:r>
              <a:rPr sz="1200" dirty="0">
                <a:latin typeface="Times New Roman"/>
                <a:cs typeface="Times New Roman"/>
              </a:rPr>
              <a:t>process</a:t>
            </a:r>
            <a:r>
              <a:rPr sz="1200" spc="-4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recognising</a:t>
            </a:r>
            <a:r>
              <a:rPr sz="1200" spc="-35" dirty="0">
                <a:latin typeface="Times New Roman"/>
                <a:cs typeface="Times New Roman"/>
              </a:rPr>
              <a:t> </a:t>
            </a:r>
            <a:r>
              <a:rPr sz="1200" spc="-20" dirty="0">
                <a:latin typeface="Times New Roman"/>
                <a:cs typeface="Times New Roman"/>
              </a:rPr>
              <a:t>hand </a:t>
            </a:r>
            <a:r>
              <a:rPr sz="1200" dirty="0">
                <a:latin typeface="Times New Roman"/>
                <a:cs typeface="Times New Roman"/>
              </a:rPr>
              <a:t>gesture</a:t>
            </a:r>
            <a:r>
              <a:rPr sz="1200" spc="-25"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spc="-10" dirty="0">
                <a:latin typeface="Times New Roman"/>
                <a:cs typeface="Times New Roman"/>
              </a:rPr>
              <a:t>Open-</a:t>
            </a:r>
            <a:r>
              <a:rPr sz="1200" spc="-25" dirty="0">
                <a:latin typeface="Times New Roman"/>
                <a:cs typeface="Times New Roman"/>
              </a:rPr>
              <a:t>CV.</a:t>
            </a:r>
            <a:endParaRPr sz="1200" dirty="0">
              <a:latin typeface="Times New Roman"/>
              <a:cs typeface="Times New Roman"/>
            </a:endParaRPr>
          </a:p>
        </p:txBody>
      </p:sp>
      <p:sp>
        <p:nvSpPr>
          <p:cNvPr id="7" name="object 7"/>
          <p:cNvSpPr txBox="1"/>
          <p:nvPr/>
        </p:nvSpPr>
        <p:spPr>
          <a:xfrm>
            <a:off x="886764" y="5118100"/>
            <a:ext cx="6148070" cy="5006179"/>
          </a:xfrm>
          <a:prstGeom prst="rect">
            <a:avLst/>
          </a:prstGeom>
        </p:spPr>
        <p:txBody>
          <a:bodyPr vert="horz" wrap="square" lIns="0" tIns="12065" rIns="0" bIns="0" rtlCol="0">
            <a:spAutoFit/>
          </a:bodyPr>
          <a:lstStyle/>
          <a:p>
            <a:pPr marL="24765">
              <a:lnSpc>
                <a:spcPct val="100000"/>
              </a:lnSpc>
              <a:spcBef>
                <a:spcPts val="100"/>
              </a:spcBef>
            </a:pPr>
            <a:r>
              <a:rPr lang="en-US" sz="1600" b="1" dirty="0">
                <a:latin typeface="Times New Roman"/>
                <a:cs typeface="Times New Roman"/>
              </a:rPr>
              <a:t>1.5</a:t>
            </a:r>
            <a:r>
              <a:rPr lang="en-US" sz="1600" b="1" spc="-55" dirty="0">
                <a:latin typeface="Times New Roman"/>
                <a:cs typeface="Times New Roman"/>
              </a:rPr>
              <a:t> </a:t>
            </a:r>
            <a:r>
              <a:rPr lang="en-US" sz="1600" b="1" dirty="0">
                <a:latin typeface="Times New Roman"/>
                <a:cs typeface="Times New Roman"/>
              </a:rPr>
              <a:t>Organization</a:t>
            </a:r>
            <a:r>
              <a:rPr lang="en-US" sz="1600" b="1" spc="-20" dirty="0">
                <a:latin typeface="Times New Roman"/>
                <a:cs typeface="Times New Roman"/>
              </a:rPr>
              <a:t> </a:t>
            </a:r>
            <a:r>
              <a:rPr lang="en-US" sz="1600" b="1" dirty="0">
                <a:latin typeface="Times New Roman"/>
                <a:cs typeface="Times New Roman"/>
              </a:rPr>
              <a:t>of</a:t>
            </a:r>
            <a:r>
              <a:rPr lang="en-US" sz="1600" b="1" spc="-40" dirty="0">
                <a:latin typeface="Times New Roman"/>
                <a:cs typeface="Times New Roman"/>
              </a:rPr>
              <a:t> </a:t>
            </a:r>
            <a:r>
              <a:rPr lang="en-US" sz="1600" b="1" spc="-10" dirty="0">
                <a:latin typeface="Times New Roman"/>
                <a:cs typeface="Times New Roman"/>
              </a:rPr>
              <a:t>Report</a:t>
            </a:r>
            <a:endParaRPr lang="en-US" sz="1600" dirty="0">
              <a:latin typeface="Times New Roman"/>
              <a:cs typeface="Times New Roman"/>
            </a:endParaRPr>
          </a:p>
          <a:p>
            <a:pPr marL="24765" marR="5080" algn="just">
              <a:lnSpc>
                <a:spcPct val="147300"/>
              </a:lnSpc>
              <a:spcBef>
                <a:spcPts val="735"/>
              </a:spcBef>
            </a:pPr>
            <a:r>
              <a:rPr lang="en-US" sz="1200" b="1" dirty="0">
                <a:latin typeface="Times New Roman"/>
                <a:cs typeface="Times New Roman"/>
              </a:rPr>
              <a:t>Chapter</a:t>
            </a:r>
            <a:r>
              <a:rPr lang="en-US" sz="1200" b="1" spc="25" dirty="0">
                <a:latin typeface="Times New Roman"/>
                <a:cs typeface="Times New Roman"/>
              </a:rPr>
              <a:t> </a:t>
            </a:r>
            <a:r>
              <a:rPr lang="en-US" sz="1200" b="1" dirty="0">
                <a:latin typeface="Times New Roman"/>
                <a:cs typeface="Times New Roman"/>
              </a:rPr>
              <a:t>1:</a:t>
            </a:r>
            <a:r>
              <a:rPr lang="en-US" sz="1200" b="1" spc="30" dirty="0">
                <a:latin typeface="Times New Roman"/>
                <a:cs typeface="Times New Roman"/>
              </a:rPr>
              <a:t> </a:t>
            </a:r>
            <a:r>
              <a:rPr lang="en-US" sz="1200" dirty="0">
                <a:latin typeface="Times New Roman"/>
                <a:cs typeface="Times New Roman"/>
              </a:rPr>
              <a:t>It</a:t>
            </a:r>
            <a:r>
              <a:rPr lang="en-US" sz="1200" spc="20" dirty="0">
                <a:latin typeface="Times New Roman"/>
                <a:cs typeface="Times New Roman"/>
              </a:rPr>
              <a:t> </a:t>
            </a:r>
            <a:r>
              <a:rPr lang="en-US" sz="1200" dirty="0">
                <a:latin typeface="Times New Roman"/>
                <a:cs typeface="Times New Roman"/>
              </a:rPr>
              <a:t>includes</a:t>
            </a:r>
            <a:r>
              <a:rPr lang="en-US" sz="1200" spc="20" dirty="0">
                <a:latin typeface="Times New Roman"/>
                <a:cs typeface="Times New Roman"/>
              </a:rPr>
              <a:t> </a:t>
            </a:r>
            <a:r>
              <a:rPr lang="en-US" sz="1200" dirty="0">
                <a:latin typeface="Times New Roman"/>
                <a:cs typeface="Times New Roman"/>
              </a:rPr>
              <a:t>the</a:t>
            </a:r>
            <a:r>
              <a:rPr lang="en-US" sz="1200" spc="40" dirty="0">
                <a:latin typeface="Times New Roman"/>
                <a:cs typeface="Times New Roman"/>
              </a:rPr>
              <a:t> </a:t>
            </a:r>
            <a:r>
              <a:rPr lang="en-US" sz="1200" dirty="0">
                <a:latin typeface="Times New Roman"/>
                <a:cs typeface="Times New Roman"/>
              </a:rPr>
              <a:t>basic</a:t>
            </a:r>
            <a:r>
              <a:rPr lang="en-US" sz="1200" spc="30" dirty="0">
                <a:latin typeface="Times New Roman"/>
                <a:cs typeface="Times New Roman"/>
              </a:rPr>
              <a:t> </a:t>
            </a:r>
            <a:r>
              <a:rPr lang="en-US" sz="1200" dirty="0">
                <a:latin typeface="Times New Roman"/>
                <a:cs typeface="Times New Roman"/>
              </a:rPr>
              <a:t>introduction</a:t>
            </a:r>
            <a:r>
              <a:rPr lang="en-US" sz="1200" spc="20" dirty="0">
                <a:latin typeface="Times New Roman"/>
                <a:cs typeface="Times New Roman"/>
              </a:rPr>
              <a:t> </a:t>
            </a:r>
            <a:r>
              <a:rPr lang="en-US" sz="1200" dirty="0">
                <a:latin typeface="Times New Roman"/>
                <a:cs typeface="Times New Roman"/>
              </a:rPr>
              <a:t>of</a:t>
            </a:r>
            <a:r>
              <a:rPr lang="en-US" sz="1200" spc="40" dirty="0">
                <a:latin typeface="Times New Roman"/>
                <a:cs typeface="Times New Roman"/>
              </a:rPr>
              <a:t> </a:t>
            </a:r>
            <a:r>
              <a:rPr lang="en-US" sz="1200" dirty="0">
                <a:latin typeface="Times New Roman"/>
                <a:cs typeface="Times New Roman"/>
              </a:rPr>
              <a:t>the</a:t>
            </a:r>
            <a:r>
              <a:rPr lang="en-US" sz="1200" spc="40" dirty="0">
                <a:latin typeface="Times New Roman"/>
                <a:cs typeface="Times New Roman"/>
              </a:rPr>
              <a:t> </a:t>
            </a:r>
            <a:r>
              <a:rPr lang="en-US" sz="1200" dirty="0">
                <a:latin typeface="Times New Roman"/>
                <a:cs typeface="Times New Roman"/>
              </a:rPr>
              <a:t>project</a:t>
            </a:r>
            <a:r>
              <a:rPr lang="en-US" sz="1200" spc="30" dirty="0">
                <a:latin typeface="Times New Roman"/>
                <a:cs typeface="Times New Roman"/>
              </a:rPr>
              <a:t> </a:t>
            </a:r>
            <a:r>
              <a:rPr lang="en-US" sz="1200" dirty="0">
                <a:latin typeface="Times New Roman"/>
                <a:cs typeface="Times New Roman"/>
              </a:rPr>
              <a:t>problem</a:t>
            </a:r>
            <a:r>
              <a:rPr lang="en-US" sz="1200" spc="25" dirty="0">
                <a:latin typeface="Times New Roman"/>
                <a:cs typeface="Times New Roman"/>
              </a:rPr>
              <a:t> </a:t>
            </a:r>
            <a:r>
              <a:rPr lang="en-US" sz="1200" dirty="0">
                <a:latin typeface="Times New Roman"/>
                <a:cs typeface="Times New Roman"/>
              </a:rPr>
              <a:t>statement</a:t>
            </a:r>
            <a:r>
              <a:rPr lang="en-US" sz="1200" spc="10" dirty="0">
                <a:latin typeface="Times New Roman"/>
                <a:cs typeface="Times New Roman"/>
              </a:rPr>
              <a:t> </a:t>
            </a:r>
            <a:r>
              <a:rPr lang="en-US" sz="1200" dirty="0">
                <a:latin typeface="Times New Roman"/>
                <a:cs typeface="Times New Roman"/>
              </a:rPr>
              <a:t>includes</a:t>
            </a:r>
            <a:r>
              <a:rPr lang="en-US" sz="1200" spc="30" dirty="0">
                <a:latin typeface="Times New Roman"/>
                <a:cs typeface="Times New Roman"/>
              </a:rPr>
              <a:t> </a:t>
            </a:r>
            <a:r>
              <a:rPr lang="en-US" sz="1200" dirty="0">
                <a:latin typeface="Times New Roman"/>
                <a:cs typeface="Times New Roman"/>
              </a:rPr>
              <a:t>the</a:t>
            </a:r>
            <a:r>
              <a:rPr lang="en-US" sz="1200" spc="30" dirty="0">
                <a:latin typeface="Times New Roman"/>
                <a:cs typeface="Times New Roman"/>
              </a:rPr>
              <a:t> </a:t>
            </a:r>
            <a:r>
              <a:rPr lang="en-US" sz="1200" dirty="0">
                <a:latin typeface="Times New Roman"/>
                <a:cs typeface="Times New Roman"/>
              </a:rPr>
              <a:t>issues</a:t>
            </a:r>
            <a:r>
              <a:rPr lang="en-US" sz="1200" spc="35" dirty="0">
                <a:latin typeface="Times New Roman"/>
                <a:cs typeface="Times New Roman"/>
              </a:rPr>
              <a:t> </a:t>
            </a:r>
            <a:r>
              <a:rPr lang="en-US" sz="1200" spc="-20" dirty="0">
                <a:latin typeface="Times New Roman"/>
                <a:cs typeface="Times New Roman"/>
              </a:rPr>
              <a:t>that </a:t>
            </a:r>
            <a:r>
              <a:rPr lang="en-US" sz="1200" dirty="0">
                <a:latin typeface="Times New Roman"/>
                <a:cs typeface="Times New Roman"/>
              </a:rPr>
              <a:t>our</a:t>
            </a:r>
            <a:r>
              <a:rPr lang="en-US" sz="1200" spc="-5" dirty="0">
                <a:latin typeface="Times New Roman"/>
                <a:cs typeface="Times New Roman"/>
              </a:rPr>
              <a:t> </a:t>
            </a:r>
            <a:r>
              <a:rPr lang="en-US" sz="1200" dirty="0">
                <a:latin typeface="Times New Roman"/>
                <a:cs typeface="Times New Roman"/>
              </a:rPr>
              <a:t>project addresses</a:t>
            </a:r>
            <a:r>
              <a:rPr lang="en-US" sz="1200" spc="10" dirty="0">
                <a:latin typeface="Times New Roman"/>
                <a:cs typeface="Times New Roman"/>
              </a:rPr>
              <a:t> </a:t>
            </a:r>
            <a:r>
              <a:rPr lang="en-US" sz="1200" dirty="0">
                <a:latin typeface="Times New Roman"/>
                <a:cs typeface="Times New Roman"/>
              </a:rPr>
              <a:t>including</a:t>
            </a:r>
            <a:r>
              <a:rPr lang="en-US" sz="1200" spc="15" dirty="0">
                <a:latin typeface="Times New Roman"/>
                <a:cs typeface="Times New Roman"/>
              </a:rPr>
              <a:t> </a:t>
            </a:r>
            <a:r>
              <a:rPr lang="en-US" sz="1200" dirty="0">
                <a:latin typeface="Times New Roman"/>
                <a:cs typeface="Times New Roman"/>
              </a:rPr>
              <a:t>the</a:t>
            </a:r>
            <a:r>
              <a:rPr lang="en-US" sz="1200" spc="5" dirty="0">
                <a:latin typeface="Times New Roman"/>
                <a:cs typeface="Times New Roman"/>
              </a:rPr>
              <a:t> </a:t>
            </a:r>
            <a:r>
              <a:rPr lang="en-US" sz="1200" dirty="0">
                <a:latin typeface="Times New Roman"/>
                <a:cs typeface="Times New Roman"/>
              </a:rPr>
              <a:t>main</a:t>
            </a:r>
            <a:r>
              <a:rPr lang="en-US" sz="1200" spc="10" dirty="0">
                <a:latin typeface="Times New Roman"/>
                <a:cs typeface="Times New Roman"/>
              </a:rPr>
              <a:t> </a:t>
            </a:r>
            <a:r>
              <a:rPr lang="en-US" sz="1200" dirty="0">
                <a:latin typeface="Times New Roman"/>
                <a:cs typeface="Times New Roman"/>
              </a:rPr>
              <a:t>aim</a:t>
            </a:r>
            <a:r>
              <a:rPr lang="en-US" sz="1200" spc="5" dirty="0">
                <a:latin typeface="Times New Roman"/>
                <a:cs typeface="Times New Roman"/>
              </a:rPr>
              <a:t> </a:t>
            </a:r>
            <a:r>
              <a:rPr lang="en-US" sz="1200" dirty="0">
                <a:latin typeface="Times New Roman"/>
                <a:cs typeface="Times New Roman"/>
              </a:rPr>
              <a:t>of</a:t>
            </a:r>
            <a:r>
              <a:rPr lang="en-US" sz="1200" spc="25" dirty="0">
                <a:latin typeface="Times New Roman"/>
                <a:cs typeface="Times New Roman"/>
              </a:rPr>
              <a:t> </a:t>
            </a:r>
            <a:r>
              <a:rPr lang="en-US" sz="1200" dirty="0">
                <a:latin typeface="Times New Roman"/>
                <a:cs typeface="Times New Roman"/>
              </a:rPr>
              <a:t>the</a:t>
            </a:r>
            <a:r>
              <a:rPr lang="en-US" sz="1200" spc="15" dirty="0">
                <a:latin typeface="Times New Roman"/>
                <a:cs typeface="Times New Roman"/>
              </a:rPr>
              <a:t> </a:t>
            </a:r>
            <a:r>
              <a:rPr lang="en-US" sz="1200" dirty="0">
                <a:latin typeface="Times New Roman"/>
                <a:cs typeface="Times New Roman"/>
              </a:rPr>
              <a:t>project.</a:t>
            </a:r>
            <a:r>
              <a:rPr lang="en-US" sz="1200" spc="15" dirty="0">
                <a:latin typeface="Times New Roman"/>
                <a:cs typeface="Times New Roman"/>
              </a:rPr>
              <a:t> </a:t>
            </a:r>
            <a:r>
              <a:rPr lang="en-US" sz="1200" dirty="0">
                <a:latin typeface="Times New Roman"/>
                <a:cs typeface="Times New Roman"/>
              </a:rPr>
              <a:t>The</a:t>
            </a:r>
            <a:r>
              <a:rPr lang="en-US" sz="1200" spc="15" dirty="0">
                <a:latin typeface="Times New Roman"/>
                <a:cs typeface="Times New Roman"/>
              </a:rPr>
              <a:t> </a:t>
            </a:r>
            <a:r>
              <a:rPr lang="en-US" sz="1200" dirty="0">
                <a:latin typeface="Times New Roman"/>
                <a:cs typeface="Times New Roman"/>
              </a:rPr>
              <a:t>Methodology</a:t>
            </a:r>
            <a:r>
              <a:rPr lang="en-US" sz="1200" spc="-5" dirty="0">
                <a:latin typeface="Times New Roman"/>
                <a:cs typeface="Times New Roman"/>
              </a:rPr>
              <a:t> </a:t>
            </a:r>
            <a:r>
              <a:rPr lang="en-US" sz="1200" dirty="0">
                <a:latin typeface="Times New Roman"/>
                <a:cs typeface="Times New Roman"/>
              </a:rPr>
              <a:t>have</a:t>
            </a:r>
            <a:r>
              <a:rPr lang="en-US" sz="1200" spc="10" dirty="0">
                <a:latin typeface="Times New Roman"/>
                <a:cs typeface="Times New Roman"/>
              </a:rPr>
              <a:t> </a:t>
            </a:r>
            <a:r>
              <a:rPr lang="en-US" sz="1200" dirty="0">
                <a:latin typeface="Times New Roman"/>
                <a:cs typeface="Times New Roman"/>
              </a:rPr>
              <a:t>methods</a:t>
            </a:r>
            <a:r>
              <a:rPr lang="en-US" sz="1200" spc="10" dirty="0">
                <a:latin typeface="Times New Roman"/>
                <a:cs typeface="Times New Roman"/>
              </a:rPr>
              <a:t> </a:t>
            </a:r>
            <a:r>
              <a:rPr lang="en-US" sz="1200" dirty="0">
                <a:latin typeface="Times New Roman"/>
                <a:cs typeface="Times New Roman"/>
              </a:rPr>
              <a:t>that </a:t>
            </a:r>
            <a:r>
              <a:rPr lang="en-US" sz="1200" spc="-20" dirty="0">
                <a:latin typeface="Times New Roman"/>
                <a:cs typeface="Times New Roman"/>
              </a:rPr>
              <a:t>have </a:t>
            </a:r>
            <a:r>
              <a:rPr lang="en-US" sz="1200" dirty="0">
                <a:latin typeface="Times New Roman"/>
                <a:cs typeface="Times New Roman"/>
              </a:rPr>
              <a:t>been</a:t>
            </a:r>
            <a:r>
              <a:rPr lang="en-US" sz="1200" spc="35" dirty="0">
                <a:latin typeface="Times New Roman"/>
                <a:cs typeface="Times New Roman"/>
              </a:rPr>
              <a:t> </a:t>
            </a:r>
            <a:r>
              <a:rPr lang="en-US" sz="1200" dirty="0">
                <a:latin typeface="Times New Roman"/>
                <a:cs typeface="Times New Roman"/>
              </a:rPr>
              <a:t>used</a:t>
            </a:r>
            <a:r>
              <a:rPr lang="en-US" sz="1200" spc="5" dirty="0">
                <a:latin typeface="Times New Roman"/>
                <a:cs typeface="Times New Roman"/>
              </a:rPr>
              <a:t> </a:t>
            </a:r>
            <a:r>
              <a:rPr lang="en-US" sz="1200" dirty="0">
                <a:latin typeface="Times New Roman"/>
                <a:cs typeface="Times New Roman"/>
              </a:rPr>
              <a:t>to</a:t>
            </a:r>
            <a:r>
              <a:rPr lang="en-US" sz="1200" spc="20" dirty="0">
                <a:latin typeface="Times New Roman"/>
                <a:cs typeface="Times New Roman"/>
              </a:rPr>
              <a:t> </a:t>
            </a:r>
            <a:r>
              <a:rPr lang="en-US" sz="1200" dirty="0">
                <a:latin typeface="Times New Roman"/>
                <a:cs typeface="Times New Roman"/>
              </a:rPr>
              <a:t>achieve</a:t>
            </a:r>
            <a:r>
              <a:rPr lang="en-US" sz="1200" spc="55" dirty="0">
                <a:latin typeface="Times New Roman"/>
                <a:cs typeface="Times New Roman"/>
              </a:rPr>
              <a:t> </a:t>
            </a:r>
            <a:r>
              <a:rPr lang="en-US" sz="1200" dirty="0">
                <a:latin typeface="Times New Roman"/>
                <a:cs typeface="Times New Roman"/>
              </a:rPr>
              <a:t>its</a:t>
            </a:r>
            <a:r>
              <a:rPr lang="en-US" sz="1200" spc="45" dirty="0">
                <a:latin typeface="Times New Roman"/>
                <a:cs typeface="Times New Roman"/>
              </a:rPr>
              <a:t> </a:t>
            </a:r>
            <a:r>
              <a:rPr lang="en-US" sz="1200" spc="-20" dirty="0">
                <a:latin typeface="Times New Roman"/>
                <a:cs typeface="Times New Roman"/>
              </a:rPr>
              <a:t>goal.</a:t>
            </a:r>
            <a:endParaRPr lang="en-US" sz="1200" dirty="0">
              <a:latin typeface="Times New Roman"/>
              <a:cs typeface="Times New Roman"/>
            </a:endParaRPr>
          </a:p>
          <a:p>
            <a:pPr marL="12700" marR="41910">
              <a:lnSpc>
                <a:spcPts val="2030"/>
              </a:lnSpc>
              <a:spcBef>
                <a:spcPts val="170"/>
              </a:spcBef>
            </a:pPr>
            <a:r>
              <a:rPr lang="en-US" sz="1200" b="1" dirty="0">
                <a:latin typeface="Times New Roman"/>
                <a:cs typeface="Times New Roman"/>
              </a:rPr>
              <a:t>Chapter</a:t>
            </a:r>
            <a:r>
              <a:rPr lang="en-US" sz="1200" b="1" spc="85" dirty="0">
                <a:latin typeface="Times New Roman"/>
                <a:cs typeface="Times New Roman"/>
              </a:rPr>
              <a:t> </a:t>
            </a:r>
            <a:r>
              <a:rPr lang="en-US" sz="1200" b="1" dirty="0">
                <a:latin typeface="Times New Roman"/>
                <a:cs typeface="Times New Roman"/>
              </a:rPr>
              <a:t>2:</a:t>
            </a:r>
            <a:r>
              <a:rPr lang="en-US" sz="1200" b="1" spc="105" dirty="0">
                <a:latin typeface="Times New Roman"/>
                <a:cs typeface="Times New Roman"/>
              </a:rPr>
              <a:t> </a:t>
            </a:r>
            <a:r>
              <a:rPr lang="en-US" sz="1200" dirty="0">
                <a:latin typeface="Times New Roman"/>
                <a:cs typeface="Times New Roman"/>
              </a:rPr>
              <a:t>In</a:t>
            </a:r>
            <a:r>
              <a:rPr lang="en-US" sz="1200" spc="65" dirty="0">
                <a:latin typeface="Times New Roman"/>
                <a:cs typeface="Times New Roman"/>
              </a:rPr>
              <a:t> </a:t>
            </a:r>
            <a:r>
              <a:rPr lang="en-US" sz="1200" dirty="0">
                <a:latin typeface="Times New Roman"/>
                <a:cs typeface="Times New Roman"/>
              </a:rPr>
              <a:t>this</a:t>
            </a:r>
            <a:r>
              <a:rPr lang="en-US" sz="1200" spc="60" dirty="0">
                <a:latin typeface="Times New Roman"/>
                <a:cs typeface="Times New Roman"/>
              </a:rPr>
              <a:t> </a:t>
            </a:r>
            <a:r>
              <a:rPr lang="en-US" sz="1200" dirty="0">
                <a:latin typeface="Times New Roman"/>
                <a:cs typeface="Times New Roman"/>
              </a:rPr>
              <a:t>chapter,</a:t>
            </a:r>
            <a:r>
              <a:rPr lang="en-US" sz="1200" spc="75" dirty="0">
                <a:latin typeface="Times New Roman"/>
                <a:cs typeface="Times New Roman"/>
              </a:rPr>
              <a:t> </a:t>
            </a:r>
            <a:r>
              <a:rPr lang="en-US" sz="1200" dirty="0">
                <a:latin typeface="Times New Roman"/>
                <a:cs typeface="Times New Roman"/>
              </a:rPr>
              <a:t>the</a:t>
            </a:r>
            <a:r>
              <a:rPr lang="en-US" sz="1200" spc="70" dirty="0">
                <a:latin typeface="Times New Roman"/>
                <a:cs typeface="Times New Roman"/>
              </a:rPr>
              <a:t> </a:t>
            </a:r>
            <a:r>
              <a:rPr lang="en-US" sz="1200" dirty="0">
                <a:latin typeface="Times New Roman"/>
                <a:cs typeface="Times New Roman"/>
              </a:rPr>
              <a:t>fundamental</a:t>
            </a:r>
            <a:r>
              <a:rPr lang="en-US" sz="1200" spc="80" dirty="0">
                <a:latin typeface="Times New Roman"/>
                <a:cs typeface="Times New Roman"/>
              </a:rPr>
              <a:t> </a:t>
            </a:r>
            <a:r>
              <a:rPr lang="en-US" sz="1200" dirty="0">
                <a:latin typeface="Times New Roman"/>
                <a:cs typeface="Times New Roman"/>
              </a:rPr>
              <a:t>knowledge</a:t>
            </a:r>
            <a:r>
              <a:rPr lang="en-US" sz="1200" spc="90" dirty="0">
                <a:latin typeface="Times New Roman"/>
                <a:cs typeface="Times New Roman"/>
              </a:rPr>
              <a:t> </a:t>
            </a:r>
            <a:r>
              <a:rPr lang="en-US" sz="1200" dirty="0">
                <a:latin typeface="Times New Roman"/>
                <a:cs typeface="Times New Roman"/>
              </a:rPr>
              <a:t>behind</a:t>
            </a:r>
            <a:r>
              <a:rPr lang="en-US" sz="1200" spc="75" dirty="0">
                <a:latin typeface="Times New Roman"/>
                <a:cs typeface="Times New Roman"/>
              </a:rPr>
              <a:t> </a:t>
            </a:r>
            <a:r>
              <a:rPr lang="en-US" sz="1200" dirty="0">
                <a:latin typeface="Times New Roman"/>
                <a:cs typeface="Times New Roman"/>
              </a:rPr>
              <a:t>Virtual</a:t>
            </a:r>
            <a:r>
              <a:rPr lang="en-US" sz="1200" spc="80" dirty="0">
                <a:latin typeface="Times New Roman"/>
                <a:cs typeface="Times New Roman"/>
              </a:rPr>
              <a:t> </a:t>
            </a:r>
            <a:r>
              <a:rPr lang="en-US" sz="1200" dirty="0">
                <a:latin typeface="Times New Roman"/>
                <a:cs typeface="Times New Roman"/>
              </a:rPr>
              <a:t>Gesture</a:t>
            </a:r>
            <a:r>
              <a:rPr lang="en-US" sz="1200" spc="55" dirty="0">
                <a:latin typeface="Times New Roman"/>
                <a:cs typeface="Times New Roman"/>
              </a:rPr>
              <a:t> </a:t>
            </a:r>
            <a:r>
              <a:rPr lang="en-US" sz="1200" dirty="0">
                <a:latin typeface="Times New Roman"/>
                <a:cs typeface="Times New Roman"/>
              </a:rPr>
              <a:t>Hand</a:t>
            </a:r>
            <a:r>
              <a:rPr lang="en-US" sz="1200" spc="65" dirty="0">
                <a:latin typeface="Times New Roman"/>
                <a:cs typeface="Times New Roman"/>
              </a:rPr>
              <a:t> </a:t>
            </a:r>
            <a:r>
              <a:rPr lang="en-US" sz="1200" dirty="0">
                <a:latin typeface="Times New Roman"/>
                <a:cs typeface="Times New Roman"/>
              </a:rPr>
              <a:t>Control</a:t>
            </a:r>
            <a:r>
              <a:rPr lang="en-US" sz="1200" spc="60" dirty="0">
                <a:latin typeface="Times New Roman"/>
                <a:cs typeface="Times New Roman"/>
              </a:rPr>
              <a:t> </a:t>
            </a:r>
            <a:r>
              <a:rPr lang="en-US" sz="1200" spc="-25" dirty="0">
                <a:latin typeface="Times New Roman"/>
                <a:cs typeface="Times New Roman"/>
              </a:rPr>
              <a:t>is </a:t>
            </a:r>
            <a:r>
              <a:rPr lang="en-US" sz="1200" dirty="0">
                <a:latin typeface="Times New Roman"/>
                <a:cs typeface="Times New Roman"/>
              </a:rPr>
              <a:t>discussed.</a:t>
            </a:r>
            <a:r>
              <a:rPr lang="en-US" sz="1200" spc="35" dirty="0">
                <a:latin typeface="Times New Roman"/>
                <a:cs typeface="Times New Roman"/>
              </a:rPr>
              <a:t> </a:t>
            </a:r>
            <a:r>
              <a:rPr lang="en-US" sz="1200" dirty="0">
                <a:latin typeface="Times New Roman"/>
                <a:cs typeface="Times New Roman"/>
              </a:rPr>
              <a:t>This</a:t>
            </a:r>
            <a:r>
              <a:rPr lang="en-US" sz="1200" spc="75" dirty="0">
                <a:latin typeface="Times New Roman"/>
                <a:cs typeface="Times New Roman"/>
              </a:rPr>
              <a:t> </a:t>
            </a:r>
            <a:r>
              <a:rPr lang="en-US" sz="1200" dirty="0">
                <a:latin typeface="Times New Roman"/>
                <a:cs typeface="Times New Roman"/>
              </a:rPr>
              <a:t>chapter</a:t>
            </a:r>
            <a:r>
              <a:rPr lang="en-US" sz="1200" spc="70" dirty="0">
                <a:latin typeface="Times New Roman"/>
                <a:cs typeface="Times New Roman"/>
              </a:rPr>
              <a:t> </a:t>
            </a:r>
            <a:r>
              <a:rPr lang="en-US" sz="1200" dirty="0">
                <a:latin typeface="Times New Roman"/>
                <a:cs typeface="Times New Roman"/>
              </a:rPr>
              <a:t>presents</a:t>
            </a:r>
            <a:r>
              <a:rPr lang="en-US" sz="1200" spc="70" dirty="0">
                <a:latin typeface="Times New Roman"/>
                <a:cs typeface="Times New Roman"/>
              </a:rPr>
              <a:t> </a:t>
            </a:r>
            <a:r>
              <a:rPr lang="en-US" sz="1200" dirty="0">
                <a:latin typeface="Times New Roman"/>
                <a:cs typeface="Times New Roman"/>
              </a:rPr>
              <a:t>an</a:t>
            </a:r>
            <a:r>
              <a:rPr lang="en-US" sz="1200" spc="65" dirty="0">
                <a:latin typeface="Times New Roman"/>
                <a:cs typeface="Times New Roman"/>
              </a:rPr>
              <a:t> </a:t>
            </a:r>
            <a:r>
              <a:rPr lang="en-US" sz="1200" dirty="0">
                <a:latin typeface="Times New Roman"/>
                <a:cs typeface="Times New Roman"/>
              </a:rPr>
              <a:t>in-depth</a:t>
            </a:r>
            <a:r>
              <a:rPr lang="en-US" sz="1200" spc="75" dirty="0">
                <a:latin typeface="Times New Roman"/>
                <a:cs typeface="Times New Roman"/>
              </a:rPr>
              <a:t> </a:t>
            </a:r>
            <a:r>
              <a:rPr lang="en-US" sz="1200" dirty="0">
                <a:latin typeface="Times New Roman"/>
                <a:cs typeface="Times New Roman"/>
              </a:rPr>
              <a:t>review</a:t>
            </a:r>
            <a:r>
              <a:rPr lang="en-US" sz="1200" spc="90" dirty="0">
                <a:latin typeface="Times New Roman"/>
                <a:cs typeface="Times New Roman"/>
              </a:rPr>
              <a:t> </a:t>
            </a:r>
            <a:r>
              <a:rPr lang="en-US" sz="1200" dirty="0">
                <a:latin typeface="Times New Roman"/>
                <a:cs typeface="Times New Roman"/>
              </a:rPr>
              <a:t>of</a:t>
            </a:r>
            <a:r>
              <a:rPr lang="en-US" sz="1200" spc="75" dirty="0">
                <a:latin typeface="Times New Roman"/>
                <a:cs typeface="Times New Roman"/>
              </a:rPr>
              <a:t> </a:t>
            </a:r>
            <a:r>
              <a:rPr lang="en-US" sz="1200" dirty="0">
                <a:latin typeface="Times New Roman"/>
                <a:cs typeface="Times New Roman"/>
              </a:rPr>
              <a:t>various</a:t>
            </a:r>
            <a:r>
              <a:rPr lang="en-US" sz="1200" spc="95" dirty="0">
                <a:latin typeface="Times New Roman"/>
                <a:cs typeface="Times New Roman"/>
              </a:rPr>
              <a:t> </a:t>
            </a:r>
            <a:r>
              <a:rPr lang="en-US" sz="1200" dirty="0">
                <a:latin typeface="Times New Roman"/>
                <a:cs typeface="Times New Roman"/>
              </a:rPr>
              <a:t>research</a:t>
            </a:r>
            <a:r>
              <a:rPr lang="en-US" sz="1200" spc="75" dirty="0">
                <a:latin typeface="Times New Roman"/>
                <a:cs typeface="Times New Roman"/>
              </a:rPr>
              <a:t> </a:t>
            </a:r>
            <a:r>
              <a:rPr lang="en-US" sz="1200" dirty="0">
                <a:latin typeface="Times New Roman"/>
                <a:cs typeface="Times New Roman"/>
              </a:rPr>
              <a:t>studies</a:t>
            </a:r>
            <a:r>
              <a:rPr lang="en-US" sz="1200" spc="55" dirty="0">
                <a:latin typeface="Times New Roman"/>
                <a:cs typeface="Times New Roman"/>
              </a:rPr>
              <a:t> </a:t>
            </a:r>
            <a:r>
              <a:rPr lang="en-US" sz="1200" dirty="0">
                <a:latin typeface="Times New Roman"/>
                <a:cs typeface="Times New Roman"/>
              </a:rPr>
              <a:t>and</a:t>
            </a:r>
            <a:r>
              <a:rPr lang="en-US" sz="1200" spc="80" dirty="0">
                <a:latin typeface="Times New Roman"/>
                <a:cs typeface="Times New Roman"/>
              </a:rPr>
              <a:t> </a:t>
            </a:r>
            <a:r>
              <a:rPr lang="en-US" sz="1200" dirty="0">
                <a:latin typeface="Times New Roman"/>
                <a:cs typeface="Times New Roman"/>
              </a:rPr>
              <a:t>papers,</a:t>
            </a:r>
            <a:r>
              <a:rPr lang="en-US" sz="1200" spc="65" dirty="0">
                <a:latin typeface="Times New Roman"/>
                <a:cs typeface="Times New Roman"/>
              </a:rPr>
              <a:t> </a:t>
            </a:r>
            <a:r>
              <a:rPr lang="en-US" sz="1200" spc="-10" dirty="0">
                <a:latin typeface="Times New Roman"/>
                <a:cs typeface="Times New Roman"/>
              </a:rPr>
              <a:t>focusing </a:t>
            </a:r>
            <a:r>
              <a:rPr lang="en-US" sz="1200" dirty="0">
                <a:latin typeface="Times New Roman"/>
                <a:cs typeface="Times New Roman"/>
              </a:rPr>
              <a:t>on</a:t>
            </a:r>
            <a:r>
              <a:rPr lang="en-US" sz="1200" spc="65" dirty="0">
                <a:latin typeface="Times New Roman"/>
                <a:cs typeface="Times New Roman"/>
              </a:rPr>
              <a:t> </a:t>
            </a:r>
            <a:r>
              <a:rPr lang="en-US" sz="1200" dirty="0">
                <a:latin typeface="Times New Roman"/>
                <a:cs typeface="Times New Roman"/>
              </a:rPr>
              <a:t>different</a:t>
            </a:r>
            <a:r>
              <a:rPr lang="en-US" sz="1200" spc="75" dirty="0">
                <a:latin typeface="Times New Roman"/>
                <a:cs typeface="Times New Roman"/>
              </a:rPr>
              <a:t> </a:t>
            </a:r>
            <a:r>
              <a:rPr lang="en-US" sz="1200" dirty="0">
                <a:latin typeface="Times New Roman"/>
                <a:cs typeface="Times New Roman"/>
              </a:rPr>
              <a:t>classifiers,</a:t>
            </a:r>
            <a:r>
              <a:rPr lang="en-US" sz="1200" spc="70" dirty="0">
                <a:latin typeface="Times New Roman"/>
                <a:cs typeface="Times New Roman"/>
              </a:rPr>
              <a:t> </a:t>
            </a:r>
            <a:r>
              <a:rPr lang="en-US" sz="1200" dirty="0">
                <a:latin typeface="Times New Roman"/>
                <a:cs typeface="Times New Roman"/>
              </a:rPr>
              <a:t>techniques,</a:t>
            </a:r>
            <a:r>
              <a:rPr lang="en-US" sz="1200" spc="75" dirty="0">
                <a:latin typeface="Times New Roman"/>
                <a:cs typeface="Times New Roman"/>
              </a:rPr>
              <a:t> </a:t>
            </a:r>
            <a:r>
              <a:rPr lang="en-US" sz="1200" dirty="0">
                <a:latin typeface="Times New Roman"/>
                <a:cs typeface="Times New Roman"/>
              </a:rPr>
              <a:t>and</a:t>
            </a:r>
            <a:r>
              <a:rPr lang="en-US" sz="1200" spc="95" dirty="0">
                <a:latin typeface="Times New Roman"/>
                <a:cs typeface="Times New Roman"/>
              </a:rPr>
              <a:t> </a:t>
            </a:r>
            <a:r>
              <a:rPr lang="en-US" sz="1200" dirty="0">
                <a:latin typeface="Times New Roman"/>
                <a:cs typeface="Times New Roman"/>
              </a:rPr>
              <a:t>methods</a:t>
            </a:r>
            <a:r>
              <a:rPr lang="en-US" sz="1200" spc="90" dirty="0">
                <a:latin typeface="Times New Roman"/>
                <a:cs typeface="Times New Roman"/>
              </a:rPr>
              <a:t> </a:t>
            </a:r>
            <a:r>
              <a:rPr lang="en-US" sz="1200" dirty="0">
                <a:latin typeface="Times New Roman"/>
                <a:cs typeface="Times New Roman"/>
              </a:rPr>
              <a:t>used</a:t>
            </a:r>
            <a:r>
              <a:rPr lang="en-US" sz="1200" spc="65" dirty="0">
                <a:latin typeface="Times New Roman"/>
                <a:cs typeface="Times New Roman"/>
              </a:rPr>
              <a:t> </a:t>
            </a:r>
            <a:r>
              <a:rPr lang="en-US" sz="1200" dirty="0">
                <a:latin typeface="Times New Roman"/>
                <a:cs typeface="Times New Roman"/>
              </a:rPr>
              <a:t>by</a:t>
            </a:r>
            <a:r>
              <a:rPr lang="en-US" sz="1200" spc="80" dirty="0">
                <a:latin typeface="Times New Roman"/>
                <a:cs typeface="Times New Roman"/>
              </a:rPr>
              <a:t> </a:t>
            </a:r>
            <a:r>
              <a:rPr lang="en-US" sz="1200" dirty="0">
                <a:latin typeface="Times New Roman"/>
                <a:cs typeface="Times New Roman"/>
              </a:rPr>
              <a:t>researchers.</a:t>
            </a:r>
            <a:r>
              <a:rPr lang="en-US" sz="1200" spc="75" dirty="0">
                <a:latin typeface="Times New Roman"/>
                <a:cs typeface="Times New Roman"/>
              </a:rPr>
              <a:t> </a:t>
            </a:r>
            <a:r>
              <a:rPr lang="en-US" sz="1200" dirty="0">
                <a:latin typeface="Times New Roman"/>
                <a:cs typeface="Times New Roman"/>
              </a:rPr>
              <a:t>These</a:t>
            </a:r>
            <a:r>
              <a:rPr lang="en-US" sz="1200" spc="105" dirty="0">
                <a:latin typeface="Times New Roman"/>
                <a:cs typeface="Times New Roman"/>
              </a:rPr>
              <a:t> </a:t>
            </a:r>
            <a:r>
              <a:rPr lang="en-US" sz="1200" dirty="0">
                <a:latin typeface="Times New Roman"/>
                <a:cs typeface="Times New Roman"/>
              </a:rPr>
              <a:t>approaches</a:t>
            </a:r>
            <a:r>
              <a:rPr lang="en-US" sz="1200" spc="80" dirty="0">
                <a:latin typeface="Times New Roman"/>
                <a:cs typeface="Times New Roman"/>
              </a:rPr>
              <a:t> </a:t>
            </a:r>
            <a:r>
              <a:rPr lang="en-US" sz="1200" dirty="0">
                <a:latin typeface="Times New Roman"/>
                <a:cs typeface="Times New Roman"/>
              </a:rPr>
              <a:t>help</a:t>
            </a:r>
            <a:r>
              <a:rPr lang="en-US" sz="1200" spc="90" dirty="0">
                <a:latin typeface="Times New Roman"/>
                <a:cs typeface="Times New Roman"/>
              </a:rPr>
              <a:t> </a:t>
            </a:r>
            <a:r>
              <a:rPr lang="en-US" sz="1200" spc="-25" dirty="0">
                <a:latin typeface="Times New Roman"/>
                <a:cs typeface="Times New Roman"/>
              </a:rPr>
              <a:t>us</a:t>
            </a:r>
            <a:endParaRPr lang="en-US" sz="1200" dirty="0">
              <a:latin typeface="Times New Roman"/>
              <a:cs typeface="Times New Roman"/>
            </a:endParaRPr>
          </a:p>
          <a:p>
            <a:pPr marL="12700" marR="63500">
              <a:lnSpc>
                <a:spcPts val="2030"/>
              </a:lnSpc>
              <a:spcBef>
                <a:spcPts val="5"/>
              </a:spcBef>
            </a:pPr>
            <a:r>
              <a:rPr lang="en-US" sz="1200" dirty="0">
                <a:latin typeface="Times New Roman"/>
                <a:cs typeface="Times New Roman"/>
              </a:rPr>
              <a:t>understand</a:t>
            </a:r>
            <a:r>
              <a:rPr lang="en-US" sz="1200" spc="85" dirty="0">
                <a:latin typeface="Times New Roman"/>
                <a:cs typeface="Times New Roman"/>
              </a:rPr>
              <a:t> </a:t>
            </a:r>
            <a:r>
              <a:rPr lang="en-US" sz="1200" dirty="0">
                <a:latin typeface="Times New Roman"/>
                <a:cs typeface="Times New Roman"/>
              </a:rPr>
              <a:t>the</a:t>
            </a:r>
            <a:r>
              <a:rPr lang="en-US" sz="1200" spc="80" dirty="0">
                <a:latin typeface="Times New Roman"/>
                <a:cs typeface="Times New Roman"/>
              </a:rPr>
              <a:t> </a:t>
            </a:r>
            <a:r>
              <a:rPr lang="en-US" sz="1200" dirty="0">
                <a:latin typeface="Times New Roman"/>
                <a:cs typeface="Times New Roman"/>
              </a:rPr>
              <a:t>existing</a:t>
            </a:r>
            <a:r>
              <a:rPr lang="en-US" sz="1200" spc="75" dirty="0">
                <a:latin typeface="Times New Roman"/>
                <a:cs typeface="Times New Roman"/>
              </a:rPr>
              <a:t> </a:t>
            </a:r>
            <a:r>
              <a:rPr lang="en-US" sz="1200" dirty="0">
                <a:latin typeface="Times New Roman"/>
                <a:cs typeface="Times New Roman"/>
              </a:rPr>
              <a:t>technologies</a:t>
            </a:r>
            <a:r>
              <a:rPr lang="en-US" sz="1200" spc="105" dirty="0">
                <a:latin typeface="Times New Roman"/>
                <a:cs typeface="Times New Roman"/>
              </a:rPr>
              <a:t> </a:t>
            </a:r>
            <a:r>
              <a:rPr lang="en-US" sz="1200" dirty="0">
                <a:latin typeface="Times New Roman"/>
                <a:cs typeface="Times New Roman"/>
              </a:rPr>
              <a:t>and</a:t>
            </a:r>
            <a:r>
              <a:rPr lang="en-US" sz="1200" spc="70" dirty="0">
                <a:latin typeface="Times New Roman"/>
                <a:cs typeface="Times New Roman"/>
              </a:rPr>
              <a:t> </a:t>
            </a:r>
            <a:r>
              <a:rPr lang="en-US" sz="1200" dirty="0">
                <a:latin typeface="Times New Roman"/>
                <a:cs typeface="Times New Roman"/>
              </a:rPr>
              <a:t>provide</a:t>
            </a:r>
            <a:r>
              <a:rPr lang="en-US" sz="1200" spc="100" dirty="0">
                <a:latin typeface="Times New Roman"/>
                <a:cs typeface="Times New Roman"/>
              </a:rPr>
              <a:t> </a:t>
            </a:r>
            <a:r>
              <a:rPr lang="en-US" sz="1200" dirty="0">
                <a:latin typeface="Times New Roman"/>
                <a:cs typeface="Times New Roman"/>
              </a:rPr>
              <a:t>guidance</a:t>
            </a:r>
            <a:r>
              <a:rPr lang="en-US" sz="1200" spc="110" dirty="0">
                <a:latin typeface="Times New Roman"/>
                <a:cs typeface="Times New Roman"/>
              </a:rPr>
              <a:t> </a:t>
            </a:r>
            <a:r>
              <a:rPr lang="en-US" sz="1200" dirty="0">
                <a:latin typeface="Times New Roman"/>
                <a:cs typeface="Times New Roman"/>
              </a:rPr>
              <a:t>on</a:t>
            </a:r>
            <a:r>
              <a:rPr lang="en-US" sz="1200" spc="75" dirty="0">
                <a:latin typeface="Times New Roman"/>
                <a:cs typeface="Times New Roman"/>
              </a:rPr>
              <a:t> </a:t>
            </a:r>
            <a:r>
              <a:rPr lang="en-US" sz="1200" dirty="0">
                <a:latin typeface="Times New Roman"/>
                <a:cs typeface="Times New Roman"/>
              </a:rPr>
              <a:t>selecting</a:t>
            </a:r>
            <a:r>
              <a:rPr lang="en-US" sz="1200" spc="85" dirty="0">
                <a:latin typeface="Times New Roman"/>
                <a:cs typeface="Times New Roman"/>
              </a:rPr>
              <a:t> </a:t>
            </a:r>
            <a:r>
              <a:rPr lang="en-US" sz="1200" dirty="0">
                <a:latin typeface="Times New Roman"/>
                <a:cs typeface="Times New Roman"/>
              </a:rPr>
              <a:t>suitable</a:t>
            </a:r>
            <a:r>
              <a:rPr lang="en-US" sz="1200" spc="100" dirty="0">
                <a:latin typeface="Times New Roman"/>
                <a:cs typeface="Times New Roman"/>
              </a:rPr>
              <a:t> </a:t>
            </a:r>
            <a:r>
              <a:rPr lang="en-US" sz="1200" dirty="0">
                <a:latin typeface="Times New Roman"/>
                <a:cs typeface="Times New Roman"/>
              </a:rPr>
              <a:t>techniques</a:t>
            </a:r>
            <a:r>
              <a:rPr lang="en-US" sz="1200" spc="85" dirty="0">
                <a:latin typeface="Times New Roman"/>
                <a:cs typeface="Times New Roman"/>
              </a:rPr>
              <a:t> </a:t>
            </a:r>
            <a:r>
              <a:rPr lang="en-US" sz="1200" dirty="0">
                <a:latin typeface="Times New Roman"/>
                <a:cs typeface="Times New Roman"/>
              </a:rPr>
              <a:t>that</a:t>
            </a:r>
            <a:r>
              <a:rPr lang="en-US" sz="1200" spc="75" dirty="0">
                <a:latin typeface="Times New Roman"/>
                <a:cs typeface="Times New Roman"/>
              </a:rPr>
              <a:t> </a:t>
            </a:r>
            <a:r>
              <a:rPr lang="en-US" sz="1200" spc="-25" dirty="0">
                <a:latin typeface="Times New Roman"/>
                <a:cs typeface="Times New Roman"/>
              </a:rPr>
              <a:t>can </a:t>
            </a:r>
            <a:r>
              <a:rPr lang="en-US" sz="1200" dirty="0">
                <a:latin typeface="Times New Roman"/>
                <a:cs typeface="Times New Roman"/>
              </a:rPr>
              <a:t>be</a:t>
            </a:r>
            <a:r>
              <a:rPr lang="en-US" sz="1200" spc="45" dirty="0">
                <a:latin typeface="Times New Roman"/>
                <a:cs typeface="Times New Roman"/>
              </a:rPr>
              <a:t> </a:t>
            </a:r>
            <a:r>
              <a:rPr lang="en-US" sz="1200" dirty="0">
                <a:latin typeface="Times New Roman"/>
                <a:cs typeface="Times New Roman"/>
              </a:rPr>
              <a:t>applied</a:t>
            </a:r>
            <a:r>
              <a:rPr lang="en-US" sz="1200" spc="45" dirty="0">
                <a:latin typeface="Times New Roman"/>
                <a:cs typeface="Times New Roman"/>
              </a:rPr>
              <a:t> </a:t>
            </a:r>
            <a:r>
              <a:rPr lang="en-US" sz="1200" dirty="0">
                <a:latin typeface="Times New Roman"/>
                <a:cs typeface="Times New Roman"/>
              </a:rPr>
              <a:t>in</a:t>
            </a:r>
            <a:r>
              <a:rPr lang="en-US" sz="1200" spc="55" dirty="0">
                <a:latin typeface="Times New Roman"/>
                <a:cs typeface="Times New Roman"/>
              </a:rPr>
              <a:t> </a:t>
            </a:r>
            <a:r>
              <a:rPr lang="en-US" sz="1200" dirty="0">
                <a:latin typeface="Times New Roman"/>
                <a:cs typeface="Times New Roman"/>
              </a:rPr>
              <a:t>our</a:t>
            </a:r>
            <a:r>
              <a:rPr lang="en-US" sz="1200" spc="35" dirty="0">
                <a:latin typeface="Times New Roman"/>
                <a:cs typeface="Times New Roman"/>
              </a:rPr>
              <a:t> </a:t>
            </a:r>
            <a:r>
              <a:rPr lang="en-US" sz="1200" spc="-10" dirty="0">
                <a:latin typeface="Times New Roman"/>
                <a:cs typeface="Times New Roman"/>
              </a:rPr>
              <a:t>project.</a:t>
            </a:r>
            <a:endParaRPr lang="en-US" sz="1200" dirty="0">
              <a:latin typeface="Times New Roman"/>
              <a:cs typeface="Times New Roman"/>
            </a:endParaRPr>
          </a:p>
          <a:p>
            <a:pPr marL="24765" marR="6985" indent="34925" algn="just">
              <a:lnSpc>
                <a:spcPct val="146300"/>
              </a:lnSpc>
              <a:spcBef>
                <a:spcPts val="595"/>
              </a:spcBef>
            </a:pPr>
            <a:r>
              <a:rPr lang="en-US" sz="1200" b="1" dirty="0">
                <a:latin typeface="Times New Roman"/>
                <a:cs typeface="Times New Roman"/>
              </a:rPr>
              <a:t>Chapter</a:t>
            </a:r>
            <a:r>
              <a:rPr lang="en-US" sz="1200" b="1" spc="254" dirty="0">
                <a:latin typeface="Times New Roman"/>
                <a:cs typeface="Times New Roman"/>
              </a:rPr>
              <a:t> </a:t>
            </a:r>
            <a:r>
              <a:rPr lang="en-US" sz="1200" b="1" dirty="0">
                <a:latin typeface="Times New Roman"/>
                <a:cs typeface="Times New Roman"/>
              </a:rPr>
              <a:t>3:</a:t>
            </a:r>
            <a:r>
              <a:rPr lang="en-US" sz="1200" b="1" spc="245" dirty="0">
                <a:latin typeface="Times New Roman"/>
                <a:cs typeface="Times New Roman"/>
              </a:rPr>
              <a:t> </a:t>
            </a:r>
            <a:r>
              <a:rPr lang="en-US" sz="1200" dirty="0">
                <a:latin typeface="Times New Roman"/>
                <a:cs typeface="Times New Roman"/>
              </a:rPr>
              <a:t>In</a:t>
            </a:r>
            <a:r>
              <a:rPr lang="en-US" sz="1200" spc="254" dirty="0">
                <a:latin typeface="Times New Roman"/>
                <a:cs typeface="Times New Roman"/>
              </a:rPr>
              <a:t> </a:t>
            </a:r>
            <a:r>
              <a:rPr lang="en-US" sz="1200" dirty="0">
                <a:latin typeface="Times New Roman"/>
                <a:cs typeface="Times New Roman"/>
              </a:rPr>
              <a:t>this</a:t>
            </a:r>
            <a:r>
              <a:rPr lang="en-US" sz="1200" spc="260" dirty="0">
                <a:latin typeface="Times New Roman"/>
                <a:cs typeface="Times New Roman"/>
              </a:rPr>
              <a:t> </a:t>
            </a:r>
            <a:r>
              <a:rPr lang="en-US" sz="1200" dirty="0">
                <a:latin typeface="Times New Roman"/>
                <a:cs typeface="Times New Roman"/>
              </a:rPr>
              <a:t>chapter,</a:t>
            </a:r>
            <a:r>
              <a:rPr lang="en-US" sz="1200" spc="265" dirty="0">
                <a:latin typeface="Times New Roman"/>
                <a:cs typeface="Times New Roman"/>
              </a:rPr>
              <a:t> </a:t>
            </a:r>
            <a:r>
              <a:rPr lang="en-US" sz="1200" dirty="0">
                <a:latin typeface="Times New Roman"/>
                <a:cs typeface="Times New Roman"/>
              </a:rPr>
              <a:t>the</a:t>
            </a:r>
            <a:r>
              <a:rPr lang="en-US" sz="1200" spc="250" dirty="0">
                <a:latin typeface="Times New Roman"/>
                <a:cs typeface="Times New Roman"/>
              </a:rPr>
              <a:t> </a:t>
            </a:r>
            <a:r>
              <a:rPr lang="en-US" sz="1200" dirty="0">
                <a:latin typeface="Times New Roman"/>
                <a:cs typeface="Times New Roman"/>
              </a:rPr>
              <a:t>main</a:t>
            </a:r>
            <a:r>
              <a:rPr lang="en-US" sz="1200" spc="254" dirty="0">
                <a:latin typeface="Times New Roman"/>
                <a:cs typeface="Times New Roman"/>
              </a:rPr>
              <a:t> </a:t>
            </a:r>
            <a:r>
              <a:rPr lang="en-US" sz="1200" dirty="0">
                <a:latin typeface="Times New Roman"/>
                <a:cs typeface="Times New Roman"/>
              </a:rPr>
              <a:t>purpose</a:t>
            </a:r>
            <a:r>
              <a:rPr lang="en-US" sz="1200" spc="260" dirty="0">
                <a:latin typeface="Times New Roman"/>
                <a:cs typeface="Times New Roman"/>
              </a:rPr>
              <a:t> </a:t>
            </a:r>
            <a:r>
              <a:rPr lang="en-US" sz="1200" dirty="0">
                <a:latin typeface="Times New Roman"/>
                <a:cs typeface="Times New Roman"/>
              </a:rPr>
              <a:t>was</a:t>
            </a:r>
            <a:r>
              <a:rPr lang="en-US" sz="1200" spc="225" dirty="0">
                <a:latin typeface="Times New Roman"/>
                <a:cs typeface="Times New Roman"/>
              </a:rPr>
              <a:t> </a:t>
            </a:r>
            <a:r>
              <a:rPr lang="en-US" sz="1200" dirty="0">
                <a:latin typeface="Times New Roman"/>
                <a:cs typeface="Times New Roman"/>
              </a:rPr>
              <a:t>to</a:t>
            </a:r>
            <a:r>
              <a:rPr lang="en-US" sz="1200" spc="265" dirty="0">
                <a:latin typeface="Times New Roman"/>
                <a:cs typeface="Times New Roman"/>
              </a:rPr>
              <a:t> </a:t>
            </a:r>
            <a:r>
              <a:rPr lang="en-US" sz="1200" dirty="0">
                <a:latin typeface="Times New Roman"/>
                <a:cs typeface="Times New Roman"/>
              </a:rPr>
              <a:t>explain</a:t>
            </a:r>
            <a:r>
              <a:rPr lang="en-US" sz="1200" spc="250" dirty="0">
                <a:latin typeface="Times New Roman"/>
                <a:cs typeface="Times New Roman"/>
              </a:rPr>
              <a:t> </a:t>
            </a:r>
            <a:r>
              <a:rPr lang="en-US" sz="1200" dirty="0">
                <a:latin typeface="Times New Roman"/>
                <a:cs typeface="Times New Roman"/>
              </a:rPr>
              <a:t>step</a:t>
            </a:r>
            <a:r>
              <a:rPr lang="en-US" sz="1200" spc="240" dirty="0">
                <a:latin typeface="Times New Roman"/>
                <a:cs typeface="Times New Roman"/>
              </a:rPr>
              <a:t> </a:t>
            </a:r>
            <a:r>
              <a:rPr lang="en-US" sz="1200" dirty="0">
                <a:latin typeface="Times New Roman"/>
                <a:cs typeface="Times New Roman"/>
              </a:rPr>
              <a:t>by</a:t>
            </a:r>
            <a:r>
              <a:rPr lang="en-US" sz="1200" spc="254" dirty="0">
                <a:latin typeface="Times New Roman"/>
                <a:cs typeface="Times New Roman"/>
              </a:rPr>
              <a:t> </a:t>
            </a:r>
            <a:r>
              <a:rPr lang="en-US" sz="1200" dirty="0">
                <a:latin typeface="Times New Roman"/>
                <a:cs typeface="Times New Roman"/>
              </a:rPr>
              <a:t>step</a:t>
            </a:r>
            <a:r>
              <a:rPr lang="en-US" sz="1200" spc="250" dirty="0">
                <a:latin typeface="Times New Roman"/>
                <a:cs typeface="Times New Roman"/>
              </a:rPr>
              <a:t> </a:t>
            </a:r>
            <a:r>
              <a:rPr lang="en-US" sz="1200" dirty="0">
                <a:latin typeface="Times New Roman"/>
                <a:cs typeface="Times New Roman"/>
              </a:rPr>
              <a:t>process</a:t>
            </a:r>
            <a:r>
              <a:rPr lang="en-US" sz="1200" spc="254" dirty="0">
                <a:latin typeface="Times New Roman"/>
                <a:cs typeface="Times New Roman"/>
              </a:rPr>
              <a:t> </a:t>
            </a:r>
            <a:r>
              <a:rPr lang="en-US" sz="1200" dirty="0">
                <a:latin typeface="Times New Roman"/>
                <a:cs typeface="Times New Roman"/>
              </a:rPr>
              <a:t>and</a:t>
            </a:r>
            <a:r>
              <a:rPr lang="en-US" sz="1200" spc="254" dirty="0">
                <a:latin typeface="Times New Roman"/>
                <a:cs typeface="Times New Roman"/>
              </a:rPr>
              <a:t> </a:t>
            </a:r>
            <a:r>
              <a:rPr lang="en-US" sz="1200" spc="-10" dirty="0">
                <a:latin typeface="Times New Roman"/>
                <a:cs typeface="Times New Roman"/>
              </a:rPr>
              <a:t>System </a:t>
            </a:r>
            <a:r>
              <a:rPr lang="en-US" sz="1200" dirty="0">
                <a:latin typeface="Times New Roman"/>
                <a:cs typeface="Times New Roman"/>
              </a:rPr>
              <a:t>Requirement</a:t>
            </a:r>
            <a:r>
              <a:rPr lang="en-US" sz="1200" spc="65" dirty="0">
                <a:latin typeface="Times New Roman"/>
                <a:cs typeface="Times New Roman"/>
              </a:rPr>
              <a:t> </a:t>
            </a:r>
            <a:r>
              <a:rPr lang="en-US" sz="1200" dirty="0">
                <a:latin typeface="Times New Roman"/>
                <a:cs typeface="Times New Roman"/>
              </a:rPr>
              <a:t>specifications</a:t>
            </a:r>
            <a:r>
              <a:rPr lang="en-US" sz="1200" spc="75" dirty="0">
                <a:latin typeface="Times New Roman"/>
                <a:cs typeface="Times New Roman"/>
              </a:rPr>
              <a:t> </a:t>
            </a:r>
            <a:r>
              <a:rPr lang="en-US" sz="1200" dirty="0">
                <a:latin typeface="Times New Roman"/>
                <a:cs typeface="Times New Roman"/>
              </a:rPr>
              <a:t>which</a:t>
            </a:r>
            <a:r>
              <a:rPr lang="en-US" sz="1200" spc="35" dirty="0">
                <a:latin typeface="Times New Roman"/>
                <a:cs typeface="Times New Roman"/>
              </a:rPr>
              <a:t> </a:t>
            </a:r>
            <a:r>
              <a:rPr lang="en-US" sz="1200" dirty="0">
                <a:latin typeface="Times New Roman"/>
                <a:cs typeface="Times New Roman"/>
              </a:rPr>
              <a:t>includes</a:t>
            </a:r>
            <a:r>
              <a:rPr lang="en-US" sz="1200" spc="65" dirty="0">
                <a:latin typeface="Times New Roman"/>
                <a:cs typeface="Times New Roman"/>
              </a:rPr>
              <a:t> </a:t>
            </a:r>
            <a:r>
              <a:rPr lang="en-US" sz="1200" dirty="0">
                <a:latin typeface="Times New Roman"/>
                <a:cs typeface="Times New Roman"/>
              </a:rPr>
              <a:t>hardware,</a:t>
            </a:r>
            <a:r>
              <a:rPr lang="en-US" sz="1200" spc="50" dirty="0">
                <a:latin typeface="Times New Roman"/>
                <a:cs typeface="Times New Roman"/>
              </a:rPr>
              <a:t> </a:t>
            </a:r>
            <a:r>
              <a:rPr lang="en-US" sz="1200" dirty="0">
                <a:latin typeface="Times New Roman"/>
                <a:cs typeface="Times New Roman"/>
              </a:rPr>
              <a:t>software</a:t>
            </a:r>
            <a:r>
              <a:rPr lang="en-US" sz="1200" spc="25" dirty="0">
                <a:latin typeface="Times New Roman"/>
                <a:cs typeface="Times New Roman"/>
              </a:rPr>
              <a:t> </a:t>
            </a:r>
            <a:r>
              <a:rPr lang="en-US" sz="1200" dirty="0">
                <a:latin typeface="Times New Roman"/>
                <a:cs typeface="Times New Roman"/>
              </a:rPr>
              <a:t>and</a:t>
            </a:r>
            <a:r>
              <a:rPr lang="en-US" sz="1200" spc="50" dirty="0">
                <a:latin typeface="Times New Roman"/>
                <a:cs typeface="Times New Roman"/>
              </a:rPr>
              <a:t> </a:t>
            </a:r>
            <a:r>
              <a:rPr lang="en-US" sz="1200" dirty="0">
                <a:latin typeface="Times New Roman"/>
                <a:cs typeface="Times New Roman"/>
              </a:rPr>
              <a:t>other</a:t>
            </a:r>
            <a:r>
              <a:rPr lang="en-US" sz="1200" spc="55" dirty="0">
                <a:latin typeface="Times New Roman"/>
                <a:cs typeface="Times New Roman"/>
              </a:rPr>
              <a:t> </a:t>
            </a:r>
            <a:r>
              <a:rPr lang="en-US" sz="1200" dirty="0">
                <a:latin typeface="Times New Roman"/>
                <a:cs typeface="Times New Roman"/>
              </a:rPr>
              <a:t>functional</a:t>
            </a:r>
            <a:r>
              <a:rPr lang="en-US" sz="1200" spc="80" dirty="0">
                <a:latin typeface="Times New Roman"/>
                <a:cs typeface="Times New Roman"/>
              </a:rPr>
              <a:t> </a:t>
            </a:r>
            <a:r>
              <a:rPr lang="en-US" sz="1200" spc="-10" dirty="0">
                <a:latin typeface="Times New Roman"/>
                <a:cs typeface="Times New Roman"/>
              </a:rPr>
              <a:t>requirements.</a:t>
            </a:r>
            <a:endParaRPr lang="en-US" sz="1200" dirty="0">
              <a:latin typeface="Times New Roman"/>
              <a:cs typeface="Times New Roman"/>
            </a:endParaRPr>
          </a:p>
          <a:p>
            <a:pPr marL="32384" marR="5080" algn="just">
              <a:lnSpc>
                <a:spcPct val="147700"/>
              </a:lnSpc>
              <a:spcBef>
                <a:spcPts val="750"/>
              </a:spcBef>
            </a:pPr>
            <a:r>
              <a:rPr lang="en-US" sz="1200" b="1" dirty="0">
                <a:latin typeface="Times New Roman"/>
                <a:cs typeface="Times New Roman"/>
              </a:rPr>
              <a:t>Chapter</a:t>
            </a:r>
            <a:r>
              <a:rPr lang="en-US" sz="1200" b="1" spc="210" dirty="0">
                <a:latin typeface="Times New Roman"/>
                <a:cs typeface="Times New Roman"/>
              </a:rPr>
              <a:t> </a:t>
            </a:r>
            <a:r>
              <a:rPr lang="en-US" sz="1200" b="1" dirty="0">
                <a:latin typeface="Times New Roman"/>
                <a:cs typeface="Times New Roman"/>
              </a:rPr>
              <a:t>4:</a:t>
            </a:r>
            <a:r>
              <a:rPr lang="en-US" sz="1200" b="1" spc="200" dirty="0">
                <a:latin typeface="Times New Roman"/>
                <a:cs typeface="Times New Roman"/>
              </a:rPr>
              <a:t> </a:t>
            </a:r>
            <a:r>
              <a:rPr lang="en-US" sz="1200" dirty="0">
                <a:latin typeface="Times New Roman"/>
                <a:cs typeface="Times New Roman"/>
              </a:rPr>
              <a:t>In</a:t>
            </a:r>
            <a:r>
              <a:rPr lang="en-US" sz="1200" spc="200" dirty="0">
                <a:latin typeface="Times New Roman"/>
                <a:cs typeface="Times New Roman"/>
              </a:rPr>
              <a:t> </a:t>
            </a:r>
            <a:r>
              <a:rPr lang="en-US" sz="1200" dirty="0">
                <a:latin typeface="Times New Roman"/>
                <a:cs typeface="Times New Roman"/>
              </a:rPr>
              <a:t>this</a:t>
            </a:r>
            <a:r>
              <a:rPr lang="en-US" sz="1200" spc="204" dirty="0">
                <a:latin typeface="Times New Roman"/>
                <a:cs typeface="Times New Roman"/>
              </a:rPr>
              <a:t> </a:t>
            </a:r>
            <a:r>
              <a:rPr lang="en-US" sz="1200" dirty="0">
                <a:latin typeface="Times New Roman"/>
                <a:cs typeface="Times New Roman"/>
              </a:rPr>
              <a:t>chapter,</a:t>
            </a:r>
            <a:r>
              <a:rPr lang="en-US" sz="1200" spc="215" dirty="0">
                <a:latin typeface="Times New Roman"/>
                <a:cs typeface="Times New Roman"/>
              </a:rPr>
              <a:t> </a:t>
            </a:r>
            <a:r>
              <a:rPr lang="en-US" sz="1200" dirty="0">
                <a:latin typeface="Times New Roman"/>
                <a:cs typeface="Times New Roman"/>
              </a:rPr>
              <a:t>the</a:t>
            </a:r>
            <a:r>
              <a:rPr lang="en-US" sz="1200" spc="215" dirty="0">
                <a:latin typeface="Times New Roman"/>
                <a:cs typeface="Times New Roman"/>
              </a:rPr>
              <a:t> </a:t>
            </a:r>
            <a:r>
              <a:rPr lang="en-US" sz="1200" dirty="0">
                <a:latin typeface="Times New Roman"/>
                <a:cs typeface="Times New Roman"/>
              </a:rPr>
              <a:t>report</a:t>
            </a:r>
            <a:r>
              <a:rPr lang="en-US" sz="1200" spc="204" dirty="0">
                <a:latin typeface="Times New Roman"/>
                <a:cs typeface="Times New Roman"/>
              </a:rPr>
              <a:t> </a:t>
            </a:r>
            <a:r>
              <a:rPr lang="en-US" sz="1200" dirty="0">
                <a:latin typeface="Times New Roman"/>
                <a:cs typeface="Times New Roman"/>
              </a:rPr>
              <a:t>outlines</a:t>
            </a:r>
            <a:r>
              <a:rPr lang="en-US" sz="1200" spc="204" dirty="0">
                <a:latin typeface="Times New Roman"/>
                <a:cs typeface="Times New Roman"/>
              </a:rPr>
              <a:t> </a:t>
            </a:r>
            <a:r>
              <a:rPr lang="en-US" sz="1200" dirty="0">
                <a:latin typeface="Times New Roman"/>
                <a:cs typeface="Times New Roman"/>
              </a:rPr>
              <a:t>the</a:t>
            </a:r>
            <a:r>
              <a:rPr lang="en-US" sz="1200" spc="215" dirty="0">
                <a:latin typeface="Times New Roman"/>
                <a:cs typeface="Times New Roman"/>
              </a:rPr>
              <a:t> </a:t>
            </a:r>
            <a:r>
              <a:rPr lang="en-US" sz="1200" dirty="0">
                <a:latin typeface="Times New Roman"/>
                <a:cs typeface="Times New Roman"/>
              </a:rPr>
              <a:t>desired</a:t>
            </a:r>
            <a:r>
              <a:rPr lang="en-US" sz="1200" spc="210" dirty="0">
                <a:latin typeface="Times New Roman"/>
                <a:cs typeface="Times New Roman"/>
              </a:rPr>
              <a:t> </a:t>
            </a:r>
            <a:r>
              <a:rPr lang="en-US" sz="1200" dirty="0">
                <a:latin typeface="Times New Roman"/>
                <a:cs typeface="Times New Roman"/>
              </a:rPr>
              <a:t>future</a:t>
            </a:r>
            <a:r>
              <a:rPr lang="en-US" sz="1200" spc="215" dirty="0">
                <a:latin typeface="Times New Roman"/>
                <a:cs typeface="Times New Roman"/>
              </a:rPr>
              <a:t> </a:t>
            </a:r>
            <a:r>
              <a:rPr lang="en-US" sz="1200" dirty="0">
                <a:latin typeface="Times New Roman"/>
                <a:cs typeface="Times New Roman"/>
              </a:rPr>
              <a:t>state</a:t>
            </a:r>
            <a:r>
              <a:rPr lang="en-US" sz="1200" spc="215" dirty="0">
                <a:latin typeface="Times New Roman"/>
                <a:cs typeface="Times New Roman"/>
              </a:rPr>
              <a:t> </a:t>
            </a:r>
            <a:r>
              <a:rPr lang="en-US" sz="1200" dirty="0">
                <a:latin typeface="Times New Roman"/>
                <a:cs typeface="Times New Roman"/>
              </a:rPr>
              <a:t>of</a:t>
            </a:r>
            <a:r>
              <a:rPr lang="en-US" sz="1200" spc="215" dirty="0">
                <a:latin typeface="Times New Roman"/>
                <a:cs typeface="Times New Roman"/>
              </a:rPr>
              <a:t> </a:t>
            </a:r>
            <a:r>
              <a:rPr lang="en-US" sz="1200" dirty="0">
                <a:latin typeface="Times New Roman"/>
                <a:cs typeface="Times New Roman"/>
              </a:rPr>
              <a:t>the</a:t>
            </a:r>
            <a:r>
              <a:rPr lang="en-US" sz="1200" spc="215" dirty="0">
                <a:latin typeface="Times New Roman"/>
                <a:cs typeface="Times New Roman"/>
              </a:rPr>
              <a:t> </a:t>
            </a:r>
            <a:r>
              <a:rPr lang="en-US" sz="1200" dirty="0">
                <a:latin typeface="Times New Roman"/>
                <a:cs typeface="Times New Roman"/>
              </a:rPr>
              <a:t>Gesture-</a:t>
            </a:r>
            <a:r>
              <a:rPr lang="en-US" sz="1200" spc="-10" dirty="0">
                <a:latin typeface="Times New Roman"/>
                <a:cs typeface="Times New Roman"/>
              </a:rPr>
              <a:t>Controlled </a:t>
            </a:r>
            <a:r>
              <a:rPr lang="en-US" sz="1200" dirty="0">
                <a:latin typeface="Times New Roman"/>
                <a:cs typeface="Times New Roman"/>
              </a:rPr>
              <a:t>Virtual</a:t>
            </a:r>
            <a:r>
              <a:rPr lang="en-US" sz="1200" spc="409" dirty="0">
                <a:latin typeface="Times New Roman"/>
                <a:cs typeface="Times New Roman"/>
              </a:rPr>
              <a:t> </a:t>
            </a:r>
            <a:r>
              <a:rPr lang="en-US" sz="1200" dirty="0">
                <a:latin typeface="Times New Roman"/>
                <a:cs typeface="Times New Roman"/>
              </a:rPr>
              <a:t>Mouse</a:t>
            </a:r>
            <a:r>
              <a:rPr lang="en-US" sz="1200" spc="409" dirty="0">
                <a:latin typeface="Times New Roman"/>
                <a:cs typeface="Times New Roman"/>
              </a:rPr>
              <a:t> </a:t>
            </a:r>
            <a:r>
              <a:rPr lang="en-US" sz="1200" dirty="0">
                <a:latin typeface="Times New Roman"/>
                <a:cs typeface="Times New Roman"/>
              </a:rPr>
              <a:t>system</a:t>
            </a:r>
            <a:r>
              <a:rPr lang="en-US" sz="1200" spc="415" dirty="0">
                <a:latin typeface="Times New Roman"/>
                <a:cs typeface="Times New Roman"/>
              </a:rPr>
              <a:t> </a:t>
            </a:r>
            <a:r>
              <a:rPr lang="en-US" sz="1200" dirty="0">
                <a:latin typeface="Times New Roman"/>
                <a:cs typeface="Times New Roman"/>
              </a:rPr>
              <a:t>based</a:t>
            </a:r>
            <a:r>
              <a:rPr lang="en-US" sz="1200" spc="409" dirty="0">
                <a:latin typeface="Times New Roman"/>
                <a:cs typeface="Times New Roman"/>
              </a:rPr>
              <a:t> </a:t>
            </a:r>
            <a:r>
              <a:rPr lang="en-US" sz="1200" dirty="0">
                <a:latin typeface="Times New Roman"/>
                <a:cs typeface="Times New Roman"/>
              </a:rPr>
              <a:t>on</a:t>
            </a:r>
            <a:r>
              <a:rPr lang="en-US" sz="1200" spc="400" dirty="0">
                <a:latin typeface="Times New Roman"/>
                <a:cs typeface="Times New Roman"/>
              </a:rPr>
              <a:t> </a:t>
            </a:r>
            <a:r>
              <a:rPr lang="en-US" sz="1200" dirty="0">
                <a:latin typeface="Times New Roman"/>
                <a:cs typeface="Times New Roman"/>
              </a:rPr>
              <a:t>the</a:t>
            </a:r>
            <a:r>
              <a:rPr lang="en-US" sz="1200" spc="420" dirty="0">
                <a:latin typeface="Times New Roman"/>
                <a:cs typeface="Times New Roman"/>
              </a:rPr>
              <a:t> </a:t>
            </a:r>
            <a:r>
              <a:rPr lang="en-US" sz="1200" dirty="0">
                <a:latin typeface="Times New Roman"/>
                <a:cs typeface="Times New Roman"/>
              </a:rPr>
              <a:t>identified</a:t>
            </a:r>
            <a:r>
              <a:rPr lang="en-US" sz="1200" spc="415" dirty="0">
                <a:latin typeface="Times New Roman"/>
                <a:cs typeface="Times New Roman"/>
              </a:rPr>
              <a:t> </a:t>
            </a:r>
            <a:r>
              <a:rPr lang="en-US" sz="1200" dirty="0">
                <a:latin typeface="Times New Roman"/>
                <a:cs typeface="Times New Roman"/>
              </a:rPr>
              <a:t>problems</a:t>
            </a:r>
            <a:r>
              <a:rPr lang="en-US" sz="1200" spc="425" dirty="0">
                <a:latin typeface="Times New Roman"/>
                <a:cs typeface="Times New Roman"/>
              </a:rPr>
              <a:t> </a:t>
            </a:r>
            <a:r>
              <a:rPr lang="en-US" sz="1200" dirty="0">
                <a:latin typeface="Times New Roman"/>
                <a:cs typeface="Times New Roman"/>
              </a:rPr>
              <a:t>and</a:t>
            </a:r>
            <a:r>
              <a:rPr lang="en-US" sz="1200" spc="409" dirty="0">
                <a:latin typeface="Times New Roman"/>
                <a:cs typeface="Times New Roman"/>
              </a:rPr>
              <a:t> </a:t>
            </a:r>
            <a:r>
              <a:rPr lang="en-US" sz="1200" dirty="0">
                <a:latin typeface="Times New Roman"/>
                <a:cs typeface="Times New Roman"/>
              </a:rPr>
              <a:t>potential</a:t>
            </a:r>
            <a:r>
              <a:rPr lang="en-US" sz="1200" spc="415" dirty="0">
                <a:latin typeface="Times New Roman"/>
                <a:cs typeface="Times New Roman"/>
              </a:rPr>
              <a:t> </a:t>
            </a:r>
            <a:r>
              <a:rPr lang="en-US" sz="1200" dirty="0">
                <a:latin typeface="Times New Roman"/>
                <a:cs typeface="Times New Roman"/>
              </a:rPr>
              <a:t>improvements.</a:t>
            </a:r>
            <a:r>
              <a:rPr lang="en-US" sz="1200" spc="415" dirty="0">
                <a:latin typeface="Times New Roman"/>
                <a:cs typeface="Times New Roman"/>
              </a:rPr>
              <a:t> </a:t>
            </a:r>
            <a:r>
              <a:rPr lang="en-US" sz="1200" dirty="0">
                <a:latin typeface="Times New Roman"/>
                <a:cs typeface="Times New Roman"/>
              </a:rPr>
              <a:t>It</a:t>
            </a:r>
            <a:r>
              <a:rPr lang="en-US" sz="1200" spc="415" dirty="0">
                <a:latin typeface="Times New Roman"/>
                <a:cs typeface="Times New Roman"/>
              </a:rPr>
              <a:t> </a:t>
            </a:r>
            <a:r>
              <a:rPr lang="en-US" sz="1200" spc="-20" dirty="0">
                <a:latin typeface="Times New Roman"/>
                <a:cs typeface="Times New Roman"/>
              </a:rPr>
              <a:t>also </a:t>
            </a:r>
            <a:r>
              <a:rPr lang="en-US" sz="1200" dirty="0">
                <a:latin typeface="Times New Roman"/>
                <a:cs typeface="Times New Roman"/>
              </a:rPr>
              <a:t>describes</a:t>
            </a:r>
            <a:r>
              <a:rPr lang="en-US" sz="1200" spc="70" dirty="0">
                <a:latin typeface="Times New Roman"/>
                <a:cs typeface="Times New Roman"/>
              </a:rPr>
              <a:t> </a:t>
            </a:r>
            <a:r>
              <a:rPr lang="en-US" sz="1200" dirty="0">
                <a:latin typeface="Times New Roman"/>
                <a:cs typeface="Times New Roman"/>
              </a:rPr>
              <a:t>the</a:t>
            </a:r>
            <a:r>
              <a:rPr lang="en-US" sz="1200" spc="80" dirty="0">
                <a:latin typeface="Times New Roman"/>
                <a:cs typeface="Times New Roman"/>
              </a:rPr>
              <a:t> </a:t>
            </a:r>
            <a:r>
              <a:rPr lang="en-US" sz="1200" dirty="0">
                <a:latin typeface="Times New Roman"/>
                <a:cs typeface="Times New Roman"/>
              </a:rPr>
              <a:t>current</a:t>
            </a:r>
            <a:r>
              <a:rPr lang="en-US" sz="1200" spc="90" dirty="0">
                <a:latin typeface="Times New Roman"/>
                <a:cs typeface="Times New Roman"/>
              </a:rPr>
              <a:t> </a:t>
            </a:r>
            <a:r>
              <a:rPr lang="en-US" sz="1200" dirty="0">
                <a:latin typeface="Times New Roman"/>
                <a:cs typeface="Times New Roman"/>
              </a:rPr>
              <a:t>system</a:t>
            </a:r>
            <a:r>
              <a:rPr lang="en-US" sz="1200" spc="90" dirty="0">
                <a:latin typeface="Times New Roman"/>
                <a:cs typeface="Times New Roman"/>
              </a:rPr>
              <a:t> </a:t>
            </a:r>
            <a:r>
              <a:rPr lang="en-US" sz="1200" dirty="0">
                <a:latin typeface="Times New Roman"/>
                <a:cs typeface="Times New Roman"/>
              </a:rPr>
              <a:t>in</a:t>
            </a:r>
            <a:r>
              <a:rPr lang="en-US" sz="1200" spc="85" dirty="0">
                <a:latin typeface="Times New Roman"/>
                <a:cs typeface="Times New Roman"/>
              </a:rPr>
              <a:t> </a:t>
            </a:r>
            <a:r>
              <a:rPr lang="en-US" sz="1200" dirty="0">
                <a:latin typeface="Times New Roman"/>
                <a:cs typeface="Times New Roman"/>
              </a:rPr>
              <a:t>detail,</a:t>
            </a:r>
            <a:r>
              <a:rPr lang="en-US" sz="1200" spc="85" dirty="0">
                <a:latin typeface="Times New Roman"/>
                <a:cs typeface="Times New Roman"/>
              </a:rPr>
              <a:t> </a:t>
            </a:r>
            <a:r>
              <a:rPr lang="en-US" sz="1200" dirty="0">
                <a:latin typeface="Times New Roman"/>
                <a:cs typeface="Times New Roman"/>
              </a:rPr>
              <a:t>including</a:t>
            </a:r>
            <a:r>
              <a:rPr lang="en-US" sz="1200" spc="85" dirty="0">
                <a:latin typeface="Times New Roman"/>
                <a:cs typeface="Times New Roman"/>
              </a:rPr>
              <a:t> </a:t>
            </a:r>
            <a:r>
              <a:rPr lang="en-US" sz="1200" dirty="0">
                <a:latin typeface="Times New Roman"/>
                <a:cs typeface="Times New Roman"/>
              </a:rPr>
              <a:t>its</a:t>
            </a:r>
            <a:r>
              <a:rPr lang="en-US" sz="1200" spc="85" dirty="0">
                <a:latin typeface="Times New Roman"/>
                <a:cs typeface="Times New Roman"/>
              </a:rPr>
              <a:t> </a:t>
            </a:r>
            <a:r>
              <a:rPr lang="en-US" sz="1200" dirty="0">
                <a:latin typeface="Times New Roman"/>
                <a:cs typeface="Times New Roman"/>
              </a:rPr>
              <a:t>components,</a:t>
            </a:r>
            <a:r>
              <a:rPr lang="en-US" sz="1200" spc="75" dirty="0">
                <a:latin typeface="Times New Roman"/>
                <a:cs typeface="Times New Roman"/>
              </a:rPr>
              <a:t> </a:t>
            </a:r>
            <a:r>
              <a:rPr lang="en-US" sz="1200" dirty="0">
                <a:latin typeface="Times New Roman"/>
                <a:cs typeface="Times New Roman"/>
              </a:rPr>
              <a:t>workflow,</a:t>
            </a:r>
            <a:r>
              <a:rPr lang="en-US" sz="1200" spc="60" dirty="0">
                <a:latin typeface="Times New Roman"/>
                <a:cs typeface="Times New Roman"/>
              </a:rPr>
              <a:t> </a:t>
            </a:r>
            <a:r>
              <a:rPr lang="en-US" sz="1200" dirty="0">
                <a:latin typeface="Times New Roman"/>
                <a:cs typeface="Times New Roman"/>
              </a:rPr>
              <a:t>data</a:t>
            </a:r>
            <a:r>
              <a:rPr lang="en-US" sz="1200" spc="110" dirty="0">
                <a:latin typeface="Times New Roman"/>
                <a:cs typeface="Times New Roman"/>
              </a:rPr>
              <a:t> </a:t>
            </a:r>
            <a:r>
              <a:rPr lang="en-US" sz="1200" dirty="0">
                <a:latin typeface="Times New Roman"/>
                <a:cs typeface="Times New Roman"/>
              </a:rPr>
              <a:t>processing</a:t>
            </a:r>
            <a:r>
              <a:rPr lang="en-US" sz="1200" spc="60" dirty="0">
                <a:latin typeface="Times New Roman"/>
                <a:cs typeface="Times New Roman"/>
              </a:rPr>
              <a:t> </a:t>
            </a:r>
            <a:r>
              <a:rPr lang="en-US" sz="1200" spc="-10" dirty="0">
                <a:latin typeface="Times New Roman"/>
                <a:cs typeface="Times New Roman"/>
              </a:rPr>
              <a:t>method</a:t>
            </a:r>
            <a:endParaRPr lang="en-US" sz="1200" dirty="0">
              <a:latin typeface="Times New Roman"/>
              <a:cs typeface="Times New Roman"/>
            </a:endParaRPr>
          </a:p>
          <a:p>
            <a:pPr marL="12700">
              <a:lnSpc>
                <a:spcPct val="100000"/>
              </a:lnSpc>
              <a:spcBef>
                <a:spcPts val="95"/>
              </a:spcBef>
            </a:pPr>
            <a:endParaRPr sz="1200" dirty="0">
              <a:latin typeface="Times New Roman"/>
              <a:cs typeface="Times New Roman"/>
            </a:endParaRPr>
          </a:p>
        </p:txBody>
      </p:sp>
      <p:pic>
        <p:nvPicPr>
          <p:cNvPr id="8" name="object 8"/>
          <p:cNvPicPr/>
          <p:nvPr/>
        </p:nvPicPr>
        <p:blipFill>
          <a:blip r:embed="rId2" cstate="print"/>
          <a:stretch>
            <a:fillRect/>
          </a:stretch>
        </p:blipFill>
        <p:spPr>
          <a:xfrm>
            <a:off x="2094451" y="850900"/>
            <a:ext cx="3791733" cy="3280501"/>
          </a:xfrm>
          <a:prstGeom prst="rect">
            <a:avLst/>
          </a:prstGeom>
        </p:spPr>
      </p:pic>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10" name="object 10"/>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76200">
              <a:lnSpc>
                <a:spcPts val="1410"/>
              </a:lnSpc>
            </a:pPr>
            <a:r>
              <a:rPr lang="en-US" spc="-50" dirty="0"/>
              <a:t>4</a:t>
            </a:r>
            <a:endParaRPr spc="-50" dirty="0"/>
          </a:p>
        </p:txBody>
      </p:sp>
      <p:sp>
        <p:nvSpPr>
          <p:cNvPr id="11" name="object 11"/>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4400" y="723912"/>
            <a:ext cx="6083935" cy="45085"/>
          </a:xfrm>
          <a:custGeom>
            <a:avLst/>
            <a:gdLst/>
            <a:ahLst/>
            <a:cxnLst/>
            <a:rect l="l" t="t" r="r" b="b"/>
            <a:pathLst>
              <a:path w="6083934" h="45084">
                <a:moveTo>
                  <a:pt x="6074651" y="0"/>
                </a:moveTo>
                <a:lnTo>
                  <a:pt x="0" y="0"/>
                </a:lnTo>
                <a:lnTo>
                  <a:pt x="0" y="6464"/>
                </a:lnTo>
                <a:lnTo>
                  <a:pt x="6074651" y="6464"/>
                </a:lnTo>
                <a:lnTo>
                  <a:pt x="6074651" y="0"/>
                </a:lnTo>
                <a:close/>
              </a:path>
              <a:path w="6083934" h="45084">
                <a:moveTo>
                  <a:pt x="6083351" y="21958"/>
                </a:moveTo>
                <a:lnTo>
                  <a:pt x="6019" y="21958"/>
                </a:lnTo>
                <a:lnTo>
                  <a:pt x="6019" y="45072"/>
                </a:lnTo>
                <a:lnTo>
                  <a:pt x="6083351" y="45072"/>
                </a:lnTo>
                <a:lnTo>
                  <a:pt x="6083351" y="21958"/>
                </a:lnTo>
                <a:close/>
              </a:path>
            </a:pathLst>
          </a:custGeom>
          <a:solidFill>
            <a:srgbClr val="823909"/>
          </a:solidFill>
        </p:spPr>
        <p:txBody>
          <a:bodyPr wrap="square" lIns="0" tIns="0" rIns="0" bIns="0" rtlCol="0"/>
          <a:lstStyle/>
          <a:p>
            <a:endParaRPr/>
          </a:p>
        </p:txBody>
      </p:sp>
      <p:sp>
        <p:nvSpPr>
          <p:cNvPr id="3" name="object 3"/>
          <p:cNvSpPr txBox="1"/>
          <p:nvPr/>
        </p:nvSpPr>
        <p:spPr>
          <a:xfrm>
            <a:off x="886764" y="516127"/>
            <a:ext cx="6148705" cy="4691156"/>
          </a:xfrm>
          <a:prstGeom prst="rect">
            <a:avLst/>
          </a:prstGeom>
        </p:spPr>
        <p:txBody>
          <a:bodyPr vert="horz" wrap="square" lIns="0" tIns="12700" rIns="0" bIns="0" rtlCol="0">
            <a:spAutoFit/>
          </a:bodyPr>
          <a:lstStyle/>
          <a:p>
            <a:pPr marL="20320" algn="just">
              <a:lnSpc>
                <a:spcPct val="100000"/>
              </a:lnSpc>
              <a:spcBef>
                <a:spcPts val="100"/>
              </a:spcBef>
              <a:tabLst>
                <a:tab pos="5371465"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a:t>
            </a:r>
            <a:r>
              <a:rPr sz="1200" spc="-10" dirty="0">
                <a:latin typeface="Times New Roman"/>
                <a:cs typeface="Times New Roman"/>
              </a:rPr>
              <a:t>Introduction</a:t>
            </a:r>
            <a:endParaRPr sz="1200" dirty="0">
              <a:latin typeface="Times New Roman"/>
              <a:cs typeface="Times New Roman"/>
            </a:endParaRPr>
          </a:p>
          <a:p>
            <a:pPr marL="12700" algn="just">
              <a:lnSpc>
                <a:spcPct val="150000"/>
              </a:lnSpc>
              <a:spcBef>
                <a:spcPts val="470"/>
              </a:spcBef>
            </a:pPr>
            <a:r>
              <a:rPr lang="en-US" sz="1200" b="1" dirty="0">
                <a:latin typeface="Times New Roman"/>
                <a:cs typeface="Times New Roman"/>
              </a:rPr>
              <a:t>Chapter</a:t>
            </a:r>
            <a:r>
              <a:rPr lang="en-US" sz="1200" b="1" spc="105" dirty="0">
                <a:latin typeface="Times New Roman"/>
                <a:cs typeface="Times New Roman"/>
              </a:rPr>
              <a:t> </a:t>
            </a:r>
            <a:r>
              <a:rPr lang="en-US" sz="1200" b="1" dirty="0">
                <a:latin typeface="Times New Roman"/>
                <a:cs typeface="Times New Roman"/>
              </a:rPr>
              <a:t>5:</a:t>
            </a:r>
            <a:r>
              <a:rPr lang="en-US" sz="1200" b="1" spc="110" dirty="0">
                <a:latin typeface="Times New Roman"/>
                <a:cs typeface="Times New Roman"/>
              </a:rPr>
              <a:t>  </a:t>
            </a:r>
            <a:r>
              <a:rPr lang="en-US" sz="1200" dirty="0">
                <a:latin typeface="Times New Roman"/>
                <a:cs typeface="Times New Roman"/>
              </a:rPr>
              <a:t>In</a:t>
            </a:r>
            <a:r>
              <a:rPr lang="en-US" sz="1200" spc="120" dirty="0">
                <a:latin typeface="Times New Roman"/>
                <a:cs typeface="Times New Roman"/>
              </a:rPr>
              <a:t> </a:t>
            </a:r>
            <a:r>
              <a:rPr lang="en-US" sz="1200" dirty="0">
                <a:latin typeface="Times New Roman"/>
                <a:cs typeface="Times New Roman"/>
              </a:rPr>
              <a:t>this</a:t>
            </a:r>
            <a:r>
              <a:rPr lang="en-US" sz="1200" spc="114" dirty="0">
                <a:latin typeface="Times New Roman"/>
                <a:cs typeface="Times New Roman"/>
              </a:rPr>
              <a:t> </a:t>
            </a:r>
            <a:r>
              <a:rPr lang="en-US" sz="1200" dirty="0">
                <a:latin typeface="Times New Roman"/>
                <a:cs typeface="Times New Roman"/>
              </a:rPr>
              <a:t>chapter,</a:t>
            </a:r>
            <a:r>
              <a:rPr lang="en-US" sz="1200" spc="110" dirty="0">
                <a:latin typeface="Times New Roman"/>
                <a:cs typeface="Times New Roman"/>
              </a:rPr>
              <a:t> </a:t>
            </a:r>
            <a:r>
              <a:rPr lang="en-US" sz="1200" dirty="0">
                <a:latin typeface="Times New Roman"/>
                <a:cs typeface="Times New Roman"/>
              </a:rPr>
              <a:t>the</a:t>
            </a:r>
            <a:r>
              <a:rPr lang="en-US" sz="1200" spc="110" dirty="0">
                <a:latin typeface="Times New Roman"/>
                <a:cs typeface="Times New Roman"/>
              </a:rPr>
              <a:t> </a:t>
            </a:r>
            <a:r>
              <a:rPr lang="en-US" sz="1200" dirty="0">
                <a:latin typeface="Times New Roman"/>
                <a:cs typeface="Times New Roman"/>
              </a:rPr>
              <a:t>report</a:t>
            </a:r>
            <a:r>
              <a:rPr lang="en-US" sz="1200" spc="105" dirty="0">
                <a:latin typeface="Times New Roman"/>
                <a:cs typeface="Times New Roman"/>
              </a:rPr>
              <a:t> </a:t>
            </a:r>
            <a:r>
              <a:rPr lang="en-US" sz="1200" dirty="0">
                <a:latin typeface="Times New Roman"/>
                <a:cs typeface="Times New Roman"/>
              </a:rPr>
              <a:t>provides</a:t>
            </a:r>
            <a:r>
              <a:rPr lang="en-US" sz="1200" spc="114" dirty="0">
                <a:latin typeface="Times New Roman"/>
                <a:cs typeface="Times New Roman"/>
              </a:rPr>
              <a:t> </a:t>
            </a:r>
            <a:r>
              <a:rPr lang="en-US" sz="1200" dirty="0">
                <a:latin typeface="Times New Roman"/>
                <a:cs typeface="Times New Roman"/>
              </a:rPr>
              <a:t>a</a:t>
            </a:r>
            <a:r>
              <a:rPr lang="en-US" sz="1200" spc="105" dirty="0">
                <a:latin typeface="Times New Roman"/>
                <a:cs typeface="Times New Roman"/>
              </a:rPr>
              <a:t> </a:t>
            </a:r>
            <a:r>
              <a:rPr lang="en-US" sz="1200" dirty="0">
                <a:latin typeface="Times New Roman"/>
                <a:cs typeface="Times New Roman"/>
              </a:rPr>
              <a:t>detailed</a:t>
            </a:r>
            <a:r>
              <a:rPr lang="en-US" sz="1200" spc="105" dirty="0">
                <a:latin typeface="Times New Roman"/>
                <a:cs typeface="Times New Roman"/>
              </a:rPr>
              <a:t> </a:t>
            </a:r>
            <a:r>
              <a:rPr lang="en-US" sz="1200" dirty="0">
                <a:latin typeface="Times New Roman"/>
                <a:cs typeface="Times New Roman"/>
              </a:rPr>
              <a:t>and</a:t>
            </a:r>
            <a:r>
              <a:rPr lang="en-US" sz="1200" spc="114" dirty="0">
                <a:latin typeface="Times New Roman"/>
                <a:cs typeface="Times New Roman"/>
              </a:rPr>
              <a:t> </a:t>
            </a:r>
            <a:r>
              <a:rPr lang="en-US" sz="1200" dirty="0">
                <a:latin typeface="Times New Roman"/>
                <a:cs typeface="Times New Roman"/>
              </a:rPr>
              <a:t>structured</a:t>
            </a:r>
            <a:r>
              <a:rPr lang="en-US" sz="1200" spc="114" dirty="0">
                <a:latin typeface="Times New Roman"/>
                <a:cs typeface="Times New Roman"/>
              </a:rPr>
              <a:t> </a:t>
            </a:r>
            <a:r>
              <a:rPr lang="en-US" sz="1200" dirty="0">
                <a:latin typeface="Times New Roman"/>
                <a:cs typeface="Times New Roman"/>
              </a:rPr>
              <a:t>approach</a:t>
            </a:r>
            <a:r>
              <a:rPr lang="en-US" sz="1200" spc="100" dirty="0">
                <a:latin typeface="Times New Roman"/>
                <a:cs typeface="Times New Roman"/>
              </a:rPr>
              <a:t> </a:t>
            </a:r>
            <a:r>
              <a:rPr lang="en-US" sz="1200" dirty="0">
                <a:latin typeface="Times New Roman"/>
                <a:cs typeface="Times New Roman"/>
              </a:rPr>
              <a:t>to</a:t>
            </a:r>
            <a:r>
              <a:rPr lang="en-US" sz="1200" spc="114" dirty="0">
                <a:latin typeface="Times New Roman"/>
                <a:cs typeface="Times New Roman"/>
              </a:rPr>
              <a:t> </a:t>
            </a:r>
            <a:r>
              <a:rPr lang="en-US" sz="1200" dirty="0">
                <a:latin typeface="Times New Roman"/>
                <a:cs typeface="Times New Roman"/>
              </a:rPr>
              <a:t>designing</a:t>
            </a:r>
            <a:r>
              <a:rPr lang="en-US" sz="1200" spc="105" dirty="0">
                <a:latin typeface="Times New Roman"/>
                <a:cs typeface="Times New Roman"/>
              </a:rPr>
              <a:t> </a:t>
            </a:r>
            <a:r>
              <a:rPr lang="en-US" sz="1200" spc="-25" dirty="0">
                <a:latin typeface="Times New Roman"/>
                <a:cs typeface="Times New Roman"/>
              </a:rPr>
              <a:t>the </a:t>
            </a:r>
            <a:r>
              <a:rPr lang="en-US" sz="1200" dirty="0">
                <a:latin typeface="Times New Roman"/>
                <a:cs typeface="Times New Roman"/>
              </a:rPr>
              <a:t>Gesture-Controlled</a:t>
            </a:r>
            <a:r>
              <a:rPr lang="en-US" sz="1200" spc="380" dirty="0">
                <a:latin typeface="Times New Roman"/>
                <a:cs typeface="Times New Roman"/>
              </a:rPr>
              <a:t> </a:t>
            </a:r>
            <a:r>
              <a:rPr lang="en-US" sz="1200" dirty="0">
                <a:latin typeface="Times New Roman"/>
                <a:cs typeface="Times New Roman"/>
              </a:rPr>
              <a:t>Virtual</a:t>
            </a:r>
            <a:r>
              <a:rPr lang="en-US" sz="1200" spc="375" dirty="0">
                <a:latin typeface="Times New Roman"/>
                <a:cs typeface="Times New Roman"/>
              </a:rPr>
              <a:t> </a:t>
            </a:r>
            <a:r>
              <a:rPr lang="en-US" sz="1200" dirty="0">
                <a:latin typeface="Times New Roman"/>
                <a:cs typeface="Times New Roman"/>
              </a:rPr>
              <a:t>Mouse</a:t>
            </a:r>
            <a:r>
              <a:rPr lang="en-US" sz="1200" spc="365" dirty="0">
                <a:latin typeface="Times New Roman"/>
                <a:cs typeface="Times New Roman"/>
              </a:rPr>
              <a:t> </a:t>
            </a:r>
            <a:r>
              <a:rPr lang="en-US" sz="1200" dirty="0">
                <a:latin typeface="Times New Roman"/>
                <a:cs typeface="Times New Roman"/>
              </a:rPr>
              <a:t>system</a:t>
            </a:r>
            <a:r>
              <a:rPr lang="en-US" sz="1200" spc="375" dirty="0">
                <a:latin typeface="Times New Roman"/>
                <a:cs typeface="Times New Roman"/>
              </a:rPr>
              <a:t> </a:t>
            </a:r>
            <a:r>
              <a:rPr lang="en-US" sz="1200" dirty="0">
                <a:latin typeface="Times New Roman"/>
                <a:cs typeface="Times New Roman"/>
              </a:rPr>
              <a:t>in</a:t>
            </a:r>
            <a:r>
              <a:rPr lang="en-US" sz="1200" spc="370" dirty="0">
                <a:latin typeface="Times New Roman"/>
                <a:cs typeface="Times New Roman"/>
              </a:rPr>
              <a:t> </a:t>
            </a:r>
            <a:r>
              <a:rPr lang="en-US" sz="1200" dirty="0">
                <a:latin typeface="Times New Roman"/>
                <a:cs typeface="Times New Roman"/>
              </a:rPr>
              <a:t>a</a:t>
            </a:r>
            <a:r>
              <a:rPr lang="en-US" sz="1200" spc="360" dirty="0">
                <a:latin typeface="Times New Roman"/>
                <a:cs typeface="Times New Roman"/>
              </a:rPr>
              <a:t> </a:t>
            </a:r>
            <a:r>
              <a:rPr lang="en-US" sz="1200" dirty="0">
                <a:latin typeface="Times New Roman"/>
                <a:cs typeface="Times New Roman"/>
              </a:rPr>
              <a:t>way</a:t>
            </a:r>
            <a:r>
              <a:rPr lang="en-US" sz="1200" spc="360" dirty="0">
                <a:latin typeface="Times New Roman"/>
                <a:cs typeface="Times New Roman"/>
              </a:rPr>
              <a:t> </a:t>
            </a:r>
            <a:r>
              <a:rPr lang="en-US" sz="1200" dirty="0">
                <a:latin typeface="Times New Roman"/>
                <a:cs typeface="Times New Roman"/>
              </a:rPr>
              <a:t>that</a:t>
            </a:r>
            <a:r>
              <a:rPr lang="en-US" sz="1200" spc="375" dirty="0">
                <a:latin typeface="Times New Roman"/>
                <a:cs typeface="Times New Roman"/>
              </a:rPr>
              <a:t> </a:t>
            </a:r>
            <a:r>
              <a:rPr lang="en-US" sz="1200" dirty="0">
                <a:latin typeface="Times New Roman"/>
                <a:cs typeface="Times New Roman"/>
              </a:rPr>
              <a:t>meets</a:t>
            </a:r>
            <a:r>
              <a:rPr lang="en-US" sz="1200" spc="380" dirty="0">
                <a:latin typeface="Times New Roman"/>
                <a:cs typeface="Times New Roman"/>
              </a:rPr>
              <a:t> </a:t>
            </a:r>
            <a:r>
              <a:rPr lang="en-US" sz="1200" dirty="0">
                <a:latin typeface="Times New Roman"/>
                <a:cs typeface="Times New Roman"/>
              </a:rPr>
              <a:t>user</a:t>
            </a:r>
            <a:r>
              <a:rPr lang="en-US" sz="1200" spc="370" dirty="0">
                <a:latin typeface="Times New Roman"/>
                <a:cs typeface="Times New Roman"/>
              </a:rPr>
              <a:t> </a:t>
            </a:r>
            <a:r>
              <a:rPr lang="en-US" sz="1200" dirty="0">
                <a:latin typeface="Times New Roman"/>
                <a:cs typeface="Times New Roman"/>
              </a:rPr>
              <a:t>requirements</a:t>
            </a:r>
            <a:r>
              <a:rPr lang="en-US" sz="1200" spc="370" dirty="0">
                <a:latin typeface="Times New Roman"/>
                <a:cs typeface="Times New Roman"/>
              </a:rPr>
              <a:t> </a:t>
            </a:r>
            <a:r>
              <a:rPr lang="en-US" sz="1200" dirty="0">
                <a:latin typeface="Times New Roman"/>
                <a:cs typeface="Times New Roman"/>
              </a:rPr>
              <a:t>and</a:t>
            </a:r>
            <a:r>
              <a:rPr lang="en-US" sz="1200" spc="375" dirty="0">
                <a:latin typeface="Times New Roman"/>
                <a:cs typeface="Times New Roman"/>
              </a:rPr>
              <a:t> </a:t>
            </a:r>
            <a:r>
              <a:rPr lang="en-US" sz="1200" spc="-10" dirty="0">
                <a:latin typeface="Times New Roman"/>
                <a:cs typeface="Times New Roman"/>
              </a:rPr>
              <a:t>ensures </a:t>
            </a:r>
            <a:r>
              <a:rPr lang="en-US" sz="1200" dirty="0">
                <a:latin typeface="Times New Roman"/>
                <a:cs typeface="Times New Roman"/>
              </a:rPr>
              <a:t>efficiency,</a:t>
            </a:r>
            <a:r>
              <a:rPr lang="en-US" sz="1200" spc="200" dirty="0">
                <a:latin typeface="Times New Roman"/>
                <a:cs typeface="Times New Roman"/>
              </a:rPr>
              <a:t>  </a:t>
            </a:r>
            <a:r>
              <a:rPr lang="en-US" sz="1200" dirty="0">
                <a:latin typeface="Times New Roman"/>
                <a:cs typeface="Times New Roman"/>
              </a:rPr>
              <a:t>accuracy,</a:t>
            </a:r>
            <a:r>
              <a:rPr lang="en-US" sz="1200" spc="200" dirty="0">
                <a:latin typeface="Times New Roman"/>
                <a:cs typeface="Times New Roman"/>
              </a:rPr>
              <a:t>  </a:t>
            </a:r>
            <a:r>
              <a:rPr lang="en-US" sz="1200" dirty="0">
                <a:latin typeface="Times New Roman"/>
                <a:cs typeface="Times New Roman"/>
              </a:rPr>
              <a:t>and</a:t>
            </a:r>
            <a:r>
              <a:rPr lang="en-US" sz="1200" spc="195" dirty="0">
                <a:latin typeface="Times New Roman"/>
                <a:cs typeface="Times New Roman"/>
              </a:rPr>
              <a:t>  </a:t>
            </a:r>
            <a:r>
              <a:rPr lang="en-US" sz="1200" dirty="0">
                <a:latin typeface="Times New Roman"/>
                <a:cs typeface="Times New Roman"/>
              </a:rPr>
              <a:t>easy</a:t>
            </a:r>
            <a:r>
              <a:rPr lang="en-US" sz="1200" spc="195" dirty="0">
                <a:latin typeface="Times New Roman"/>
                <a:cs typeface="Times New Roman"/>
              </a:rPr>
              <a:t>  </a:t>
            </a:r>
            <a:r>
              <a:rPr lang="en-US" sz="1200" dirty="0">
                <a:latin typeface="Times New Roman"/>
                <a:cs typeface="Times New Roman"/>
              </a:rPr>
              <a:t>maintenance</a:t>
            </a:r>
            <a:r>
              <a:rPr lang="en-US" sz="1200" spc="204" dirty="0">
                <a:latin typeface="Times New Roman"/>
                <a:cs typeface="Times New Roman"/>
              </a:rPr>
              <a:t>  </a:t>
            </a:r>
            <a:r>
              <a:rPr lang="en-US" sz="1200" dirty="0">
                <a:latin typeface="Times New Roman"/>
                <a:cs typeface="Times New Roman"/>
              </a:rPr>
              <a:t>by:</a:t>
            </a:r>
            <a:r>
              <a:rPr lang="en-US" sz="1200" spc="195" dirty="0">
                <a:latin typeface="Times New Roman"/>
                <a:cs typeface="Times New Roman"/>
              </a:rPr>
              <a:t>  </a:t>
            </a:r>
            <a:r>
              <a:rPr lang="en-US" sz="1200" dirty="0">
                <a:latin typeface="Times New Roman"/>
                <a:cs typeface="Times New Roman"/>
              </a:rPr>
              <a:t>Translating</a:t>
            </a:r>
            <a:r>
              <a:rPr lang="en-US" sz="1200" spc="195" dirty="0">
                <a:latin typeface="Times New Roman"/>
                <a:cs typeface="Times New Roman"/>
              </a:rPr>
              <a:t>  </a:t>
            </a:r>
            <a:r>
              <a:rPr lang="en-US" sz="1200" dirty="0">
                <a:latin typeface="Times New Roman"/>
                <a:cs typeface="Times New Roman"/>
              </a:rPr>
              <a:t>the</a:t>
            </a:r>
            <a:r>
              <a:rPr lang="en-US" sz="1200" spc="200" dirty="0">
                <a:latin typeface="Times New Roman"/>
                <a:cs typeface="Times New Roman"/>
              </a:rPr>
              <a:t>  </a:t>
            </a:r>
            <a:r>
              <a:rPr lang="en-US" sz="1200" dirty="0">
                <a:latin typeface="Times New Roman"/>
                <a:cs typeface="Times New Roman"/>
              </a:rPr>
              <a:t>functional</a:t>
            </a:r>
            <a:r>
              <a:rPr lang="en-US" sz="1200" spc="200" dirty="0">
                <a:latin typeface="Times New Roman"/>
                <a:cs typeface="Times New Roman"/>
              </a:rPr>
              <a:t>  </a:t>
            </a:r>
            <a:r>
              <a:rPr lang="en-US" sz="1200" dirty="0">
                <a:latin typeface="Times New Roman"/>
                <a:cs typeface="Times New Roman"/>
              </a:rPr>
              <a:t>and</a:t>
            </a:r>
            <a:r>
              <a:rPr lang="en-US" sz="1200" spc="195" dirty="0">
                <a:latin typeface="Times New Roman"/>
                <a:cs typeface="Times New Roman"/>
              </a:rPr>
              <a:t>  </a:t>
            </a:r>
            <a:r>
              <a:rPr lang="en-US" sz="1200" spc="-10" dirty="0">
                <a:latin typeface="Times New Roman"/>
                <a:cs typeface="Times New Roman"/>
              </a:rPr>
              <a:t>technical </a:t>
            </a:r>
            <a:r>
              <a:rPr lang="en-US" sz="1200" dirty="0">
                <a:latin typeface="Times New Roman"/>
                <a:cs typeface="Times New Roman"/>
              </a:rPr>
              <a:t>requirements</a:t>
            </a:r>
            <a:r>
              <a:rPr lang="en-US" sz="1200" spc="100" dirty="0">
                <a:latin typeface="Times New Roman"/>
                <a:cs typeface="Times New Roman"/>
              </a:rPr>
              <a:t> </a:t>
            </a:r>
            <a:r>
              <a:rPr lang="en-US" sz="1200" dirty="0">
                <a:latin typeface="Times New Roman"/>
                <a:cs typeface="Times New Roman"/>
              </a:rPr>
              <a:t>into</a:t>
            </a:r>
            <a:r>
              <a:rPr lang="en-US" sz="1200" spc="85" dirty="0">
                <a:latin typeface="Times New Roman"/>
                <a:cs typeface="Times New Roman"/>
              </a:rPr>
              <a:t> </a:t>
            </a:r>
            <a:r>
              <a:rPr lang="en-US" sz="1200" dirty="0">
                <a:latin typeface="Times New Roman"/>
                <a:cs typeface="Times New Roman"/>
              </a:rPr>
              <a:t>a</a:t>
            </a:r>
            <a:r>
              <a:rPr lang="en-US" sz="1200" spc="75" dirty="0">
                <a:latin typeface="Times New Roman"/>
                <a:cs typeface="Times New Roman"/>
              </a:rPr>
              <a:t> </a:t>
            </a:r>
            <a:r>
              <a:rPr lang="en-US" sz="1200" dirty="0">
                <a:latin typeface="Times New Roman"/>
                <a:cs typeface="Times New Roman"/>
              </a:rPr>
              <a:t>clear</a:t>
            </a:r>
            <a:r>
              <a:rPr lang="en-US" sz="1200" spc="75" dirty="0">
                <a:latin typeface="Times New Roman"/>
                <a:cs typeface="Times New Roman"/>
              </a:rPr>
              <a:t> </a:t>
            </a:r>
            <a:r>
              <a:rPr lang="en-US" sz="1200" dirty="0">
                <a:latin typeface="Times New Roman"/>
                <a:cs typeface="Times New Roman"/>
              </a:rPr>
              <a:t>and</a:t>
            </a:r>
            <a:r>
              <a:rPr lang="en-US" sz="1200" spc="60" dirty="0">
                <a:latin typeface="Times New Roman"/>
                <a:cs typeface="Times New Roman"/>
              </a:rPr>
              <a:t> </a:t>
            </a:r>
            <a:r>
              <a:rPr lang="en-US" sz="1200" dirty="0">
                <a:latin typeface="Times New Roman"/>
                <a:cs typeface="Times New Roman"/>
              </a:rPr>
              <a:t>well-defined</a:t>
            </a:r>
            <a:r>
              <a:rPr lang="en-US" sz="1200" spc="85" dirty="0">
                <a:latin typeface="Times New Roman"/>
                <a:cs typeface="Times New Roman"/>
              </a:rPr>
              <a:t> </a:t>
            </a:r>
            <a:r>
              <a:rPr lang="en-US" sz="1200" dirty="0">
                <a:latin typeface="Times New Roman"/>
                <a:cs typeface="Times New Roman"/>
              </a:rPr>
              <a:t>system</a:t>
            </a:r>
            <a:r>
              <a:rPr lang="en-US" sz="1200" spc="70" dirty="0">
                <a:latin typeface="Times New Roman"/>
                <a:cs typeface="Times New Roman"/>
              </a:rPr>
              <a:t> </a:t>
            </a:r>
            <a:r>
              <a:rPr lang="en-US" sz="1200" spc="-10" dirty="0">
                <a:latin typeface="Times New Roman"/>
                <a:cs typeface="Times New Roman"/>
              </a:rPr>
              <a:t>design.</a:t>
            </a:r>
            <a:endParaRPr lang="en-US" sz="1200" dirty="0">
              <a:latin typeface="Times New Roman"/>
              <a:cs typeface="Times New Roman"/>
            </a:endParaRPr>
          </a:p>
          <a:p>
            <a:pPr marL="24765" marR="10160" algn="just">
              <a:lnSpc>
                <a:spcPct val="150000"/>
              </a:lnSpc>
              <a:spcBef>
                <a:spcPts val="775"/>
              </a:spcBef>
            </a:pPr>
            <a:r>
              <a:rPr lang="en-US" sz="1200" b="1" dirty="0">
                <a:latin typeface="Times New Roman"/>
                <a:cs typeface="Times New Roman"/>
              </a:rPr>
              <a:t>Chapter</a:t>
            </a:r>
            <a:r>
              <a:rPr lang="en-US" sz="1200" b="1" spc="90" dirty="0">
                <a:latin typeface="Times New Roman"/>
                <a:cs typeface="Times New Roman"/>
              </a:rPr>
              <a:t> </a:t>
            </a:r>
            <a:r>
              <a:rPr lang="en-US" sz="1200" b="1" dirty="0">
                <a:latin typeface="Times New Roman"/>
                <a:cs typeface="Times New Roman"/>
              </a:rPr>
              <a:t>6:</a:t>
            </a:r>
            <a:r>
              <a:rPr lang="en-US" sz="1200" b="1" spc="105" dirty="0">
                <a:latin typeface="Times New Roman"/>
                <a:cs typeface="Times New Roman"/>
              </a:rPr>
              <a:t> </a:t>
            </a:r>
            <a:r>
              <a:rPr lang="en-US" sz="1200" dirty="0">
                <a:latin typeface="Times New Roman"/>
                <a:cs typeface="Times New Roman"/>
              </a:rPr>
              <a:t>In</a:t>
            </a:r>
            <a:r>
              <a:rPr lang="en-US" sz="1200" spc="95" dirty="0">
                <a:latin typeface="Times New Roman"/>
                <a:cs typeface="Times New Roman"/>
              </a:rPr>
              <a:t> </a:t>
            </a:r>
            <a:r>
              <a:rPr lang="en-US" sz="1200" dirty="0">
                <a:latin typeface="Times New Roman"/>
                <a:cs typeface="Times New Roman"/>
              </a:rPr>
              <a:t>this</a:t>
            </a:r>
            <a:r>
              <a:rPr lang="en-US" sz="1200" spc="100" dirty="0">
                <a:latin typeface="Times New Roman"/>
                <a:cs typeface="Times New Roman"/>
              </a:rPr>
              <a:t> </a:t>
            </a:r>
            <a:r>
              <a:rPr lang="en-US" sz="1200" dirty="0">
                <a:latin typeface="Times New Roman"/>
                <a:cs typeface="Times New Roman"/>
              </a:rPr>
              <a:t>chapter,</a:t>
            </a:r>
            <a:r>
              <a:rPr lang="en-US" sz="1200" spc="95" dirty="0">
                <a:latin typeface="Times New Roman"/>
                <a:cs typeface="Times New Roman"/>
              </a:rPr>
              <a:t> </a:t>
            </a:r>
            <a:r>
              <a:rPr lang="en-US" sz="1200" dirty="0">
                <a:latin typeface="Times New Roman"/>
                <a:cs typeface="Times New Roman"/>
              </a:rPr>
              <a:t>it</a:t>
            </a:r>
            <a:r>
              <a:rPr lang="en-US" sz="1200" spc="100" dirty="0">
                <a:latin typeface="Times New Roman"/>
                <a:cs typeface="Times New Roman"/>
              </a:rPr>
              <a:t> </a:t>
            </a:r>
            <a:r>
              <a:rPr lang="en-US" sz="1200" dirty="0">
                <a:latin typeface="Times New Roman"/>
                <a:cs typeface="Times New Roman"/>
              </a:rPr>
              <a:t>describes</a:t>
            </a:r>
            <a:r>
              <a:rPr lang="en-US" sz="1200" spc="95" dirty="0">
                <a:latin typeface="Times New Roman"/>
                <a:cs typeface="Times New Roman"/>
              </a:rPr>
              <a:t> </a:t>
            </a:r>
            <a:r>
              <a:rPr lang="en-US" sz="1200" dirty="0">
                <a:latin typeface="Times New Roman"/>
                <a:cs typeface="Times New Roman"/>
              </a:rPr>
              <a:t>the</a:t>
            </a:r>
            <a:r>
              <a:rPr lang="en-US" sz="1200" spc="90" dirty="0">
                <a:latin typeface="Times New Roman"/>
                <a:cs typeface="Times New Roman"/>
              </a:rPr>
              <a:t> </a:t>
            </a:r>
            <a:r>
              <a:rPr lang="en-US" sz="1200" dirty="0">
                <a:latin typeface="Times New Roman"/>
                <a:cs typeface="Times New Roman"/>
              </a:rPr>
              <a:t>implementation</a:t>
            </a:r>
            <a:r>
              <a:rPr lang="en-US" sz="1200" spc="80" dirty="0">
                <a:latin typeface="Times New Roman"/>
                <a:cs typeface="Times New Roman"/>
              </a:rPr>
              <a:t> </a:t>
            </a:r>
            <a:r>
              <a:rPr lang="en-US" sz="1200" dirty="0">
                <a:latin typeface="Times New Roman"/>
                <a:cs typeface="Times New Roman"/>
              </a:rPr>
              <a:t>process</a:t>
            </a:r>
            <a:r>
              <a:rPr lang="en-US" sz="1200" spc="100" dirty="0">
                <a:latin typeface="Times New Roman"/>
                <a:cs typeface="Times New Roman"/>
              </a:rPr>
              <a:t> </a:t>
            </a:r>
            <a:r>
              <a:rPr lang="en-US" sz="1200" dirty="0">
                <a:latin typeface="Times New Roman"/>
                <a:cs typeface="Times New Roman"/>
              </a:rPr>
              <a:t>which</a:t>
            </a:r>
            <a:r>
              <a:rPr lang="en-US" sz="1200" spc="80" dirty="0">
                <a:latin typeface="Times New Roman"/>
                <a:cs typeface="Times New Roman"/>
              </a:rPr>
              <a:t> </a:t>
            </a:r>
            <a:r>
              <a:rPr lang="en-US" sz="1200" dirty="0">
                <a:latin typeface="Times New Roman"/>
                <a:cs typeface="Times New Roman"/>
              </a:rPr>
              <a:t>acts</a:t>
            </a:r>
            <a:r>
              <a:rPr lang="en-US" sz="1200" spc="85" dirty="0">
                <a:latin typeface="Times New Roman"/>
                <a:cs typeface="Times New Roman"/>
              </a:rPr>
              <a:t> </a:t>
            </a:r>
            <a:r>
              <a:rPr lang="en-US" sz="1200" dirty="0">
                <a:latin typeface="Times New Roman"/>
                <a:cs typeface="Times New Roman"/>
              </a:rPr>
              <a:t>as</a:t>
            </a:r>
            <a:r>
              <a:rPr lang="en-US" sz="1200" spc="100" dirty="0">
                <a:latin typeface="Times New Roman"/>
                <a:cs typeface="Times New Roman"/>
              </a:rPr>
              <a:t> </a:t>
            </a:r>
            <a:r>
              <a:rPr lang="en-US" sz="1200" dirty="0">
                <a:latin typeface="Times New Roman"/>
                <a:cs typeface="Times New Roman"/>
              </a:rPr>
              <a:t>a</a:t>
            </a:r>
            <a:r>
              <a:rPr lang="en-US" sz="1200" spc="90" dirty="0">
                <a:latin typeface="Times New Roman"/>
                <a:cs typeface="Times New Roman"/>
              </a:rPr>
              <a:t> </a:t>
            </a:r>
            <a:r>
              <a:rPr lang="en-US" sz="1200" dirty="0">
                <a:latin typeface="Times New Roman"/>
                <a:cs typeface="Times New Roman"/>
              </a:rPr>
              <a:t>crucial</a:t>
            </a:r>
            <a:r>
              <a:rPr lang="en-US" sz="1200" spc="85" dirty="0">
                <a:latin typeface="Times New Roman"/>
                <a:cs typeface="Times New Roman"/>
              </a:rPr>
              <a:t> </a:t>
            </a:r>
            <a:r>
              <a:rPr lang="en-US" sz="1200" dirty="0">
                <a:latin typeface="Times New Roman"/>
                <a:cs typeface="Times New Roman"/>
              </a:rPr>
              <a:t>phase</a:t>
            </a:r>
            <a:r>
              <a:rPr lang="en-US" sz="1200" spc="105" dirty="0">
                <a:latin typeface="Times New Roman"/>
                <a:cs typeface="Times New Roman"/>
              </a:rPr>
              <a:t> </a:t>
            </a:r>
            <a:r>
              <a:rPr lang="en-US" sz="1200" spc="-25" dirty="0">
                <a:latin typeface="Times New Roman"/>
                <a:cs typeface="Times New Roman"/>
              </a:rPr>
              <a:t>as </a:t>
            </a:r>
            <a:r>
              <a:rPr lang="en-US" sz="1200" dirty="0">
                <a:latin typeface="Times New Roman"/>
                <a:cs typeface="Times New Roman"/>
              </a:rPr>
              <a:t>it</a:t>
            </a:r>
            <a:r>
              <a:rPr lang="en-US" sz="1200" spc="35" dirty="0">
                <a:latin typeface="Times New Roman"/>
                <a:cs typeface="Times New Roman"/>
              </a:rPr>
              <a:t> </a:t>
            </a:r>
            <a:r>
              <a:rPr lang="en-US" sz="1200" dirty="0">
                <a:latin typeface="Times New Roman"/>
                <a:cs typeface="Times New Roman"/>
              </a:rPr>
              <a:t>provides</a:t>
            </a:r>
            <a:r>
              <a:rPr lang="en-US" sz="1200" spc="30" dirty="0">
                <a:latin typeface="Times New Roman"/>
                <a:cs typeface="Times New Roman"/>
              </a:rPr>
              <a:t> </a:t>
            </a:r>
            <a:r>
              <a:rPr lang="en-US" sz="1200" spc="-10" dirty="0">
                <a:latin typeface="Times New Roman"/>
                <a:cs typeface="Times New Roman"/>
              </a:rPr>
              <a:t>transparency,</a:t>
            </a:r>
            <a:r>
              <a:rPr lang="en-US" sz="1200" spc="20" dirty="0">
                <a:latin typeface="Times New Roman"/>
                <a:cs typeface="Times New Roman"/>
              </a:rPr>
              <a:t> </a:t>
            </a:r>
            <a:r>
              <a:rPr lang="en-US" sz="1200" spc="-10" dirty="0">
                <a:latin typeface="Times New Roman"/>
                <a:cs typeface="Times New Roman"/>
              </a:rPr>
              <a:t>reproducibility,</a:t>
            </a:r>
            <a:r>
              <a:rPr lang="en-US" sz="1200" spc="25" dirty="0">
                <a:latin typeface="Times New Roman"/>
                <a:cs typeface="Times New Roman"/>
              </a:rPr>
              <a:t> </a:t>
            </a:r>
            <a:r>
              <a:rPr lang="en-US" sz="1200" dirty="0">
                <a:latin typeface="Times New Roman"/>
                <a:cs typeface="Times New Roman"/>
              </a:rPr>
              <a:t>and</a:t>
            </a:r>
            <a:r>
              <a:rPr lang="en-US" sz="1200" spc="40" dirty="0">
                <a:latin typeface="Times New Roman"/>
                <a:cs typeface="Times New Roman"/>
              </a:rPr>
              <a:t> </a:t>
            </a:r>
            <a:r>
              <a:rPr lang="en-US" sz="1200" dirty="0">
                <a:latin typeface="Times New Roman"/>
                <a:cs typeface="Times New Roman"/>
              </a:rPr>
              <a:t>accountability,</a:t>
            </a:r>
            <a:r>
              <a:rPr lang="en-US" sz="1200" spc="30" dirty="0">
                <a:latin typeface="Times New Roman"/>
                <a:cs typeface="Times New Roman"/>
              </a:rPr>
              <a:t> </a:t>
            </a:r>
            <a:r>
              <a:rPr lang="en-US" sz="1200" dirty="0">
                <a:latin typeface="Times New Roman"/>
                <a:cs typeface="Times New Roman"/>
              </a:rPr>
              <a:t>allowing</a:t>
            </a:r>
            <a:r>
              <a:rPr lang="en-US" sz="1200" spc="10" dirty="0">
                <a:latin typeface="Times New Roman"/>
                <a:cs typeface="Times New Roman"/>
              </a:rPr>
              <a:t> </a:t>
            </a:r>
            <a:r>
              <a:rPr lang="en-US" sz="1200" dirty="0">
                <a:latin typeface="Times New Roman"/>
                <a:cs typeface="Times New Roman"/>
              </a:rPr>
              <a:t>readers</a:t>
            </a:r>
            <a:r>
              <a:rPr lang="en-US" sz="1200" spc="35" dirty="0">
                <a:latin typeface="Times New Roman"/>
                <a:cs typeface="Times New Roman"/>
              </a:rPr>
              <a:t> </a:t>
            </a:r>
            <a:r>
              <a:rPr lang="en-US" sz="1200" dirty="0">
                <a:latin typeface="Times New Roman"/>
                <a:cs typeface="Times New Roman"/>
              </a:rPr>
              <a:t>to</a:t>
            </a:r>
            <a:r>
              <a:rPr lang="en-US" sz="1200" spc="20" dirty="0">
                <a:latin typeface="Times New Roman"/>
                <a:cs typeface="Times New Roman"/>
              </a:rPr>
              <a:t> </a:t>
            </a:r>
            <a:r>
              <a:rPr lang="en-US" sz="1200" dirty="0">
                <a:latin typeface="Times New Roman"/>
                <a:cs typeface="Times New Roman"/>
              </a:rPr>
              <a:t>verify</a:t>
            </a:r>
            <a:r>
              <a:rPr lang="en-US" sz="1200" spc="20" dirty="0">
                <a:latin typeface="Times New Roman"/>
                <a:cs typeface="Times New Roman"/>
              </a:rPr>
              <a:t> </a:t>
            </a:r>
            <a:r>
              <a:rPr lang="en-US" sz="1200" dirty="0">
                <a:latin typeface="Times New Roman"/>
                <a:cs typeface="Times New Roman"/>
              </a:rPr>
              <a:t>and</a:t>
            </a:r>
            <a:r>
              <a:rPr lang="en-US" sz="1200" spc="40" dirty="0">
                <a:latin typeface="Times New Roman"/>
                <a:cs typeface="Times New Roman"/>
              </a:rPr>
              <a:t> </a:t>
            </a:r>
            <a:r>
              <a:rPr lang="en-US" sz="1200" dirty="0">
                <a:latin typeface="Times New Roman"/>
                <a:cs typeface="Times New Roman"/>
              </a:rPr>
              <a:t>build</a:t>
            </a:r>
            <a:r>
              <a:rPr lang="en-US" sz="1200" spc="35" dirty="0">
                <a:latin typeface="Times New Roman"/>
                <a:cs typeface="Times New Roman"/>
              </a:rPr>
              <a:t> </a:t>
            </a:r>
            <a:r>
              <a:rPr lang="en-US" sz="1200" spc="-20" dirty="0">
                <a:latin typeface="Times New Roman"/>
                <a:cs typeface="Times New Roman"/>
              </a:rPr>
              <a:t>upon </a:t>
            </a:r>
            <a:r>
              <a:rPr lang="en-US" sz="1200" dirty="0">
                <a:latin typeface="Times New Roman"/>
                <a:cs typeface="Times New Roman"/>
              </a:rPr>
              <a:t>the</a:t>
            </a:r>
            <a:r>
              <a:rPr lang="en-US" sz="1200" spc="30" dirty="0">
                <a:latin typeface="Times New Roman"/>
                <a:cs typeface="Times New Roman"/>
              </a:rPr>
              <a:t> </a:t>
            </a:r>
            <a:r>
              <a:rPr lang="en-US" sz="1200" spc="-10" dirty="0">
                <a:latin typeface="Times New Roman"/>
                <a:cs typeface="Times New Roman"/>
              </a:rPr>
              <a:t>results.</a:t>
            </a:r>
            <a:endParaRPr lang="en-US" sz="1200" dirty="0">
              <a:latin typeface="Times New Roman"/>
              <a:cs typeface="Times New Roman"/>
            </a:endParaRPr>
          </a:p>
          <a:p>
            <a:pPr marL="24765" marR="10795" algn="just">
              <a:lnSpc>
                <a:spcPct val="150000"/>
              </a:lnSpc>
              <a:spcBef>
                <a:spcPts val="750"/>
              </a:spcBef>
            </a:pPr>
            <a:r>
              <a:rPr lang="en-US" sz="1200" b="1" dirty="0">
                <a:latin typeface="Times New Roman"/>
                <a:cs typeface="Times New Roman"/>
              </a:rPr>
              <a:t>Chapter</a:t>
            </a:r>
            <a:r>
              <a:rPr lang="en-US" sz="1200" b="1" spc="105" dirty="0">
                <a:latin typeface="Times New Roman"/>
                <a:cs typeface="Times New Roman"/>
              </a:rPr>
              <a:t> </a:t>
            </a:r>
            <a:r>
              <a:rPr lang="en-US" sz="1200" b="1" dirty="0">
                <a:latin typeface="Times New Roman"/>
                <a:cs typeface="Times New Roman"/>
              </a:rPr>
              <a:t>7:</a:t>
            </a:r>
            <a:r>
              <a:rPr lang="en-US" sz="1200" b="1" spc="85" dirty="0">
                <a:latin typeface="Times New Roman"/>
                <a:cs typeface="Times New Roman"/>
              </a:rPr>
              <a:t> </a:t>
            </a:r>
            <a:r>
              <a:rPr lang="en-US" sz="1200" dirty="0">
                <a:latin typeface="Times New Roman"/>
                <a:cs typeface="Times New Roman"/>
              </a:rPr>
              <a:t>In</a:t>
            </a:r>
            <a:r>
              <a:rPr lang="en-US" sz="1200" spc="100" dirty="0">
                <a:latin typeface="Times New Roman"/>
                <a:cs typeface="Times New Roman"/>
              </a:rPr>
              <a:t> </a:t>
            </a:r>
            <a:r>
              <a:rPr lang="en-US" sz="1200" dirty="0">
                <a:latin typeface="Times New Roman"/>
                <a:cs typeface="Times New Roman"/>
              </a:rPr>
              <a:t>this</a:t>
            </a:r>
            <a:r>
              <a:rPr lang="en-US" sz="1200" spc="100" dirty="0">
                <a:latin typeface="Times New Roman"/>
                <a:cs typeface="Times New Roman"/>
              </a:rPr>
              <a:t> </a:t>
            </a:r>
            <a:r>
              <a:rPr lang="en-US" sz="1200" dirty="0">
                <a:latin typeface="Times New Roman"/>
                <a:cs typeface="Times New Roman"/>
              </a:rPr>
              <a:t>chapter,</a:t>
            </a:r>
            <a:r>
              <a:rPr lang="en-US" sz="1200" spc="105" dirty="0">
                <a:latin typeface="Times New Roman"/>
                <a:cs typeface="Times New Roman"/>
              </a:rPr>
              <a:t> </a:t>
            </a:r>
            <a:r>
              <a:rPr lang="en-US" sz="1200" dirty="0">
                <a:latin typeface="Times New Roman"/>
                <a:cs typeface="Times New Roman"/>
              </a:rPr>
              <a:t>it</a:t>
            </a:r>
            <a:r>
              <a:rPr lang="en-US" sz="1200" spc="100" dirty="0">
                <a:latin typeface="Times New Roman"/>
                <a:cs typeface="Times New Roman"/>
              </a:rPr>
              <a:t> </a:t>
            </a:r>
            <a:r>
              <a:rPr lang="en-US" sz="1200" dirty="0">
                <a:latin typeface="Times New Roman"/>
                <a:cs typeface="Times New Roman"/>
              </a:rPr>
              <a:t>describes</a:t>
            </a:r>
            <a:r>
              <a:rPr lang="en-US" sz="1200" spc="100" dirty="0">
                <a:latin typeface="Times New Roman"/>
                <a:cs typeface="Times New Roman"/>
              </a:rPr>
              <a:t> </a:t>
            </a:r>
            <a:r>
              <a:rPr lang="en-US" sz="1200" dirty="0">
                <a:latin typeface="Times New Roman"/>
                <a:cs typeface="Times New Roman"/>
              </a:rPr>
              <a:t>the</a:t>
            </a:r>
            <a:r>
              <a:rPr lang="en-US" sz="1200" spc="90" dirty="0">
                <a:latin typeface="Times New Roman"/>
                <a:cs typeface="Times New Roman"/>
              </a:rPr>
              <a:t> </a:t>
            </a:r>
            <a:r>
              <a:rPr lang="en-US" sz="1200" dirty="0">
                <a:latin typeface="Times New Roman"/>
                <a:cs typeface="Times New Roman"/>
              </a:rPr>
              <a:t>different</a:t>
            </a:r>
            <a:r>
              <a:rPr lang="en-US" sz="1200" spc="90" dirty="0">
                <a:latin typeface="Times New Roman"/>
                <a:cs typeface="Times New Roman"/>
              </a:rPr>
              <a:t> </a:t>
            </a:r>
            <a:r>
              <a:rPr lang="en-US" sz="1200" dirty="0">
                <a:latin typeface="Times New Roman"/>
                <a:cs typeface="Times New Roman"/>
              </a:rPr>
              <a:t>format</a:t>
            </a:r>
            <a:r>
              <a:rPr lang="en-US" sz="1200" spc="90" dirty="0">
                <a:latin typeface="Times New Roman"/>
                <a:cs typeface="Times New Roman"/>
              </a:rPr>
              <a:t> </a:t>
            </a:r>
            <a:r>
              <a:rPr lang="en-US" sz="1200" dirty="0">
                <a:latin typeface="Times New Roman"/>
                <a:cs typeface="Times New Roman"/>
              </a:rPr>
              <a:t>of</a:t>
            </a:r>
            <a:r>
              <a:rPr lang="en-US" sz="1200" spc="105" dirty="0">
                <a:latin typeface="Times New Roman"/>
                <a:cs typeface="Times New Roman"/>
              </a:rPr>
              <a:t> </a:t>
            </a:r>
            <a:r>
              <a:rPr lang="en-US" sz="1200" dirty="0">
                <a:latin typeface="Times New Roman"/>
                <a:cs typeface="Times New Roman"/>
              </a:rPr>
              <a:t>testing</a:t>
            </a:r>
            <a:r>
              <a:rPr lang="en-US" sz="1200" spc="70" dirty="0">
                <a:latin typeface="Times New Roman"/>
                <a:cs typeface="Times New Roman"/>
              </a:rPr>
              <a:t> </a:t>
            </a:r>
            <a:r>
              <a:rPr lang="en-US" sz="1200" dirty="0" err="1">
                <a:latin typeface="Times New Roman"/>
                <a:cs typeface="Times New Roman"/>
              </a:rPr>
              <a:t>phases,which</a:t>
            </a:r>
            <a:r>
              <a:rPr lang="en-US" sz="1200" spc="100" dirty="0">
                <a:latin typeface="Times New Roman"/>
                <a:cs typeface="Times New Roman"/>
              </a:rPr>
              <a:t> </a:t>
            </a:r>
            <a:r>
              <a:rPr lang="en-US" sz="1200" dirty="0">
                <a:latin typeface="Times New Roman"/>
                <a:cs typeface="Times New Roman"/>
              </a:rPr>
              <a:t>ensures</a:t>
            </a:r>
            <a:r>
              <a:rPr lang="en-US" sz="1200" spc="100" dirty="0">
                <a:latin typeface="Times New Roman"/>
                <a:cs typeface="Times New Roman"/>
              </a:rPr>
              <a:t> </a:t>
            </a:r>
            <a:r>
              <a:rPr lang="en-US" sz="1200" dirty="0">
                <a:latin typeface="Times New Roman"/>
                <a:cs typeface="Times New Roman"/>
              </a:rPr>
              <a:t>that</a:t>
            </a:r>
            <a:r>
              <a:rPr lang="en-US" sz="1200" spc="100" dirty="0">
                <a:latin typeface="Times New Roman"/>
                <a:cs typeface="Times New Roman"/>
              </a:rPr>
              <a:t> </a:t>
            </a:r>
            <a:r>
              <a:rPr lang="en-US" sz="1200" spc="-25" dirty="0">
                <a:latin typeface="Times New Roman"/>
                <a:cs typeface="Times New Roman"/>
              </a:rPr>
              <a:t>the </a:t>
            </a:r>
            <a:r>
              <a:rPr lang="en-US" sz="1200" dirty="0">
                <a:latin typeface="Times New Roman"/>
                <a:cs typeface="Times New Roman"/>
              </a:rPr>
              <a:t>final</a:t>
            </a:r>
            <a:r>
              <a:rPr lang="en-US" sz="1200" spc="110" dirty="0">
                <a:latin typeface="Times New Roman"/>
                <a:cs typeface="Times New Roman"/>
              </a:rPr>
              <a:t> </a:t>
            </a:r>
            <a:r>
              <a:rPr lang="en-US" sz="1200" dirty="0">
                <a:latin typeface="Times New Roman"/>
                <a:cs typeface="Times New Roman"/>
              </a:rPr>
              <a:t>product</a:t>
            </a:r>
            <a:r>
              <a:rPr lang="en-US" sz="1200" spc="114" dirty="0">
                <a:latin typeface="Times New Roman"/>
                <a:cs typeface="Times New Roman"/>
              </a:rPr>
              <a:t> </a:t>
            </a:r>
            <a:r>
              <a:rPr lang="en-US" sz="1200" dirty="0">
                <a:latin typeface="Times New Roman"/>
                <a:cs typeface="Times New Roman"/>
              </a:rPr>
              <a:t>meets</a:t>
            </a:r>
            <a:r>
              <a:rPr lang="en-US" sz="1200" spc="125" dirty="0">
                <a:latin typeface="Times New Roman"/>
                <a:cs typeface="Times New Roman"/>
              </a:rPr>
              <a:t> </a:t>
            </a:r>
            <a:r>
              <a:rPr lang="en-US" sz="1200" dirty="0">
                <a:latin typeface="Times New Roman"/>
                <a:cs typeface="Times New Roman"/>
              </a:rPr>
              <a:t>the</a:t>
            </a:r>
            <a:r>
              <a:rPr lang="en-US" sz="1200" spc="120" dirty="0">
                <a:latin typeface="Times New Roman"/>
                <a:cs typeface="Times New Roman"/>
              </a:rPr>
              <a:t> </a:t>
            </a:r>
            <a:r>
              <a:rPr lang="en-US" sz="1200" dirty="0">
                <a:latin typeface="Times New Roman"/>
                <a:cs typeface="Times New Roman"/>
              </a:rPr>
              <a:t>required</a:t>
            </a:r>
            <a:r>
              <a:rPr lang="en-US" sz="1200" spc="100" dirty="0">
                <a:latin typeface="Times New Roman"/>
                <a:cs typeface="Times New Roman"/>
              </a:rPr>
              <a:t> </a:t>
            </a:r>
            <a:r>
              <a:rPr lang="en-US" sz="1200" dirty="0">
                <a:latin typeface="Times New Roman"/>
                <a:cs typeface="Times New Roman"/>
              </a:rPr>
              <a:t>quality,</a:t>
            </a:r>
            <a:r>
              <a:rPr lang="en-US" sz="1200" spc="114" dirty="0">
                <a:latin typeface="Times New Roman"/>
                <a:cs typeface="Times New Roman"/>
              </a:rPr>
              <a:t> </a:t>
            </a:r>
            <a:r>
              <a:rPr lang="en-US" sz="1200" dirty="0">
                <a:latin typeface="Times New Roman"/>
                <a:cs typeface="Times New Roman"/>
              </a:rPr>
              <a:t>functionality,</a:t>
            </a:r>
            <a:r>
              <a:rPr lang="en-US" sz="1200" spc="110" dirty="0">
                <a:latin typeface="Times New Roman"/>
                <a:cs typeface="Times New Roman"/>
              </a:rPr>
              <a:t> </a:t>
            </a:r>
            <a:r>
              <a:rPr lang="en-US" sz="1200" dirty="0">
                <a:latin typeface="Times New Roman"/>
                <a:cs typeface="Times New Roman"/>
              </a:rPr>
              <a:t>and</a:t>
            </a:r>
            <a:r>
              <a:rPr lang="en-US" sz="1200" spc="114" dirty="0">
                <a:latin typeface="Times New Roman"/>
                <a:cs typeface="Times New Roman"/>
              </a:rPr>
              <a:t> </a:t>
            </a:r>
            <a:r>
              <a:rPr lang="en-US" sz="1200" dirty="0">
                <a:latin typeface="Times New Roman"/>
                <a:cs typeface="Times New Roman"/>
              </a:rPr>
              <a:t>performance</a:t>
            </a:r>
            <a:r>
              <a:rPr lang="en-US" sz="1200" spc="95" dirty="0">
                <a:latin typeface="Times New Roman"/>
                <a:cs typeface="Times New Roman"/>
              </a:rPr>
              <a:t> </a:t>
            </a:r>
            <a:r>
              <a:rPr lang="en-US" sz="1200" dirty="0">
                <a:latin typeface="Times New Roman"/>
                <a:cs typeface="Times New Roman"/>
              </a:rPr>
              <a:t>standards,</a:t>
            </a:r>
            <a:r>
              <a:rPr lang="en-US" sz="1200" spc="100" dirty="0">
                <a:latin typeface="Times New Roman"/>
                <a:cs typeface="Times New Roman"/>
              </a:rPr>
              <a:t> </a:t>
            </a:r>
            <a:r>
              <a:rPr lang="en-US" sz="1200" dirty="0">
                <a:latin typeface="Times New Roman"/>
                <a:cs typeface="Times New Roman"/>
              </a:rPr>
              <a:t>detects</a:t>
            </a:r>
            <a:r>
              <a:rPr lang="en-US" sz="1200" spc="114" dirty="0">
                <a:latin typeface="Times New Roman"/>
                <a:cs typeface="Times New Roman"/>
              </a:rPr>
              <a:t> </a:t>
            </a:r>
            <a:r>
              <a:rPr lang="en-US" sz="1200" dirty="0">
                <a:latin typeface="Times New Roman"/>
                <a:cs typeface="Times New Roman"/>
              </a:rPr>
              <a:t>and</a:t>
            </a:r>
            <a:r>
              <a:rPr lang="en-US" sz="1200" spc="100" dirty="0">
                <a:latin typeface="Times New Roman"/>
                <a:cs typeface="Times New Roman"/>
              </a:rPr>
              <a:t> </a:t>
            </a:r>
            <a:r>
              <a:rPr lang="en-US" sz="1200" spc="-10" dirty="0">
                <a:latin typeface="Times New Roman"/>
                <a:cs typeface="Times New Roman"/>
              </a:rPr>
              <a:t>fixes </a:t>
            </a:r>
            <a:r>
              <a:rPr lang="en-US" sz="1200" dirty="0">
                <a:latin typeface="Times New Roman"/>
                <a:cs typeface="Times New Roman"/>
              </a:rPr>
              <a:t>defects,</a:t>
            </a:r>
            <a:r>
              <a:rPr lang="en-US" sz="1200" spc="15" dirty="0">
                <a:latin typeface="Times New Roman"/>
                <a:cs typeface="Times New Roman"/>
              </a:rPr>
              <a:t> </a:t>
            </a:r>
            <a:r>
              <a:rPr lang="en-US" sz="1200" dirty="0">
                <a:latin typeface="Times New Roman"/>
                <a:cs typeface="Times New Roman"/>
              </a:rPr>
              <a:t>and</a:t>
            </a:r>
            <a:r>
              <a:rPr lang="en-US" sz="1200" spc="20" dirty="0">
                <a:latin typeface="Times New Roman"/>
                <a:cs typeface="Times New Roman"/>
              </a:rPr>
              <a:t> </a:t>
            </a:r>
            <a:r>
              <a:rPr lang="en-US" sz="1200" dirty="0">
                <a:latin typeface="Times New Roman"/>
                <a:cs typeface="Times New Roman"/>
              </a:rPr>
              <a:t>ultimately</a:t>
            </a:r>
            <a:r>
              <a:rPr lang="en-US" sz="1200" spc="-10" dirty="0">
                <a:latin typeface="Times New Roman"/>
                <a:cs typeface="Times New Roman"/>
              </a:rPr>
              <a:t> </a:t>
            </a:r>
            <a:r>
              <a:rPr lang="en-US" sz="1200" dirty="0">
                <a:latin typeface="Times New Roman"/>
                <a:cs typeface="Times New Roman"/>
              </a:rPr>
              <a:t>saves</a:t>
            </a:r>
            <a:r>
              <a:rPr lang="en-US" sz="1200" spc="5" dirty="0">
                <a:latin typeface="Times New Roman"/>
                <a:cs typeface="Times New Roman"/>
              </a:rPr>
              <a:t> </a:t>
            </a:r>
            <a:r>
              <a:rPr lang="en-US" sz="1200" dirty="0">
                <a:latin typeface="Times New Roman"/>
                <a:cs typeface="Times New Roman"/>
              </a:rPr>
              <a:t>time</a:t>
            </a:r>
            <a:r>
              <a:rPr lang="en-US" sz="1200" spc="15" dirty="0">
                <a:latin typeface="Times New Roman"/>
                <a:cs typeface="Times New Roman"/>
              </a:rPr>
              <a:t> </a:t>
            </a:r>
            <a:r>
              <a:rPr lang="en-US" sz="1200" dirty="0">
                <a:latin typeface="Times New Roman"/>
                <a:cs typeface="Times New Roman"/>
              </a:rPr>
              <a:t>and resources</a:t>
            </a:r>
            <a:r>
              <a:rPr lang="en-US" sz="1200" spc="10" dirty="0">
                <a:latin typeface="Times New Roman"/>
                <a:cs typeface="Times New Roman"/>
              </a:rPr>
              <a:t> </a:t>
            </a:r>
            <a:r>
              <a:rPr lang="en-US" sz="1200" dirty="0">
                <a:latin typeface="Times New Roman"/>
                <a:cs typeface="Times New Roman"/>
              </a:rPr>
              <a:t>by identifying</a:t>
            </a:r>
            <a:r>
              <a:rPr lang="en-US" sz="1200" spc="-10" dirty="0">
                <a:latin typeface="Times New Roman"/>
                <a:cs typeface="Times New Roman"/>
              </a:rPr>
              <a:t> </a:t>
            </a:r>
            <a:r>
              <a:rPr lang="en-US" sz="1200" dirty="0">
                <a:latin typeface="Times New Roman"/>
                <a:cs typeface="Times New Roman"/>
              </a:rPr>
              <a:t>and</a:t>
            </a:r>
            <a:r>
              <a:rPr lang="en-US" sz="1200" spc="-10" dirty="0">
                <a:latin typeface="Times New Roman"/>
                <a:cs typeface="Times New Roman"/>
              </a:rPr>
              <a:t> </a:t>
            </a:r>
            <a:r>
              <a:rPr lang="en-US" sz="1200" dirty="0">
                <a:latin typeface="Times New Roman"/>
                <a:cs typeface="Times New Roman"/>
              </a:rPr>
              <a:t>addressing</a:t>
            </a:r>
            <a:r>
              <a:rPr lang="en-US" sz="1200" spc="-5" dirty="0">
                <a:latin typeface="Times New Roman"/>
                <a:cs typeface="Times New Roman"/>
              </a:rPr>
              <a:t> </a:t>
            </a:r>
            <a:r>
              <a:rPr lang="en-US" sz="1200" dirty="0">
                <a:latin typeface="Times New Roman"/>
                <a:cs typeface="Times New Roman"/>
              </a:rPr>
              <a:t>issues</a:t>
            </a:r>
            <a:r>
              <a:rPr lang="en-US" sz="1200" spc="-10" dirty="0">
                <a:latin typeface="Times New Roman"/>
                <a:cs typeface="Times New Roman"/>
              </a:rPr>
              <a:t> </a:t>
            </a:r>
            <a:r>
              <a:rPr lang="en-US" sz="1200" dirty="0">
                <a:latin typeface="Times New Roman"/>
                <a:cs typeface="Times New Roman"/>
              </a:rPr>
              <a:t>early</a:t>
            </a:r>
            <a:r>
              <a:rPr lang="en-US" sz="1200" spc="-10" dirty="0">
                <a:latin typeface="Times New Roman"/>
                <a:cs typeface="Times New Roman"/>
              </a:rPr>
              <a:t> </a:t>
            </a:r>
            <a:r>
              <a:rPr lang="en-US" sz="1200" dirty="0">
                <a:latin typeface="Times New Roman"/>
                <a:cs typeface="Times New Roman"/>
              </a:rPr>
              <a:t>on,</a:t>
            </a:r>
            <a:r>
              <a:rPr lang="en-US" sz="1200" spc="30" dirty="0">
                <a:latin typeface="Times New Roman"/>
                <a:cs typeface="Times New Roman"/>
              </a:rPr>
              <a:t> </a:t>
            </a:r>
            <a:r>
              <a:rPr lang="en-US" sz="1200" spc="-10" dirty="0">
                <a:latin typeface="Times New Roman"/>
                <a:cs typeface="Times New Roman"/>
              </a:rPr>
              <a:t>thereby </a:t>
            </a:r>
            <a:r>
              <a:rPr lang="en-US" sz="1200" dirty="0">
                <a:latin typeface="Times New Roman"/>
                <a:cs typeface="Times New Roman"/>
              </a:rPr>
              <a:t>reducing</a:t>
            </a:r>
            <a:r>
              <a:rPr lang="en-US" sz="1200" spc="35" dirty="0">
                <a:latin typeface="Times New Roman"/>
                <a:cs typeface="Times New Roman"/>
              </a:rPr>
              <a:t> </a:t>
            </a:r>
            <a:r>
              <a:rPr lang="en-US" sz="1200" dirty="0">
                <a:latin typeface="Times New Roman"/>
                <a:cs typeface="Times New Roman"/>
              </a:rPr>
              <a:t>the</a:t>
            </a:r>
            <a:r>
              <a:rPr lang="en-US" sz="1200" spc="30" dirty="0">
                <a:latin typeface="Times New Roman"/>
                <a:cs typeface="Times New Roman"/>
              </a:rPr>
              <a:t> </a:t>
            </a:r>
            <a:r>
              <a:rPr lang="en-US" sz="1200" dirty="0">
                <a:latin typeface="Times New Roman"/>
                <a:cs typeface="Times New Roman"/>
              </a:rPr>
              <a:t>risk</a:t>
            </a:r>
            <a:r>
              <a:rPr lang="en-US" sz="1200" spc="50" dirty="0">
                <a:latin typeface="Times New Roman"/>
                <a:cs typeface="Times New Roman"/>
              </a:rPr>
              <a:t> </a:t>
            </a:r>
            <a:r>
              <a:rPr lang="en-US" sz="1200" dirty="0">
                <a:latin typeface="Times New Roman"/>
                <a:cs typeface="Times New Roman"/>
              </a:rPr>
              <a:t>of</a:t>
            </a:r>
            <a:r>
              <a:rPr lang="en-US" sz="1200" spc="20" dirty="0">
                <a:latin typeface="Times New Roman"/>
                <a:cs typeface="Times New Roman"/>
              </a:rPr>
              <a:t> </a:t>
            </a:r>
            <a:r>
              <a:rPr lang="en-US" sz="1200" dirty="0">
                <a:latin typeface="Times New Roman"/>
                <a:cs typeface="Times New Roman"/>
              </a:rPr>
              <a:t>delivering</a:t>
            </a:r>
            <a:r>
              <a:rPr lang="en-US" sz="1200" spc="70" dirty="0">
                <a:latin typeface="Times New Roman"/>
                <a:cs typeface="Times New Roman"/>
              </a:rPr>
              <a:t> </a:t>
            </a:r>
            <a:r>
              <a:rPr lang="en-US" sz="1200" dirty="0">
                <a:latin typeface="Times New Roman"/>
                <a:cs typeface="Times New Roman"/>
              </a:rPr>
              <a:t>a</a:t>
            </a:r>
            <a:r>
              <a:rPr lang="en-US" sz="1200" spc="30" dirty="0">
                <a:latin typeface="Times New Roman"/>
                <a:cs typeface="Times New Roman"/>
              </a:rPr>
              <a:t> </a:t>
            </a:r>
            <a:r>
              <a:rPr lang="en-US" sz="1200" dirty="0">
                <a:latin typeface="Times New Roman"/>
                <a:cs typeface="Times New Roman"/>
              </a:rPr>
              <a:t>faulty</a:t>
            </a:r>
            <a:r>
              <a:rPr lang="en-US" sz="1200" spc="20" dirty="0">
                <a:latin typeface="Times New Roman"/>
                <a:cs typeface="Times New Roman"/>
              </a:rPr>
              <a:t> </a:t>
            </a:r>
            <a:r>
              <a:rPr lang="en-US" sz="1200" dirty="0">
                <a:latin typeface="Times New Roman"/>
                <a:cs typeface="Times New Roman"/>
              </a:rPr>
              <a:t>or</a:t>
            </a:r>
            <a:r>
              <a:rPr lang="en-US" sz="1200" spc="45" dirty="0">
                <a:latin typeface="Times New Roman"/>
                <a:cs typeface="Times New Roman"/>
              </a:rPr>
              <a:t> </a:t>
            </a:r>
            <a:r>
              <a:rPr lang="en-US" sz="1200" dirty="0">
                <a:latin typeface="Times New Roman"/>
                <a:cs typeface="Times New Roman"/>
              </a:rPr>
              <a:t>incomplete</a:t>
            </a:r>
            <a:r>
              <a:rPr lang="en-US" sz="1200" spc="95" dirty="0">
                <a:latin typeface="Times New Roman"/>
                <a:cs typeface="Times New Roman"/>
              </a:rPr>
              <a:t> </a:t>
            </a:r>
            <a:r>
              <a:rPr lang="en-US" sz="1200" dirty="0">
                <a:latin typeface="Times New Roman"/>
                <a:cs typeface="Times New Roman"/>
              </a:rPr>
              <a:t>product</a:t>
            </a:r>
            <a:r>
              <a:rPr lang="en-US" sz="1200" spc="35" dirty="0">
                <a:latin typeface="Times New Roman"/>
                <a:cs typeface="Times New Roman"/>
              </a:rPr>
              <a:t> </a:t>
            </a:r>
            <a:r>
              <a:rPr lang="en-US" sz="1200" dirty="0">
                <a:latin typeface="Times New Roman"/>
                <a:cs typeface="Times New Roman"/>
              </a:rPr>
              <a:t>to</a:t>
            </a:r>
            <a:r>
              <a:rPr lang="en-US" sz="1200" spc="20" dirty="0">
                <a:latin typeface="Times New Roman"/>
                <a:cs typeface="Times New Roman"/>
              </a:rPr>
              <a:t> </a:t>
            </a:r>
            <a:r>
              <a:rPr lang="en-US" sz="1200" spc="-10" dirty="0">
                <a:latin typeface="Times New Roman"/>
                <a:cs typeface="Times New Roman"/>
              </a:rPr>
              <a:t>end-users.</a:t>
            </a:r>
            <a:endParaRPr lang="en-US" sz="1200" dirty="0">
              <a:latin typeface="Times New Roman"/>
              <a:cs typeface="Times New Roman"/>
            </a:endParaRPr>
          </a:p>
          <a:p>
            <a:pPr marL="24765" marR="12065" algn="just">
              <a:lnSpc>
                <a:spcPct val="150000"/>
              </a:lnSpc>
              <a:spcBef>
                <a:spcPts val="750"/>
              </a:spcBef>
            </a:pPr>
            <a:r>
              <a:rPr lang="en-US" sz="1200" b="1" dirty="0">
                <a:latin typeface="Times New Roman"/>
                <a:cs typeface="Times New Roman"/>
              </a:rPr>
              <a:t>Chapter</a:t>
            </a:r>
            <a:r>
              <a:rPr lang="en-US" sz="1200" b="1" spc="90" dirty="0">
                <a:latin typeface="Times New Roman"/>
                <a:cs typeface="Times New Roman"/>
              </a:rPr>
              <a:t> </a:t>
            </a:r>
            <a:r>
              <a:rPr lang="en-US" sz="1200" b="1" dirty="0">
                <a:latin typeface="Times New Roman"/>
                <a:cs typeface="Times New Roman"/>
              </a:rPr>
              <a:t>8:</a:t>
            </a:r>
            <a:r>
              <a:rPr lang="en-US" sz="1200" b="1" spc="85" dirty="0">
                <a:latin typeface="Times New Roman"/>
                <a:cs typeface="Times New Roman"/>
              </a:rPr>
              <a:t> </a:t>
            </a:r>
            <a:r>
              <a:rPr lang="en-US" sz="1200" dirty="0">
                <a:latin typeface="Times New Roman"/>
                <a:cs typeface="Times New Roman"/>
              </a:rPr>
              <a:t>In</a:t>
            </a:r>
            <a:r>
              <a:rPr lang="en-US" sz="1200" spc="95" dirty="0">
                <a:latin typeface="Times New Roman"/>
                <a:cs typeface="Times New Roman"/>
              </a:rPr>
              <a:t> </a:t>
            </a:r>
            <a:r>
              <a:rPr lang="en-US" sz="1200" dirty="0">
                <a:latin typeface="Times New Roman"/>
                <a:cs typeface="Times New Roman"/>
              </a:rPr>
              <a:t>this</a:t>
            </a:r>
            <a:r>
              <a:rPr lang="en-US" sz="1200" spc="95" dirty="0">
                <a:latin typeface="Times New Roman"/>
                <a:cs typeface="Times New Roman"/>
              </a:rPr>
              <a:t> </a:t>
            </a:r>
            <a:r>
              <a:rPr lang="en-US" sz="1200" dirty="0">
                <a:latin typeface="Times New Roman"/>
                <a:cs typeface="Times New Roman"/>
              </a:rPr>
              <a:t>chapter,</a:t>
            </a:r>
            <a:r>
              <a:rPr lang="en-US" sz="1200" spc="100" dirty="0">
                <a:latin typeface="Times New Roman"/>
                <a:cs typeface="Times New Roman"/>
              </a:rPr>
              <a:t> </a:t>
            </a:r>
            <a:r>
              <a:rPr lang="en-US" sz="1200" dirty="0">
                <a:latin typeface="Times New Roman"/>
                <a:cs typeface="Times New Roman"/>
              </a:rPr>
              <a:t>it</a:t>
            </a:r>
            <a:r>
              <a:rPr lang="en-US" sz="1200" spc="85" dirty="0">
                <a:latin typeface="Times New Roman"/>
                <a:cs typeface="Times New Roman"/>
              </a:rPr>
              <a:t> </a:t>
            </a:r>
            <a:r>
              <a:rPr lang="en-US" sz="1200" dirty="0">
                <a:latin typeface="Times New Roman"/>
                <a:cs typeface="Times New Roman"/>
              </a:rPr>
              <a:t>includes</a:t>
            </a:r>
            <a:r>
              <a:rPr lang="en-US" sz="1200" spc="95" dirty="0">
                <a:latin typeface="Times New Roman"/>
                <a:cs typeface="Times New Roman"/>
              </a:rPr>
              <a:t> </a:t>
            </a:r>
            <a:r>
              <a:rPr lang="en-US" sz="1200" dirty="0">
                <a:latin typeface="Times New Roman"/>
                <a:cs typeface="Times New Roman"/>
              </a:rPr>
              <a:t>conclusion</a:t>
            </a:r>
            <a:r>
              <a:rPr lang="en-US" sz="1200" spc="80" dirty="0">
                <a:latin typeface="Times New Roman"/>
                <a:cs typeface="Times New Roman"/>
              </a:rPr>
              <a:t> </a:t>
            </a:r>
            <a:r>
              <a:rPr lang="en-US" sz="1200" dirty="0">
                <a:latin typeface="Times New Roman"/>
                <a:cs typeface="Times New Roman"/>
              </a:rPr>
              <a:t>and</a:t>
            </a:r>
            <a:r>
              <a:rPr lang="en-US" sz="1200" spc="95" dirty="0">
                <a:latin typeface="Times New Roman"/>
                <a:cs typeface="Times New Roman"/>
              </a:rPr>
              <a:t> </a:t>
            </a:r>
            <a:r>
              <a:rPr lang="en-US" sz="1200" dirty="0">
                <a:latin typeface="Times New Roman"/>
                <a:cs typeface="Times New Roman"/>
              </a:rPr>
              <a:t>future</a:t>
            </a:r>
            <a:r>
              <a:rPr lang="en-US" sz="1200" spc="105" dirty="0">
                <a:latin typeface="Times New Roman"/>
                <a:cs typeface="Times New Roman"/>
              </a:rPr>
              <a:t> </a:t>
            </a:r>
            <a:r>
              <a:rPr lang="en-US" sz="1200" dirty="0">
                <a:latin typeface="Times New Roman"/>
                <a:cs typeface="Times New Roman"/>
              </a:rPr>
              <a:t>enhancement</a:t>
            </a:r>
            <a:r>
              <a:rPr lang="en-US" sz="1200" spc="85" dirty="0">
                <a:latin typeface="Times New Roman"/>
                <a:cs typeface="Times New Roman"/>
              </a:rPr>
              <a:t> </a:t>
            </a:r>
            <a:r>
              <a:rPr lang="en-US" sz="1200" dirty="0">
                <a:latin typeface="Times New Roman"/>
                <a:cs typeface="Times New Roman"/>
              </a:rPr>
              <a:t>in</a:t>
            </a:r>
            <a:r>
              <a:rPr lang="en-US" sz="1200" spc="75" dirty="0">
                <a:latin typeface="Times New Roman"/>
                <a:cs typeface="Times New Roman"/>
              </a:rPr>
              <a:t> </a:t>
            </a:r>
            <a:r>
              <a:rPr lang="en-US" sz="1200" dirty="0">
                <a:latin typeface="Times New Roman"/>
                <a:cs typeface="Times New Roman"/>
              </a:rPr>
              <a:t>a</a:t>
            </a:r>
            <a:r>
              <a:rPr lang="en-US" sz="1200" spc="114" dirty="0">
                <a:latin typeface="Times New Roman"/>
                <a:cs typeface="Times New Roman"/>
              </a:rPr>
              <a:t> </a:t>
            </a:r>
            <a:r>
              <a:rPr lang="en-US" sz="1200" dirty="0">
                <a:latin typeface="Times New Roman"/>
                <a:cs typeface="Times New Roman"/>
              </a:rPr>
              <a:t>system</a:t>
            </a:r>
            <a:r>
              <a:rPr lang="en-US" sz="1200" spc="85" dirty="0">
                <a:latin typeface="Times New Roman"/>
                <a:cs typeface="Times New Roman"/>
              </a:rPr>
              <a:t> </a:t>
            </a:r>
            <a:r>
              <a:rPr lang="en-US" sz="1200" spc="-10" dirty="0">
                <a:latin typeface="Times New Roman"/>
                <a:cs typeface="Times New Roman"/>
              </a:rPr>
              <a:t>development </a:t>
            </a:r>
            <a:r>
              <a:rPr lang="en-US" sz="1200" dirty="0">
                <a:latin typeface="Times New Roman"/>
                <a:cs typeface="Times New Roman"/>
              </a:rPr>
              <a:t>project,</a:t>
            </a:r>
            <a:r>
              <a:rPr lang="en-US" sz="1200" spc="25" dirty="0">
                <a:latin typeface="Times New Roman"/>
                <a:cs typeface="Times New Roman"/>
              </a:rPr>
              <a:t> </a:t>
            </a:r>
            <a:r>
              <a:rPr lang="en-US" sz="1200" dirty="0">
                <a:latin typeface="Times New Roman"/>
                <a:cs typeface="Times New Roman"/>
              </a:rPr>
              <a:t>organizations</a:t>
            </a:r>
            <a:r>
              <a:rPr lang="en-US" sz="1200" spc="10" dirty="0">
                <a:latin typeface="Times New Roman"/>
                <a:cs typeface="Times New Roman"/>
              </a:rPr>
              <a:t> </a:t>
            </a:r>
            <a:r>
              <a:rPr lang="en-US" sz="1200" dirty="0">
                <a:latin typeface="Times New Roman"/>
                <a:cs typeface="Times New Roman"/>
              </a:rPr>
              <a:t>can</a:t>
            </a:r>
            <a:r>
              <a:rPr lang="en-US" sz="1200" spc="40" dirty="0">
                <a:latin typeface="Times New Roman"/>
                <a:cs typeface="Times New Roman"/>
              </a:rPr>
              <a:t> </a:t>
            </a:r>
            <a:r>
              <a:rPr lang="en-US" sz="1200" dirty="0">
                <a:latin typeface="Times New Roman"/>
                <a:cs typeface="Times New Roman"/>
              </a:rPr>
              <a:t>ensure</a:t>
            </a:r>
            <a:r>
              <a:rPr lang="en-US" sz="1200" spc="20" dirty="0">
                <a:latin typeface="Times New Roman"/>
                <a:cs typeface="Times New Roman"/>
              </a:rPr>
              <a:t> </a:t>
            </a:r>
            <a:r>
              <a:rPr lang="en-US" sz="1200" dirty="0">
                <a:latin typeface="Times New Roman"/>
                <a:cs typeface="Times New Roman"/>
              </a:rPr>
              <a:t>that</a:t>
            </a:r>
            <a:r>
              <a:rPr lang="en-US" sz="1200" spc="25" dirty="0">
                <a:latin typeface="Times New Roman"/>
                <a:cs typeface="Times New Roman"/>
              </a:rPr>
              <a:t> </a:t>
            </a:r>
            <a:r>
              <a:rPr lang="en-US" sz="1200" dirty="0">
                <a:latin typeface="Times New Roman"/>
                <a:cs typeface="Times New Roman"/>
              </a:rPr>
              <a:t>their</a:t>
            </a:r>
            <a:r>
              <a:rPr lang="en-US" sz="1200" spc="5" dirty="0">
                <a:latin typeface="Times New Roman"/>
                <a:cs typeface="Times New Roman"/>
              </a:rPr>
              <a:t> </a:t>
            </a:r>
            <a:r>
              <a:rPr lang="en-US" sz="1200" dirty="0">
                <a:latin typeface="Times New Roman"/>
                <a:cs typeface="Times New Roman"/>
              </a:rPr>
              <a:t>system</a:t>
            </a:r>
            <a:r>
              <a:rPr lang="en-US" sz="1200" spc="25" dirty="0">
                <a:latin typeface="Times New Roman"/>
                <a:cs typeface="Times New Roman"/>
              </a:rPr>
              <a:t> </a:t>
            </a:r>
            <a:r>
              <a:rPr lang="en-US" sz="1200" dirty="0">
                <a:latin typeface="Times New Roman"/>
                <a:cs typeface="Times New Roman"/>
              </a:rPr>
              <a:t>remains</a:t>
            </a:r>
            <a:r>
              <a:rPr lang="en-US" sz="1200" spc="25" dirty="0">
                <a:latin typeface="Times New Roman"/>
                <a:cs typeface="Times New Roman"/>
              </a:rPr>
              <a:t> </a:t>
            </a:r>
            <a:r>
              <a:rPr lang="en-US" sz="1200" dirty="0">
                <a:latin typeface="Times New Roman"/>
                <a:cs typeface="Times New Roman"/>
              </a:rPr>
              <a:t>effective,</a:t>
            </a:r>
            <a:r>
              <a:rPr lang="en-US" sz="1200" spc="40" dirty="0">
                <a:latin typeface="Times New Roman"/>
                <a:cs typeface="Times New Roman"/>
              </a:rPr>
              <a:t> </a:t>
            </a:r>
            <a:r>
              <a:rPr lang="en-US" sz="1200" dirty="0">
                <a:latin typeface="Times New Roman"/>
                <a:cs typeface="Times New Roman"/>
              </a:rPr>
              <a:t>efficient,</a:t>
            </a:r>
            <a:r>
              <a:rPr lang="en-US" sz="1200" spc="25" dirty="0">
                <a:latin typeface="Times New Roman"/>
                <a:cs typeface="Times New Roman"/>
              </a:rPr>
              <a:t> </a:t>
            </a:r>
            <a:r>
              <a:rPr lang="en-US" sz="1200" dirty="0">
                <a:latin typeface="Times New Roman"/>
                <a:cs typeface="Times New Roman"/>
              </a:rPr>
              <a:t>and</a:t>
            </a:r>
            <a:r>
              <a:rPr lang="en-US" sz="1200" spc="35" dirty="0">
                <a:latin typeface="Times New Roman"/>
                <a:cs typeface="Times New Roman"/>
              </a:rPr>
              <a:t> </a:t>
            </a:r>
            <a:r>
              <a:rPr lang="en-US" sz="1200" dirty="0">
                <a:latin typeface="Times New Roman"/>
                <a:cs typeface="Times New Roman"/>
              </a:rPr>
              <a:t>relevant</a:t>
            </a:r>
            <a:r>
              <a:rPr lang="en-US" sz="1200" spc="15" dirty="0">
                <a:latin typeface="Times New Roman"/>
                <a:cs typeface="Times New Roman"/>
              </a:rPr>
              <a:t> </a:t>
            </a:r>
            <a:r>
              <a:rPr lang="en-US" sz="1200" dirty="0">
                <a:latin typeface="Times New Roman"/>
                <a:cs typeface="Times New Roman"/>
              </a:rPr>
              <a:t>over</a:t>
            </a:r>
            <a:r>
              <a:rPr lang="en-US" sz="1200" spc="30" dirty="0">
                <a:latin typeface="Times New Roman"/>
                <a:cs typeface="Times New Roman"/>
              </a:rPr>
              <a:t> </a:t>
            </a:r>
            <a:r>
              <a:rPr lang="en-US" sz="1200" spc="-10" dirty="0">
                <a:latin typeface="Times New Roman"/>
                <a:cs typeface="Times New Roman"/>
              </a:rPr>
              <a:t>time, </a:t>
            </a:r>
            <a:r>
              <a:rPr lang="en-US" sz="1200" dirty="0">
                <a:latin typeface="Times New Roman"/>
                <a:cs typeface="Times New Roman"/>
              </a:rPr>
              <a:t>and</a:t>
            </a:r>
            <a:r>
              <a:rPr lang="en-US" sz="1200" spc="25" dirty="0">
                <a:latin typeface="Times New Roman"/>
                <a:cs typeface="Times New Roman"/>
              </a:rPr>
              <a:t> </a:t>
            </a:r>
            <a:r>
              <a:rPr lang="en-US" sz="1200" dirty="0">
                <a:latin typeface="Times New Roman"/>
                <a:cs typeface="Times New Roman"/>
              </a:rPr>
              <a:t>that</a:t>
            </a:r>
            <a:r>
              <a:rPr lang="en-US" sz="1200" spc="60" dirty="0">
                <a:latin typeface="Times New Roman"/>
                <a:cs typeface="Times New Roman"/>
              </a:rPr>
              <a:t> </a:t>
            </a:r>
            <a:r>
              <a:rPr lang="en-US" sz="1200" dirty="0">
                <a:latin typeface="Times New Roman"/>
                <a:cs typeface="Times New Roman"/>
              </a:rPr>
              <a:t>they</a:t>
            </a:r>
            <a:r>
              <a:rPr lang="en-US" sz="1200" spc="30" dirty="0">
                <a:latin typeface="Times New Roman"/>
                <a:cs typeface="Times New Roman"/>
              </a:rPr>
              <a:t> </a:t>
            </a:r>
            <a:r>
              <a:rPr lang="en-US" sz="1200" dirty="0">
                <a:latin typeface="Times New Roman"/>
                <a:cs typeface="Times New Roman"/>
              </a:rPr>
              <a:t>are</a:t>
            </a:r>
            <a:r>
              <a:rPr lang="en-US" sz="1200" spc="40" dirty="0">
                <a:latin typeface="Times New Roman"/>
                <a:cs typeface="Times New Roman"/>
              </a:rPr>
              <a:t> </a:t>
            </a:r>
            <a:r>
              <a:rPr lang="en-US" sz="1200" spc="-10" dirty="0">
                <a:latin typeface="Times New Roman"/>
                <a:cs typeface="Times New Roman"/>
              </a:rPr>
              <a:t>well-</a:t>
            </a:r>
            <a:r>
              <a:rPr lang="en-US" sz="1200" dirty="0">
                <a:latin typeface="Times New Roman"/>
                <a:cs typeface="Times New Roman"/>
              </a:rPr>
              <a:t>positioned</a:t>
            </a:r>
            <a:r>
              <a:rPr lang="en-US" sz="1200" spc="70" dirty="0">
                <a:latin typeface="Times New Roman"/>
                <a:cs typeface="Times New Roman"/>
              </a:rPr>
              <a:t> </a:t>
            </a:r>
            <a:r>
              <a:rPr lang="en-US" sz="1200" dirty="0">
                <a:latin typeface="Times New Roman"/>
                <a:cs typeface="Times New Roman"/>
              </a:rPr>
              <a:t>to</a:t>
            </a:r>
            <a:r>
              <a:rPr lang="en-US" sz="1200" spc="55" dirty="0">
                <a:latin typeface="Times New Roman"/>
                <a:cs typeface="Times New Roman"/>
              </a:rPr>
              <a:t> </a:t>
            </a:r>
            <a:r>
              <a:rPr lang="en-US" sz="1200" dirty="0">
                <a:latin typeface="Times New Roman"/>
                <a:cs typeface="Times New Roman"/>
              </a:rPr>
              <a:t>take</a:t>
            </a:r>
            <a:r>
              <a:rPr lang="en-US" sz="1200" spc="30" dirty="0">
                <a:latin typeface="Times New Roman"/>
                <a:cs typeface="Times New Roman"/>
              </a:rPr>
              <a:t> </a:t>
            </a:r>
            <a:r>
              <a:rPr lang="en-US" sz="1200" dirty="0">
                <a:latin typeface="Times New Roman"/>
                <a:cs typeface="Times New Roman"/>
              </a:rPr>
              <a:t>advantage</a:t>
            </a:r>
            <a:r>
              <a:rPr lang="en-US" sz="1200" spc="65" dirty="0">
                <a:latin typeface="Times New Roman"/>
                <a:cs typeface="Times New Roman"/>
              </a:rPr>
              <a:t> </a:t>
            </a:r>
            <a:r>
              <a:rPr lang="en-US" sz="1200" dirty="0">
                <a:latin typeface="Times New Roman"/>
                <a:cs typeface="Times New Roman"/>
              </a:rPr>
              <a:t>of</a:t>
            </a:r>
            <a:r>
              <a:rPr lang="en-US" sz="1200" spc="40" dirty="0">
                <a:latin typeface="Times New Roman"/>
                <a:cs typeface="Times New Roman"/>
              </a:rPr>
              <a:t> </a:t>
            </a:r>
            <a:r>
              <a:rPr lang="en-US" sz="1200" dirty="0">
                <a:latin typeface="Times New Roman"/>
                <a:cs typeface="Times New Roman"/>
              </a:rPr>
              <a:t>new</a:t>
            </a:r>
            <a:r>
              <a:rPr lang="en-US" sz="1200" spc="30" dirty="0">
                <a:latin typeface="Times New Roman"/>
                <a:cs typeface="Times New Roman"/>
              </a:rPr>
              <a:t> </a:t>
            </a:r>
            <a:r>
              <a:rPr lang="en-US" sz="1200" dirty="0">
                <a:latin typeface="Times New Roman"/>
                <a:cs typeface="Times New Roman"/>
              </a:rPr>
              <a:t>opportunities</a:t>
            </a:r>
            <a:r>
              <a:rPr lang="en-US" sz="1200" spc="45" dirty="0">
                <a:latin typeface="Times New Roman"/>
                <a:cs typeface="Times New Roman"/>
              </a:rPr>
              <a:t> </a:t>
            </a:r>
            <a:r>
              <a:rPr lang="en-US" sz="1200" dirty="0">
                <a:latin typeface="Times New Roman"/>
                <a:cs typeface="Times New Roman"/>
              </a:rPr>
              <a:t>and</a:t>
            </a:r>
            <a:r>
              <a:rPr lang="en-US" sz="1200" spc="60" dirty="0">
                <a:latin typeface="Times New Roman"/>
                <a:cs typeface="Times New Roman"/>
              </a:rPr>
              <a:t> </a:t>
            </a:r>
            <a:r>
              <a:rPr lang="en-US" sz="1200" spc="-10" dirty="0">
                <a:latin typeface="Times New Roman"/>
                <a:cs typeface="Times New Roman"/>
              </a:rPr>
              <a:t>challenges.</a:t>
            </a:r>
            <a:endParaRPr lang="en-US" sz="1200" dirty="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6" name="object 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76200">
              <a:lnSpc>
                <a:spcPts val="1410"/>
              </a:lnSpc>
            </a:pPr>
            <a:r>
              <a:rPr lang="en-US" spc="-50" dirty="0"/>
              <a:t>5</a:t>
            </a:r>
            <a:endParaRPr spc="-50" dirty="0"/>
          </a:p>
        </p:txBody>
      </p:sp>
      <p:sp>
        <p:nvSpPr>
          <p:cNvPr id="7" name="object 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19271" y="9784791"/>
            <a:ext cx="101600" cy="208279"/>
          </a:xfrm>
          <a:prstGeom prst="rect">
            <a:avLst/>
          </a:prstGeom>
        </p:spPr>
        <p:txBody>
          <a:bodyPr vert="horz" wrap="square" lIns="0" tIns="12700" rIns="0" bIns="0" rtlCol="0">
            <a:spAutoFit/>
          </a:bodyPr>
          <a:lstStyle/>
          <a:p>
            <a:pPr marL="12700">
              <a:lnSpc>
                <a:spcPct val="100000"/>
              </a:lnSpc>
              <a:spcBef>
                <a:spcPts val="100"/>
              </a:spcBef>
            </a:pPr>
            <a:r>
              <a:rPr sz="1200" spc="-50" dirty="0">
                <a:latin typeface="Times New Roman"/>
                <a:cs typeface="Times New Roman"/>
              </a:rPr>
              <a:t>6</a:t>
            </a:r>
            <a:endParaRPr sz="1200">
              <a:latin typeface="Times New Roman"/>
              <a:cs typeface="Times New Roman"/>
            </a:endParaRPr>
          </a:p>
        </p:txBody>
      </p:sp>
      <p:sp>
        <p:nvSpPr>
          <p:cNvPr id="3" name="object 3"/>
          <p:cNvSpPr txBox="1"/>
          <p:nvPr/>
        </p:nvSpPr>
        <p:spPr>
          <a:xfrm>
            <a:off x="886764" y="889761"/>
            <a:ext cx="6146800" cy="785433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CHAPTER</a:t>
            </a:r>
            <a:r>
              <a:rPr sz="1600" b="1" spc="-50" dirty="0">
                <a:latin typeface="Times New Roman"/>
                <a:cs typeface="Times New Roman"/>
              </a:rPr>
              <a:t> 2</a:t>
            </a:r>
            <a:endParaRPr sz="1600" dirty="0">
              <a:latin typeface="Times New Roman"/>
              <a:cs typeface="Times New Roman"/>
            </a:endParaRPr>
          </a:p>
          <a:p>
            <a:pPr algn="ctr">
              <a:lnSpc>
                <a:spcPct val="100000"/>
              </a:lnSpc>
              <a:spcBef>
                <a:spcPts val="1625"/>
              </a:spcBef>
            </a:pPr>
            <a:r>
              <a:rPr sz="1800" b="1" spc="-10" dirty="0">
                <a:latin typeface="Times New Roman"/>
                <a:cs typeface="Times New Roman"/>
              </a:rPr>
              <a:t>LITERATURE</a:t>
            </a:r>
            <a:r>
              <a:rPr sz="1800" b="1" spc="-95" dirty="0">
                <a:latin typeface="Times New Roman"/>
                <a:cs typeface="Times New Roman"/>
              </a:rPr>
              <a:t> </a:t>
            </a:r>
            <a:r>
              <a:rPr sz="1800" b="1" spc="-10" dirty="0">
                <a:latin typeface="Times New Roman"/>
                <a:cs typeface="Times New Roman"/>
              </a:rPr>
              <a:t>SURVEY</a:t>
            </a:r>
            <a:endParaRPr sz="1800" dirty="0">
              <a:latin typeface="Times New Roman"/>
              <a:cs typeface="Times New Roman"/>
            </a:endParaRPr>
          </a:p>
          <a:p>
            <a:pPr marL="19685" marR="5080" indent="461645" algn="just">
              <a:lnSpc>
                <a:spcPct val="150000"/>
              </a:lnSpc>
              <a:spcBef>
                <a:spcPts val="1175"/>
              </a:spcBef>
            </a:pPr>
            <a:r>
              <a:rPr lang="en-US" sz="1200" dirty="0">
                <a:latin typeface="Times New Roman" panose="02020603050405020304" pitchFamily="18" charset="0"/>
                <a:cs typeface="Times New Roman" panose="02020603050405020304" pitchFamily="18" charset="0"/>
              </a:rPr>
              <a:t>The</a:t>
            </a:r>
            <a:r>
              <a:rPr lang="en-US" sz="1200" spc="8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integration</a:t>
            </a:r>
            <a:r>
              <a:rPr lang="en-US" sz="1200" spc="8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of</a:t>
            </a:r>
            <a:r>
              <a:rPr lang="en-US" sz="1200" spc="8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hand-gesture</a:t>
            </a:r>
            <a:r>
              <a:rPr lang="en-US" sz="1200" spc="1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recognition</a:t>
            </a:r>
            <a:r>
              <a:rPr lang="en-US" sz="1200" spc="9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and</a:t>
            </a:r>
            <a:r>
              <a:rPr lang="en-US" sz="1200" spc="1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virtual</a:t>
            </a:r>
            <a:r>
              <a:rPr lang="en-US" sz="1200" spc="7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interaction</a:t>
            </a:r>
            <a:r>
              <a:rPr lang="en-US" sz="1200" spc="7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systems</a:t>
            </a:r>
            <a:r>
              <a:rPr lang="en-US" sz="1200" spc="9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has</a:t>
            </a:r>
            <a:r>
              <a:rPr lang="en-US" sz="1200" spc="8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the</a:t>
            </a:r>
            <a:r>
              <a:rPr lang="en-US" sz="1200" spc="80" dirty="0">
                <a:latin typeface="Times New Roman" panose="02020603050405020304" pitchFamily="18" charset="0"/>
                <a:cs typeface="Times New Roman" panose="02020603050405020304" pitchFamily="18" charset="0"/>
              </a:rPr>
              <a:t> </a:t>
            </a:r>
            <a:r>
              <a:rPr lang="en-US" sz="1200" spc="-10" dirty="0">
                <a:latin typeface="Times New Roman" panose="02020603050405020304" pitchFamily="18" charset="0"/>
                <a:cs typeface="Times New Roman" panose="02020603050405020304" pitchFamily="18" charset="0"/>
              </a:rPr>
              <a:t>potential </a:t>
            </a:r>
            <a:r>
              <a:rPr lang="en-US" sz="1200" dirty="0">
                <a:latin typeface="Times New Roman" panose="02020603050405020304" pitchFamily="18" charset="0"/>
                <a:cs typeface="Times New Roman" panose="02020603050405020304" pitchFamily="18" charset="0"/>
              </a:rPr>
              <a:t>to</a:t>
            </a:r>
            <a:r>
              <a:rPr lang="en-US" sz="1200" spc="49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transform</a:t>
            </a:r>
            <a:r>
              <a:rPr lang="en-US" sz="1200" spc="49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various</a:t>
            </a:r>
            <a:r>
              <a:rPr lang="en-US" sz="1200" spc="114"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domains,</a:t>
            </a:r>
            <a:r>
              <a:rPr lang="en-US" sz="1200" spc="114"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including</a:t>
            </a:r>
            <a:r>
              <a:rPr lang="en-US" sz="1200" spc="49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human–computer</a:t>
            </a:r>
            <a:r>
              <a:rPr lang="en-US" sz="1200" spc="11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interaction,</a:t>
            </a:r>
            <a:r>
              <a:rPr lang="en-US" sz="1200" spc="12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accessibility</a:t>
            </a:r>
            <a:r>
              <a:rPr lang="en-US" sz="1200" spc="495" dirty="0">
                <a:latin typeface="Times New Roman" panose="02020603050405020304" pitchFamily="18" charset="0"/>
                <a:cs typeface="Times New Roman" panose="02020603050405020304" pitchFamily="18" charset="0"/>
              </a:rPr>
              <a:t> </a:t>
            </a:r>
            <a:r>
              <a:rPr lang="en-US" sz="1200" spc="-10" dirty="0">
                <a:latin typeface="Times New Roman" panose="02020603050405020304" pitchFamily="18" charset="0"/>
                <a:cs typeface="Times New Roman" panose="02020603050405020304" pitchFamily="18" charset="0"/>
              </a:rPr>
              <a:t>solutions, </a:t>
            </a:r>
            <a:r>
              <a:rPr lang="en-US" sz="1200" dirty="0">
                <a:latin typeface="Times New Roman" panose="02020603050405020304" pitchFamily="18" charset="0"/>
                <a:cs typeface="Times New Roman" panose="02020603050405020304" pitchFamily="18" charset="0"/>
              </a:rPr>
              <a:t>gaming,</a:t>
            </a:r>
            <a:r>
              <a:rPr lang="en-US" sz="1200" spc="24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and</a:t>
            </a:r>
            <a:r>
              <a:rPr lang="en-US" sz="1200" spc="22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remote</a:t>
            </a:r>
            <a:r>
              <a:rPr lang="en-US" sz="1200" spc="23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operations.</a:t>
            </a:r>
            <a:r>
              <a:rPr lang="en-US" sz="1200" spc="24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This</a:t>
            </a:r>
            <a:r>
              <a:rPr lang="en-US" sz="1200" spc="24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chapter</a:t>
            </a:r>
            <a:r>
              <a:rPr lang="en-US" sz="1200" spc="22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presents</a:t>
            </a:r>
            <a:r>
              <a:rPr lang="en-US" sz="1200" spc="24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an</a:t>
            </a:r>
            <a:r>
              <a:rPr lang="en-US" sz="1200" spc="22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overview</a:t>
            </a:r>
            <a:r>
              <a:rPr lang="en-US" sz="1200" spc="23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of</a:t>
            </a:r>
            <a:r>
              <a:rPr lang="en-US" sz="1200" spc="23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the</a:t>
            </a:r>
            <a:r>
              <a:rPr lang="en-US" sz="1200" spc="229"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fundamental</a:t>
            </a:r>
            <a:r>
              <a:rPr lang="en-US" sz="1200" spc="229" dirty="0">
                <a:latin typeface="Times New Roman" panose="02020603050405020304" pitchFamily="18" charset="0"/>
                <a:cs typeface="Times New Roman" panose="02020603050405020304" pitchFamily="18" charset="0"/>
              </a:rPr>
              <a:t> </a:t>
            </a:r>
            <a:r>
              <a:rPr lang="en-US" sz="1200" spc="-10" dirty="0">
                <a:latin typeface="Times New Roman" panose="02020603050405020304" pitchFamily="18" charset="0"/>
                <a:cs typeface="Times New Roman" panose="02020603050405020304" pitchFamily="18" charset="0"/>
              </a:rPr>
              <a:t>concepts, </a:t>
            </a:r>
            <a:r>
              <a:rPr lang="en-US" sz="1200" dirty="0">
                <a:latin typeface="Times New Roman" panose="02020603050405020304" pitchFamily="18" charset="0"/>
                <a:cs typeface="Times New Roman" panose="02020603050405020304" pitchFamily="18" charset="0"/>
              </a:rPr>
              <a:t>techniques,</a:t>
            </a:r>
            <a:r>
              <a:rPr lang="en-US" sz="1200" spc="12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and</a:t>
            </a:r>
            <a:r>
              <a:rPr lang="en-US" sz="1200" spc="114"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applications</a:t>
            </a:r>
            <a:r>
              <a:rPr lang="en-US" sz="1200" spc="13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of</a:t>
            </a:r>
            <a:r>
              <a:rPr lang="en-US" sz="1200" spc="12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gesture-based</a:t>
            </a:r>
            <a:r>
              <a:rPr lang="en-US" sz="1200" spc="12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control</a:t>
            </a:r>
            <a:r>
              <a:rPr lang="en-US" sz="1200" spc="13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systems,</a:t>
            </a:r>
            <a:r>
              <a:rPr lang="en-US" sz="1200" spc="13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along</a:t>
            </a:r>
            <a:r>
              <a:rPr lang="en-US" sz="1200" spc="114"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with</a:t>
            </a:r>
            <a:r>
              <a:rPr lang="en-US" sz="1200" spc="14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the</a:t>
            </a:r>
            <a:r>
              <a:rPr lang="en-US" sz="1200" spc="13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major</a:t>
            </a:r>
            <a:r>
              <a:rPr lang="en-US" sz="1200" spc="12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challenges</a:t>
            </a:r>
            <a:r>
              <a:rPr lang="en-US" sz="1200" spc="125" dirty="0">
                <a:latin typeface="Times New Roman" panose="02020603050405020304" pitchFamily="18" charset="0"/>
                <a:cs typeface="Times New Roman" panose="02020603050405020304" pitchFamily="18" charset="0"/>
              </a:rPr>
              <a:t> </a:t>
            </a:r>
            <a:r>
              <a:rPr lang="en-US" sz="1200" spc="-25" dirty="0">
                <a:latin typeface="Times New Roman" panose="02020603050405020304" pitchFamily="18" charset="0"/>
                <a:cs typeface="Times New Roman" panose="02020603050405020304" pitchFamily="18" charset="0"/>
              </a:rPr>
              <a:t>and </a:t>
            </a:r>
            <a:r>
              <a:rPr lang="en-US" sz="1200" dirty="0">
                <a:latin typeface="Times New Roman" panose="02020603050405020304" pitchFamily="18" charset="0"/>
                <a:cs typeface="Times New Roman" panose="02020603050405020304" pitchFamily="18" charset="0"/>
              </a:rPr>
              <a:t>limitations</a:t>
            </a:r>
            <a:r>
              <a:rPr lang="en-US" sz="1200" spc="11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currently</a:t>
            </a:r>
            <a:r>
              <a:rPr lang="en-US" sz="1200" spc="9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faced</a:t>
            </a:r>
            <a:r>
              <a:rPr lang="en-US" sz="1200" spc="6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in</a:t>
            </a:r>
            <a:r>
              <a:rPr lang="en-US" sz="1200" spc="6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this</a:t>
            </a:r>
            <a:r>
              <a:rPr lang="en-US" sz="1200" spc="85" dirty="0">
                <a:latin typeface="Times New Roman" panose="02020603050405020304" pitchFamily="18" charset="0"/>
                <a:cs typeface="Times New Roman" panose="02020603050405020304" pitchFamily="18" charset="0"/>
              </a:rPr>
              <a:t> </a:t>
            </a:r>
            <a:r>
              <a:rPr lang="en-US" sz="1200" spc="-10" dirty="0">
                <a:latin typeface="Times New Roman" panose="02020603050405020304" pitchFamily="18" charset="0"/>
                <a:cs typeface="Times New Roman" panose="02020603050405020304" pitchFamily="18" charset="0"/>
              </a:rPr>
              <a:t>field.</a:t>
            </a:r>
            <a:endParaRPr lang="en-US" sz="1200" dirty="0">
              <a:latin typeface="Times New Roman" panose="02020603050405020304" pitchFamily="18" charset="0"/>
              <a:cs typeface="Times New Roman" panose="02020603050405020304" pitchFamily="18" charset="0"/>
            </a:endParaRPr>
          </a:p>
          <a:p>
            <a:pPr>
              <a:lnSpc>
                <a:spcPct val="100000"/>
              </a:lnSpc>
              <a:spcBef>
                <a:spcPts val="380"/>
              </a:spcBef>
            </a:pPr>
            <a:endParaRPr sz="1200" dirty="0">
              <a:latin typeface="Times New Roman"/>
              <a:cs typeface="Times New Roman"/>
            </a:endParaRPr>
          </a:p>
          <a:p>
            <a:pPr marL="12700">
              <a:lnSpc>
                <a:spcPct val="100000"/>
              </a:lnSpc>
            </a:pPr>
            <a:r>
              <a:rPr sz="1600" b="1" dirty="0">
                <a:latin typeface="Times New Roman"/>
                <a:cs typeface="Times New Roman"/>
              </a:rPr>
              <a:t>2.1</a:t>
            </a:r>
            <a:r>
              <a:rPr sz="1600" b="1" spc="-25" dirty="0">
                <a:latin typeface="Times New Roman"/>
                <a:cs typeface="Times New Roman"/>
              </a:rPr>
              <a:t> </a:t>
            </a:r>
            <a:r>
              <a:rPr sz="1600" b="1" spc="-10" dirty="0">
                <a:latin typeface="Times New Roman"/>
                <a:cs typeface="Times New Roman"/>
              </a:rPr>
              <a:t>Introduction</a:t>
            </a:r>
            <a:endParaRPr sz="1600" dirty="0">
              <a:latin typeface="Times New Roman"/>
              <a:cs typeface="Times New Roman"/>
            </a:endParaRPr>
          </a:p>
          <a:p>
            <a:pPr marL="24765" marR="5715" indent="246379" algn="just">
              <a:lnSpc>
                <a:spcPct val="150000"/>
              </a:lnSpc>
              <a:spcBef>
                <a:spcPts val="985"/>
              </a:spcBef>
            </a:pPr>
            <a:r>
              <a:rPr lang="en-US" sz="1200" dirty="0">
                <a:latin typeface="Times New Roman"/>
                <a:cs typeface="Times New Roman"/>
              </a:rPr>
              <a:t>The</a:t>
            </a:r>
            <a:r>
              <a:rPr lang="en-US" sz="1200" spc="110" dirty="0">
                <a:latin typeface="Times New Roman"/>
                <a:cs typeface="Times New Roman"/>
              </a:rPr>
              <a:t>  </a:t>
            </a:r>
            <a:r>
              <a:rPr lang="en-US" sz="1200" dirty="0">
                <a:latin typeface="Times New Roman"/>
                <a:cs typeface="Times New Roman"/>
              </a:rPr>
              <a:t>convergence</a:t>
            </a:r>
            <a:r>
              <a:rPr lang="en-US" sz="1200" spc="114" dirty="0">
                <a:latin typeface="Times New Roman"/>
                <a:cs typeface="Times New Roman"/>
              </a:rPr>
              <a:t>  </a:t>
            </a:r>
            <a:r>
              <a:rPr lang="en-US" sz="1200" dirty="0">
                <a:latin typeface="Times New Roman"/>
                <a:cs typeface="Times New Roman"/>
              </a:rPr>
              <a:t>of</a:t>
            </a:r>
            <a:r>
              <a:rPr lang="en-US" sz="1200" spc="110" dirty="0">
                <a:latin typeface="Times New Roman"/>
                <a:cs typeface="Times New Roman"/>
              </a:rPr>
              <a:t>  </a:t>
            </a:r>
            <a:r>
              <a:rPr lang="en-US" sz="1200" dirty="0">
                <a:latin typeface="Times New Roman"/>
                <a:cs typeface="Times New Roman"/>
              </a:rPr>
              <a:t>Artificial</a:t>
            </a:r>
            <a:r>
              <a:rPr lang="en-US" sz="1200" spc="110" dirty="0">
                <a:latin typeface="Times New Roman"/>
                <a:cs typeface="Times New Roman"/>
              </a:rPr>
              <a:t>  </a:t>
            </a:r>
            <a:r>
              <a:rPr lang="en-US" sz="1200" dirty="0">
                <a:latin typeface="Times New Roman"/>
                <a:cs typeface="Times New Roman"/>
              </a:rPr>
              <a:t>Intelligence</a:t>
            </a:r>
            <a:r>
              <a:rPr lang="en-US" sz="1200" spc="114" dirty="0">
                <a:latin typeface="Times New Roman"/>
                <a:cs typeface="Times New Roman"/>
              </a:rPr>
              <a:t>  </a:t>
            </a:r>
            <a:r>
              <a:rPr lang="en-US" sz="1200" dirty="0">
                <a:latin typeface="Times New Roman"/>
                <a:cs typeface="Times New Roman"/>
              </a:rPr>
              <a:t>(AI)</a:t>
            </a:r>
            <a:r>
              <a:rPr lang="en-US" sz="1200" spc="495" dirty="0">
                <a:latin typeface="Times New Roman"/>
                <a:cs typeface="Times New Roman"/>
              </a:rPr>
              <a:t> </a:t>
            </a:r>
            <a:r>
              <a:rPr lang="en-US" sz="1200" dirty="0">
                <a:latin typeface="Times New Roman"/>
                <a:cs typeface="Times New Roman"/>
              </a:rPr>
              <a:t>and</a:t>
            </a:r>
            <a:r>
              <a:rPr lang="en-US" sz="1200" spc="114" dirty="0">
                <a:latin typeface="Times New Roman"/>
                <a:cs typeface="Times New Roman"/>
              </a:rPr>
              <a:t>  </a:t>
            </a:r>
            <a:r>
              <a:rPr lang="en-US" sz="1200" dirty="0">
                <a:latin typeface="Times New Roman"/>
                <a:cs typeface="Times New Roman"/>
              </a:rPr>
              <a:t>Virtual</a:t>
            </a:r>
            <a:r>
              <a:rPr lang="en-US" sz="1200" spc="114" dirty="0">
                <a:latin typeface="Times New Roman"/>
                <a:cs typeface="Times New Roman"/>
              </a:rPr>
              <a:t>  </a:t>
            </a:r>
            <a:r>
              <a:rPr lang="en-US" sz="1200" dirty="0">
                <a:latin typeface="Times New Roman"/>
                <a:cs typeface="Times New Roman"/>
              </a:rPr>
              <a:t>Reality</a:t>
            </a:r>
            <a:r>
              <a:rPr lang="en-US" sz="1200" spc="495" dirty="0">
                <a:latin typeface="Times New Roman"/>
                <a:cs typeface="Times New Roman"/>
              </a:rPr>
              <a:t> </a:t>
            </a:r>
            <a:r>
              <a:rPr lang="en-US" sz="1200" dirty="0">
                <a:latin typeface="Times New Roman"/>
                <a:cs typeface="Times New Roman"/>
              </a:rPr>
              <a:t>(VR)</a:t>
            </a:r>
            <a:r>
              <a:rPr lang="en-US" sz="1200" spc="114" dirty="0">
                <a:latin typeface="Times New Roman"/>
                <a:cs typeface="Times New Roman"/>
              </a:rPr>
              <a:t>  </a:t>
            </a:r>
            <a:r>
              <a:rPr lang="en-US" sz="1200" dirty="0">
                <a:latin typeface="Times New Roman"/>
                <a:cs typeface="Times New Roman"/>
              </a:rPr>
              <a:t>is</a:t>
            </a:r>
            <a:r>
              <a:rPr lang="en-US" sz="1200" spc="495" dirty="0">
                <a:latin typeface="Times New Roman"/>
                <a:cs typeface="Times New Roman"/>
              </a:rPr>
              <a:t> </a:t>
            </a:r>
            <a:r>
              <a:rPr lang="en-US" sz="1200" dirty="0">
                <a:latin typeface="Times New Roman"/>
                <a:cs typeface="Times New Roman"/>
              </a:rPr>
              <a:t>poised</a:t>
            </a:r>
            <a:r>
              <a:rPr lang="en-US" sz="1200" spc="495" dirty="0">
                <a:latin typeface="Times New Roman"/>
                <a:cs typeface="Times New Roman"/>
              </a:rPr>
              <a:t> </a:t>
            </a:r>
            <a:r>
              <a:rPr lang="en-US" sz="1200" spc="-25" dirty="0">
                <a:latin typeface="Times New Roman"/>
                <a:cs typeface="Times New Roman"/>
              </a:rPr>
              <a:t>to </a:t>
            </a:r>
            <a:r>
              <a:rPr lang="en-US" sz="1200" dirty="0">
                <a:latin typeface="Times New Roman"/>
                <a:cs typeface="Times New Roman"/>
              </a:rPr>
              <a:t>revolutionize</a:t>
            </a:r>
            <a:r>
              <a:rPr lang="en-US" sz="1200" spc="275" dirty="0">
                <a:latin typeface="Times New Roman"/>
                <a:cs typeface="Times New Roman"/>
              </a:rPr>
              <a:t> </a:t>
            </a:r>
            <a:r>
              <a:rPr lang="en-US" sz="1200" dirty="0">
                <a:latin typeface="Times New Roman"/>
                <a:cs typeface="Times New Roman"/>
              </a:rPr>
              <a:t>multiple</a:t>
            </a:r>
            <a:r>
              <a:rPr lang="en-US" sz="1200" spc="280" dirty="0">
                <a:latin typeface="Times New Roman"/>
                <a:cs typeface="Times New Roman"/>
              </a:rPr>
              <a:t> </a:t>
            </a:r>
            <a:r>
              <a:rPr lang="en-US" sz="1200" dirty="0">
                <a:latin typeface="Times New Roman"/>
                <a:cs typeface="Times New Roman"/>
              </a:rPr>
              <a:t>industries</a:t>
            </a:r>
            <a:r>
              <a:rPr lang="en-US" sz="1200" spc="280" dirty="0">
                <a:latin typeface="Times New Roman"/>
                <a:cs typeface="Times New Roman"/>
              </a:rPr>
              <a:t> </a:t>
            </a:r>
            <a:r>
              <a:rPr lang="en-US" sz="1200" dirty="0">
                <a:latin typeface="Times New Roman"/>
                <a:cs typeface="Times New Roman"/>
              </a:rPr>
              <a:t>and</a:t>
            </a:r>
            <a:r>
              <a:rPr lang="en-US" sz="1200" spc="270" dirty="0">
                <a:latin typeface="Times New Roman"/>
                <a:cs typeface="Times New Roman"/>
              </a:rPr>
              <a:t> </a:t>
            </a:r>
            <a:r>
              <a:rPr lang="en-US" sz="1200" dirty="0">
                <a:latin typeface="Times New Roman"/>
                <a:cs typeface="Times New Roman"/>
              </a:rPr>
              <a:t>redefine</a:t>
            </a:r>
            <a:r>
              <a:rPr lang="en-US" sz="1200" spc="275" dirty="0">
                <a:latin typeface="Times New Roman"/>
                <a:cs typeface="Times New Roman"/>
              </a:rPr>
              <a:t> </a:t>
            </a:r>
            <a:r>
              <a:rPr lang="en-US" sz="1200" dirty="0">
                <a:latin typeface="Times New Roman"/>
                <a:cs typeface="Times New Roman"/>
              </a:rPr>
              <a:t>how</a:t>
            </a:r>
            <a:r>
              <a:rPr lang="en-US" sz="1200" spc="254" dirty="0">
                <a:latin typeface="Times New Roman"/>
                <a:cs typeface="Times New Roman"/>
              </a:rPr>
              <a:t> </a:t>
            </a:r>
            <a:r>
              <a:rPr lang="en-US" sz="1200" dirty="0">
                <a:latin typeface="Times New Roman"/>
                <a:cs typeface="Times New Roman"/>
              </a:rPr>
              <a:t>we</a:t>
            </a:r>
            <a:r>
              <a:rPr lang="en-US" sz="1200" spc="290" dirty="0">
                <a:latin typeface="Times New Roman"/>
                <a:cs typeface="Times New Roman"/>
              </a:rPr>
              <a:t> </a:t>
            </a:r>
            <a:r>
              <a:rPr lang="en-US" sz="1200" dirty="0">
                <a:latin typeface="Times New Roman"/>
                <a:cs typeface="Times New Roman"/>
              </a:rPr>
              <a:t>interact</a:t>
            </a:r>
            <a:r>
              <a:rPr lang="en-US" sz="1200" spc="270" dirty="0">
                <a:latin typeface="Times New Roman"/>
                <a:cs typeface="Times New Roman"/>
              </a:rPr>
              <a:t> </a:t>
            </a:r>
            <a:r>
              <a:rPr lang="en-US" sz="1200" dirty="0">
                <a:latin typeface="Times New Roman"/>
                <a:cs typeface="Times New Roman"/>
              </a:rPr>
              <a:t>with</a:t>
            </a:r>
            <a:r>
              <a:rPr lang="en-US" sz="1200" spc="270" dirty="0">
                <a:latin typeface="Times New Roman"/>
                <a:cs typeface="Times New Roman"/>
              </a:rPr>
              <a:t> </a:t>
            </a:r>
            <a:r>
              <a:rPr lang="en-US" sz="1200" dirty="0">
                <a:latin typeface="Times New Roman"/>
                <a:cs typeface="Times New Roman"/>
              </a:rPr>
              <a:t>information.</a:t>
            </a:r>
            <a:r>
              <a:rPr lang="en-US" sz="1200" spc="280" dirty="0">
                <a:latin typeface="Times New Roman"/>
                <a:cs typeface="Times New Roman"/>
              </a:rPr>
              <a:t> </a:t>
            </a:r>
            <a:r>
              <a:rPr lang="en-US" sz="1200" dirty="0">
                <a:latin typeface="Times New Roman"/>
                <a:cs typeface="Times New Roman"/>
              </a:rPr>
              <a:t>AI,</a:t>
            </a:r>
            <a:r>
              <a:rPr lang="en-US" sz="1200" spc="270" dirty="0">
                <a:latin typeface="Times New Roman"/>
                <a:cs typeface="Times New Roman"/>
              </a:rPr>
              <a:t> </a:t>
            </a:r>
            <a:r>
              <a:rPr lang="en-US" sz="1200" dirty="0">
                <a:latin typeface="Times New Roman"/>
                <a:cs typeface="Times New Roman"/>
              </a:rPr>
              <a:t>capable</a:t>
            </a:r>
            <a:r>
              <a:rPr lang="en-US" sz="1200" spc="275" dirty="0">
                <a:latin typeface="Times New Roman"/>
                <a:cs typeface="Times New Roman"/>
              </a:rPr>
              <a:t> </a:t>
            </a:r>
            <a:r>
              <a:rPr lang="en-US" sz="1200" spc="-25" dirty="0">
                <a:latin typeface="Times New Roman"/>
                <a:cs typeface="Times New Roman"/>
              </a:rPr>
              <a:t>of </a:t>
            </a:r>
            <a:r>
              <a:rPr lang="en-US" sz="1200" dirty="0">
                <a:latin typeface="Times New Roman"/>
                <a:cs typeface="Times New Roman"/>
              </a:rPr>
              <a:t>learning,</a:t>
            </a:r>
            <a:r>
              <a:rPr lang="en-US" sz="1200" spc="475" dirty="0">
                <a:latin typeface="Times New Roman"/>
                <a:cs typeface="Times New Roman"/>
              </a:rPr>
              <a:t> </a:t>
            </a:r>
            <a:r>
              <a:rPr lang="en-US" sz="1200" dirty="0">
                <a:latin typeface="Times New Roman"/>
                <a:cs typeface="Times New Roman"/>
              </a:rPr>
              <a:t>reasoning,</a:t>
            </a:r>
            <a:r>
              <a:rPr lang="en-US" sz="1200" spc="480" dirty="0">
                <a:latin typeface="Times New Roman"/>
                <a:cs typeface="Times New Roman"/>
              </a:rPr>
              <a:t> </a:t>
            </a:r>
            <a:r>
              <a:rPr lang="en-US" sz="1200" dirty="0">
                <a:latin typeface="Times New Roman"/>
                <a:cs typeface="Times New Roman"/>
              </a:rPr>
              <a:t>and</a:t>
            </a:r>
            <a:r>
              <a:rPr lang="en-US" sz="1200" spc="490" dirty="0">
                <a:latin typeface="Times New Roman"/>
                <a:cs typeface="Times New Roman"/>
              </a:rPr>
              <a:t> </a:t>
            </a:r>
            <a:r>
              <a:rPr lang="en-US" sz="1200" dirty="0">
                <a:latin typeface="Times New Roman"/>
                <a:cs typeface="Times New Roman"/>
              </a:rPr>
              <a:t>human-like</a:t>
            </a:r>
            <a:r>
              <a:rPr lang="en-US" sz="1200" spc="475" dirty="0">
                <a:latin typeface="Times New Roman"/>
                <a:cs typeface="Times New Roman"/>
              </a:rPr>
              <a:t> </a:t>
            </a:r>
            <a:r>
              <a:rPr lang="en-US" sz="1200" dirty="0">
                <a:latin typeface="Times New Roman"/>
                <a:cs typeface="Times New Roman"/>
              </a:rPr>
              <a:t>interaction,</a:t>
            </a:r>
            <a:r>
              <a:rPr lang="en-US" sz="1200" spc="490" dirty="0">
                <a:latin typeface="Times New Roman"/>
                <a:cs typeface="Times New Roman"/>
              </a:rPr>
              <a:t> </a:t>
            </a:r>
            <a:r>
              <a:rPr lang="en-US" sz="1200" dirty="0">
                <a:latin typeface="Times New Roman"/>
                <a:cs typeface="Times New Roman"/>
              </a:rPr>
              <a:t>enhances</a:t>
            </a:r>
            <a:r>
              <a:rPr lang="en-US" sz="1200" spc="475" dirty="0">
                <a:latin typeface="Times New Roman"/>
                <a:cs typeface="Times New Roman"/>
              </a:rPr>
              <a:t> </a:t>
            </a:r>
            <a:r>
              <a:rPr lang="en-US" sz="1200" dirty="0">
                <a:latin typeface="Times New Roman"/>
                <a:cs typeface="Times New Roman"/>
              </a:rPr>
              <a:t>VR</a:t>
            </a:r>
            <a:r>
              <a:rPr lang="en-US" sz="1200" spc="470" dirty="0">
                <a:latin typeface="Times New Roman"/>
                <a:cs typeface="Times New Roman"/>
              </a:rPr>
              <a:t> </a:t>
            </a:r>
            <a:r>
              <a:rPr lang="en-US" sz="1200" dirty="0">
                <a:latin typeface="Times New Roman"/>
                <a:cs typeface="Times New Roman"/>
              </a:rPr>
              <a:t>experiences,</a:t>
            </a:r>
            <a:r>
              <a:rPr lang="en-US" sz="1200" spc="465" dirty="0">
                <a:latin typeface="Times New Roman"/>
                <a:cs typeface="Times New Roman"/>
              </a:rPr>
              <a:t> </a:t>
            </a:r>
            <a:r>
              <a:rPr lang="en-US" sz="1200" dirty="0">
                <a:latin typeface="Times New Roman"/>
                <a:cs typeface="Times New Roman"/>
              </a:rPr>
              <a:t>while</a:t>
            </a:r>
            <a:r>
              <a:rPr lang="en-US" sz="1200" spc="475" dirty="0">
                <a:latin typeface="Times New Roman"/>
                <a:cs typeface="Times New Roman"/>
              </a:rPr>
              <a:t> </a:t>
            </a:r>
            <a:r>
              <a:rPr lang="en-US" sz="1200" dirty="0">
                <a:latin typeface="Times New Roman"/>
                <a:cs typeface="Times New Roman"/>
              </a:rPr>
              <a:t>VR</a:t>
            </a:r>
            <a:r>
              <a:rPr lang="en-US" sz="1200" spc="470" dirty="0">
                <a:latin typeface="Times New Roman"/>
                <a:cs typeface="Times New Roman"/>
              </a:rPr>
              <a:t> </a:t>
            </a:r>
            <a:r>
              <a:rPr lang="en-US" sz="1200" spc="-10" dirty="0">
                <a:latin typeface="Times New Roman"/>
                <a:cs typeface="Times New Roman"/>
              </a:rPr>
              <a:t>offers </a:t>
            </a:r>
            <a:r>
              <a:rPr lang="en-US" sz="1200" dirty="0">
                <a:latin typeface="Times New Roman"/>
                <a:cs typeface="Times New Roman"/>
              </a:rPr>
              <a:t>immersive</a:t>
            </a:r>
            <a:r>
              <a:rPr lang="en-US" sz="1200" spc="90" dirty="0">
                <a:latin typeface="Times New Roman"/>
                <a:cs typeface="Times New Roman"/>
              </a:rPr>
              <a:t> </a:t>
            </a:r>
            <a:r>
              <a:rPr lang="en-US" sz="1200" dirty="0">
                <a:latin typeface="Times New Roman"/>
                <a:cs typeface="Times New Roman"/>
              </a:rPr>
              <a:t>environments</a:t>
            </a:r>
            <a:r>
              <a:rPr lang="en-US" sz="1200" spc="100" dirty="0">
                <a:latin typeface="Times New Roman"/>
                <a:cs typeface="Times New Roman"/>
              </a:rPr>
              <a:t> </a:t>
            </a:r>
            <a:r>
              <a:rPr lang="en-US" sz="1200" dirty="0">
                <a:latin typeface="Times New Roman"/>
                <a:cs typeface="Times New Roman"/>
              </a:rPr>
              <a:t>that</a:t>
            </a:r>
            <a:r>
              <a:rPr lang="en-US" sz="1200" spc="90" dirty="0">
                <a:latin typeface="Times New Roman"/>
                <a:cs typeface="Times New Roman"/>
              </a:rPr>
              <a:t> </a:t>
            </a:r>
            <a:r>
              <a:rPr lang="en-US" sz="1200" dirty="0">
                <a:latin typeface="Times New Roman"/>
                <a:cs typeface="Times New Roman"/>
              </a:rPr>
              <a:t>simulate</a:t>
            </a:r>
            <a:r>
              <a:rPr lang="en-US" sz="1200" spc="90" dirty="0">
                <a:latin typeface="Times New Roman"/>
                <a:cs typeface="Times New Roman"/>
              </a:rPr>
              <a:t> </a:t>
            </a:r>
            <a:r>
              <a:rPr lang="en-US" sz="1200" dirty="0">
                <a:latin typeface="Times New Roman"/>
                <a:cs typeface="Times New Roman"/>
              </a:rPr>
              <a:t>real-world</a:t>
            </a:r>
            <a:r>
              <a:rPr lang="en-US" sz="1200" spc="95" dirty="0">
                <a:latin typeface="Times New Roman"/>
                <a:cs typeface="Times New Roman"/>
              </a:rPr>
              <a:t> </a:t>
            </a:r>
            <a:r>
              <a:rPr lang="en-US" sz="1200" dirty="0">
                <a:latin typeface="Times New Roman"/>
                <a:cs typeface="Times New Roman"/>
              </a:rPr>
              <a:t>scenarios.</a:t>
            </a:r>
            <a:r>
              <a:rPr lang="en-US" sz="1200" spc="95" dirty="0">
                <a:latin typeface="Times New Roman"/>
                <a:cs typeface="Times New Roman"/>
              </a:rPr>
              <a:t> </a:t>
            </a:r>
            <a:r>
              <a:rPr lang="en-US" sz="1200" dirty="0">
                <a:latin typeface="Times New Roman"/>
                <a:cs typeface="Times New Roman"/>
              </a:rPr>
              <a:t>Together,</a:t>
            </a:r>
            <a:r>
              <a:rPr lang="en-US" sz="1200" spc="90" dirty="0">
                <a:latin typeface="Times New Roman"/>
                <a:cs typeface="Times New Roman"/>
              </a:rPr>
              <a:t> </a:t>
            </a:r>
            <a:r>
              <a:rPr lang="en-US" sz="1200" dirty="0">
                <a:latin typeface="Times New Roman"/>
                <a:cs typeface="Times New Roman"/>
              </a:rPr>
              <a:t>AI</a:t>
            </a:r>
            <a:r>
              <a:rPr lang="en-US" sz="1200" spc="95" dirty="0">
                <a:latin typeface="Times New Roman"/>
                <a:cs typeface="Times New Roman"/>
              </a:rPr>
              <a:t> </a:t>
            </a:r>
            <a:r>
              <a:rPr lang="en-US" sz="1200" dirty="0">
                <a:latin typeface="Times New Roman"/>
                <a:cs typeface="Times New Roman"/>
              </a:rPr>
              <a:t>and</a:t>
            </a:r>
            <a:r>
              <a:rPr lang="en-US" sz="1200" spc="95" dirty="0">
                <a:latin typeface="Times New Roman"/>
                <a:cs typeface="Times New Roman"/>
              </a:rPr>
              <a:t> </a:t>
            </a:r>
            <a:r>
              <a:rPr lang="en-US" sz="1200" dirty="0">
                <a:latin typeface="Times New Roman"/>
                <a:cs typeface="Times New Roman"/>
              </a:rPr>
              <a:t>VR</a:t>
            </a:r>
            <a:r>
              <a:rPr lang="en-US" sz="1200" spc="100" dirty="0">
                <a:latin typeface="Times New Roman"/>
                <a:cs typeface="Times New Roman"/>
              </a:rPr>
              <a:t> </a:t>
            </a:r>
            <a:r>
              <a:rPr lang="en-US" sz="1200" dirty="0">
                <a:latin typeface="Times New Roman"/>
                <a:cs typeface="Times New Roman"/>
              </a:rPr>
              <a:t>are</a:t>
            </a:r>
            <a:r>
              <a:rPr lang="en-US" sz="1200" spc="90" dirty="0">
                <a:latin typeface="Times New Roman"/>
                <a:cs typeface="Times New Roman"/>
              </a:rPr>
              <a:t> </a:t>
            </a:r>
            <a:r>
              <a:rPr lang="en-US" sz="1200" dirty="0">
                <a:latin typeface="Times New Roman"/>
                <a:cs typeface="Times New Roman"/>
              </a:rPr>
              <a:t>driving</a:t>
            </a:r>
            <a:r>
              <a:rPr lang="en-US" sz="1200" spc="85" dirty="0">
                <a:latin typeface="Times New Roman"/>
                <a:cs typeface="Times New Roman"/>
              </a:rPr>
              <a:t> </a:t>
            </a:r>
            <a:r>
              <a:rPr lang="en-US" sz="1200" dirty="0">
                <a:latin typeface="Times New Roman"/>
                <a:cs typeface="Times New Roman"/>
              </a:rPr>
              <a:t>a</a:t>
            </a:r>
            <a:r>
              <a:rPr lang="en-US" sz="1200" spc="90" dirty="0">
                <a:latin typeface="Times New Roman"/>
                <a:cs typeface="Times New Roman"/>
              </a:rPr>
              <a:t> </a:t>
            </a:r>
            <a:r>
              <a:rPr lang="en-US" sz="1200" spc="-25" dirty="0">
                <a:latin typeface="Times New Roman"/>
                <a:cs typeface="Times New Roman"/>
              </a:rPr>
              <a:t>new </a:t>
            </a:r>
            <a:r>
              <a:rPr lang="en-US" sz="1200" dirty="0">
                <a:latin typeface="Times New Roman"/>
                <a:cs typeface="Times New Roman"/>
              </a:rPr>
              <a:t>generation</a:t>
            </a:r>
            <a:r>
              <a:rPr lang="en-US" sz="1200" spc="130" dirty="0">
                <a:latin typeface="Times New Roman"/>
                <a:cs typeface="Times New Roman"/>
              </a:rPr>
              <a:t> </a:t>
            </a:r>
            <a:r>
              <a:rPr lang="en-US" sz="1200" dirty="0">
                <a:latin typeface="Times New Roman"/>
                <a:cs typeface="Times New Roman"/>
              </a:rPr>
              <a:t>of</a:t>
            </a:r>
            <a:r>
              <a:rPr lang="en-US" sz="1200" spc="85" dirty="0">
                <a:latin typeface="Times New Roman"/>
                <a:cs typeface="Times New Roman"/>
              </a:rPr>
              <a:t> </a:t>
            </a:r>
            <a:r>
              <a:rPr lang="en-US" sz="1200" dirty="0">
                <a:latin typeface="Times New Roman"/>
                <a:cs typeface="Times New Roman"/>
              </a:rPr>
              <a:t>applications</a:t>
            </a:r>
            <a:r>
              <a:rPr lang="en-US" sz="1200" spc="120" dirty="0">
                <a:latin typeface="Times New Roman"/>
                <a:cs typeface="Times New Roman"/>
              </a:rPr>
              <a:t> </a:t>
            </a:r>
            <a:r>
              <a:rPr lang="en-US" sz="1200" dirty="0">
                <a:latin typeface="Times New Roman"/>
                <a:cs typeface="Times New Roman"/>
              </a:rPr>
              <a:t>across</a:t>
            </a:r>
            <a:r>
              <a:rPr lang="en-US" sz="1200" spc="75" dirty="0">
                <a:latin typeface="Times New Roman"/>
                <a:cs typeface="Times New Roman"/>
              </a:rPr>
              <a:t> </a:t>
            </a:r>
            <a:r>
              <a:rPr lang="en-US" sz="1200" dirty="0">
                <a:latin typeface="Times New Roman"/>
                <a:cs typeface="Times New Roman"/>
              </a:rPr>
              <a:t>education,</a:t>
            </a:r>
            <a:r>
              <a:rPr lang="en-US" sz="1200" spc="100" dirty="0">
                <a:latin typeface="Times New Roman"/>
                <a:cs typeface="Times New Roman"/>
              </a:rPr>
              <a:t> </a:t>
            </a:r>
            <a:r>
              <a:rPr lang="en-US" sz="1200" dirty="0">
                <a:latin typeface="Times New Roman"/>
                <a:cs typeface="Times New Roman"/>
              </a:rPr>
              <a:t>healthcare,</a:t>
            </a:r>
            <a:r>
              <a:rPr lang="en-US" sz="1200" spc="114" dirty="0">
                <a:latin typeface="Times New Roman"/>
                <a:cs typeface="Times New Roman"/>
              </a:rPr>
              <a:t> </a:t>
            </a:r>
            <a:r>
              <a:rPr lang="en-US" sz="1200" dirty="0">
                <a:latin typeface="Times New Roman"/>
                <a:cs typeface="Times New Roman"/>
              </a:rPr>
              <a:t>entertainment,</a:t>
            </a:r>
            <a:r>
              <a:rPr lang="en-US" sz="1200" spc="135" dirty="0">
                <a:latin typeface="Times New Roman"/>
                <a:cs typeface="Times New Roman"/>
              </a:rPr>
              <a:t> </a:t>
            </a:r>
            <a:r>
              <a:rPr lang="en-US" sz="1200" dirty="0">
                <a:latin typeface="Times New Roman"/>
                <a:cs typeface="Times New Roman"/>
              </a:rPr>
              <a:t>and</a:t>
            </a:r>
            <a:r>
              <a:rPr lang="en-US" sz="1200" spc="85" dirty="0">
                <a:latin typeface="Times New Roman"/>
                <a:cs typeface="Times New Roman"/>
              </a:rPr>
              <a:t> </a:t>
            </a:r>
            <a:r>
              <a:rPr lang="en-US" sz="1200" spc="-10" dirty="0">
                <a:latin typeface="Times New Roman"/>
                <a:cs typeface="Times New Roman"/>
              </a:rPr>
              <a:t>manufacturing.</a:t>
            </a:r>
            <a:endParaRPr lang="en-US" sz="1200" dirty="0">
              <a:latin typeface="Times New Roman"/>
              <a:cs typeface="Times New Roman"/>
            </a:endParaRPr>
          </a:p>
          <a:p>
            <a:pPr marL="12700" marR="10795" algn="just">
              <a:lnSpc>
                <a:spcPct val="150000"/>
              </a:lnSpc>
            </a:pPr>
            <a:r>
              <a:rPr lang="en-US" sz="1200" dirty="0">
                <a:latin typeface="Times New Roman"/>
                <a:cs typeface="Times New Roman"/>
              </a:rPr>
              <a:t>The</a:t>
            </a:r>
            <a:r>
              <a:rPr lang="en-US" sz="1200" spc="70" dirty="0">
                <a:latin typeface="Times New Roman"/>
                <a:cs typeface="Times New Roman"/>
              </a:rPr>
              <a:t> </a:t>
            </a:r>
            <a:r>
              <a:rPr lang="en-US" sz="1200" dirty="0">
                <a:latin typeface="Times New Roman"/>
                <a:cs typeface="Times New Roman"/>
              </a:rPr>
              <a:t>latest</a:t>
            </a:r>
            <a:r>
              <a:rPr lang="en-US" sz="1200" spc="80" dirty="0">
                <a:latin typeface="Times New Roman"/>
                <a:cs typeface="Times New Roman"/>
              </a:rPr>
              <a:t> </a:t>
            </a:r>
            <a:r>
              <a:rPr lang="en-US" sz="1200" dirty="0">
                <a:latin typeface="Times New Roman"/>
                <a:cs typeface="Times New Roman"/>
              </a:rPr>
              <a:t>breakthroughs</a:t>
            </a:r>
            <a:r>
              <a:rPr lang="en-US" sz="1200" spc="95" dirty="0">
                <a:latin typeface="Times New Roman"/>
                <a:cs typeface="Times New Roman"/>
              </a:rPr>
              <a:t> </a:t>
            </a:r>
            <a:r>
              <a:rPr lang="en-US" sz="1200" dirty="0">
                <a:latin typeface="Times New Roman"/>
                <a:cs typeface="Times New Roman"/>
              </a:rPr>
              <a:t>in</a:t>
            </a:r>
            <a:r>
              <a:rPr lang="en-US" sz="1200" spc="65" dirty="0">
                <a:latin typeface="Times New Roman"/>
                <a:cs typeface="Times New Roman"/>
              </a:rPr>
              <a:t> </a:t>
            </a:r>
            <a:r>
              <a:rPr lang="en-US" sz="1200" dirty="0">
                <a:latin typeface="Times New Roman"/>
                <a:cs typeface="Times New Roman"/>
              </a:rPr>
              <a:t>AI</a:t>
            </a:r>
            <a:r>
              <a:rPr lang="en-US" sz="1200" spc="50" dirty="0">
                <a:latin typeface="Times New Roman"/>
                <a:cs typeface="Times New Roman"/>
              </a:rPr>
              <a:t> </a:t>
            </a:r>
            <a:r>
              <a:rPr lang="en-US" sz="1200" dirty="0">
                <a:latin typeface="Times New Roman"/>
                <a:cs typeface="Times New Roman"/>
              </a:rPr>
              <a:t>and</a:t>
            </a:r>
            <a:r>
              <a:rPr lang="en-US" sz="1200" spc="60" dirty="0">
                <a:latin typeface="Times New Roman"/>
                <a:cs typeface="Times New Roman"/>
              </a:rPr>
              <a:t> </a:t>
            </a:r>
            <a:r>
              <a:rPr lang="en-US" sz="1200" dirty="0">
                <a:latin typeface="Times New Roman"/>
                <a:cs typeface="Times New Roman"/>
              </a:rPr>
              <a:t>VR</a:t>
            </a:r>
            <a:r>
              <a:rPr lang="en-US" sz="1200" spc="45" dirty="0">
                <a:latin typeface="Times New Roman"/>
                <a:cs typeface="Times New Roman"/>
              </a:rPr>
              <a:t> </a:t>
            </a:r>
            <a:r>
              <a:rPr lang="en-US" sz="1200" dirty="0">
                <a:latin typeface="Times New Roman"/>
                <a:cs typeface="Times New Roman"/>
              </a:rPr>
              <a:t>are</a:t>
            </a:r>
            <a:r>
              <a:rPr lang="en-US" sz="1200" spc="70" dirty="0">
                <a:latin typeface="Times New Roman"/>
                <a:cs typeface="Times New Roman"/>
              </a:rPr>
              <a:t> </a:t>
            </a:r>
            <a:r>
              <a:rPr lang="en-US" sz="1200" dirty="0">
                <a:latin typeface="Times New Roman"/>
                <a:cs typeface="Times New Roman"/>
              </a:rPr>
              <a:t>transforming</a:t>
            </a:r>
            <a:r>
              <a:rPr lang="en-US" sz="1200" spc="75" dirty="0">
                <a:latin typeface="Times New Roman"/>
                <a:cs typeface="Times New Roman"/>
              </a:rPr>
              <a:t> </a:t>
            </a:r>
            <a:r>
              <a:rPr lang="en-US" sz="1200" dirty="0">
                <a:latin typeface="Times New Roman"/>
                <a:cs typeface="Times New Roman"/>
              </a:rPr>
              <a:t>virtual</a:t>
            </a:r>
            <a:r>
              <a:rPr lang="en-US" sz="1200" spc="110" dirty="0">
                <a:latin typeface="Times New Roman"/>
                <a:cs typeface="Times New Roman"/>
              </a:rPr>
              <a:t> </a:t>
            </a:r>
            <a:r>
              <a:rPr lang="en-US" sz="1200" dirty="0">
                <a:latin typeface="Times New Roman"/>
                <a:cs typeface="Times New Roman"/>
              </a:rPr>
              <a:t>environments,</a:t>
            </a:r>
            <a:r>
              <a:rPr lang="en-US" sz="1200" spc="85" dirty="0">
                <a:latin typeface="Times New Roman"/>
                <a:cs typeface="Times New Roman"/>
              </a:rPr>
              <a:t> </a:t>
            </a:r>
            <a:r>
              <a:rPr lang="en-US" sz="1200" dirty="0">
                <a:latin typeface="Times New Roman"/>
                <a:cs typeface="Times New Roman"/>
              </a:rPr>
              <a:t>making</a:t>
            </a:r>
            <a:r>
              <a:rPr lang="en-US" sz="1200" spc="80" dirty="0">
                <a:latin typeface="Times New Roman"/>
                <a:cs typeface="Times New Roman"/>
              </a:rPr>
              <a:t> </a:t>
            </a:r>
            <a:r>
              <a:rPr lang="en-US" sz="1200" dirty="0">
                <a:latin typeface="Times New Roman"/>
                <a:cs typeface="Times New Roman"/>
              </a:rPr>
              <a:t>them</a:t>
            </a:r>
            <a:r>
              <a:rPr lang="en-US" sz="1200" spc="95" dirty="0">
                <a:latin typeface="Times New Roman"/>
                <a:cs typeface="Times New Roman"/>
              </a:rPr>
              <a:t> </a:t>
            </a:r>
            <a:r>
              <a:rPr lang="en-US" sz="1200" spc="-20" dirty="0">
                <a:latin typeface="Times New Roman"/>
                <a:cs typeface="Times New Roman"/>
              </a:rPr>
              <a:t>more </a:t>
            </a:r>
            <a:r>
              <a:rPr lang="en-US" sz="1200" dirty="0">
                <a:latin typeface="Times New Roman"/>
                <a:cs typeface="Times New Roman"/>
              </a:rPr>
              <a:t>interactive</a:t>
            </a:r>
            <a:r>
              <a:rPr lang="en-US" sz="1200" spc="95" dirty="0">
                <a:latin typeface="Times New Roman"/>
                <a:cs typeface="Times New Roman"/>
              </a:rPr>
              <a:t> </a:t>
            </a:r>
            <a:r>
              <a:rPr lang="en-US" sz="1200" dirty="0">
                <a:latin typeface="Times New Roman"/>
                <a:cs typeface="Times New Roman"/>
              </a:rPr>
              <a:t>and</a:t>
            </a:r>
            <a:r>
              <a:rPr lang="en-US" sz="1200" spc="55" dirty="0">
                <a:latin typeface="Times New Roman"/>
                <a:cs typeface="Times New Roman"/>
              </a:rPr>
              <a:t> </a:t>
            </a:r>
            <a:r>
              <a:rPr lang="en-US" sz="1200" dirty="0">
                <a:latin typeface="Times New Roman"/>
                <a:cs typeface="Times New Roman"/>
              </a:rPr>
              <a:t>realistic</a:t>
            </a:r>
            <a:r>
              <a:rPr lang="en-US" sz="1200" spc="75" dirty="0">
                <a:latin typeface="Times New Roman"/>
                <a:cs typeface="Times New Roman"/>
              </a:rPr>
              <a:t> </a:t>
            </a:r>
            <a:r>
              <a:rPr lang="en-US" sz="1200" dirty="0">
                <a:latin typeface="Times New Roman"/>
                <a:cs typeface="Times New Roman"/>
              </a:rPr>
              <a:t>than</a:t>
            </a:r>
            <a:r>
              <a:rPr lang="en-US" sz="1200" spc="65" dirty="0">
                <a:latin typeface="Times New Roman"/>
                <a:cs typeface="Times New Roman"/>
              </a:rPr>
              <a:t> </a:t>
            </a:r>
            <a:r>
              <a:rPr lang="en-US" sz="1200" dirty="0">
                <a:latin typeface="Times New Roman"/>
                <a:cs typeface="Times New Roman"/>
              </a:rPr>
              <a:t>ever.</a:t>
            </a:r>
            <a:r>
              <a:rPr lang="en-US" sz="1200" spc="60" dirty="0">
                <a:latin typeface="Times New Roman"/>
                <a:cs typeface="Times New Roman"/>
              </a:rPr>
              <a:t> </a:t>
            </a:r>
            <a:r>
              <a:rPr lang="en-US" sz="1200" dirty="0">
                <a:latin typeface="Times New Roman"/>
                <a:cs typeface="Times New Roman"/>
              </a:rPr>
              <a:t>With</a:t>
            </a:r>
            <a:r>
              <a:rPr lang="en-US" sz="1200" spc="80" dirty="0">
                <a:latin typeface="Times New Roman"/>
                <a:cs typeface="Times New Roman"/>
              </a:rPr>
              <a:t> </a:t>
            </a:r>
            <a:r>
              <a:rPr lang="en-US" sz="1200" dirty="0">
                <a:latin typeface="Times New Roman"/>
                <a:cs typeface="Times New Roman"/>
              </a:rPr>
              <a:t>AI,</a:t>
            </a:r>
            <a:r>
              <a:rPr lang="en-US" sz="1200" spc="50" dirty="0">
                <a:latin typeface="Times New Roman"/>
                <a:cs typeface="Times New Roman"/>
              </a:rPr>
              <a:t> </a:t>
            </a:r>
            <a:r>
              <a:rPr lang="en-US" sz="1200" dirty="0">
                <a:latin typeface="Times New Roman"/>
                <a:cs typeface="Times New Roman"/>
              </a:rPr>
              <a:t>it</a:t>
            </a:r>
            <a:r>
              <a:rPr lang="en-US" sz="1200" spc="50" dirty="0">
                <a:latin typeface="Times New Roman"/>
                <a:cs typeface="Times New Roman"/>
              </a:rPr>
              <a:t> </a:t>
            </a:r>
            <a:r>
              <a:rPr lang="en-US" sz="1200" dirty="0">
                <a:latin typeface="Times New Roman"/>
                <a:cs typeface="Times New Roman"/>
              </a:rPr>
              <a:t>is</a:t>
            </a:r>
            <a:r>
              <a:rPr lang="en-US" sz="1200" spc="55" dirty="0">
                <a:latin typeface="Times New Roman"/>
                <a:cs typeface="Times New Roman"/>
              </a:rPr>
              <a:t> </a:t>
            </a:r>
            <a:r>
              <a:rPr lang="en-US" sz="1200" dirty="0">
                <a:latin typeface="Times New Roman"/>
                <a:cs typeface="Times New Roman"/>
              </a:rPr>
              <a:t>now</a:t>
            </a:r>
            <a:r>
              <a:rPr lang="en-US" sz="1200" spc="45" dirty="0">
                <a:latin typeface="Times New Roman"/>
                <a:cs typeface="Times New Roman"/>
              </a:rPr>
              <a:t> </a:t>
            </a:r>
            <a:r>
              <a:rPr lang="en-US" sz="1200" dirty="0">
                <a:latin typeface="Times New Roman"/>
                <a:cs typeface="Times New Roman"/>
              </a:rPr>
              <a:t>possible</a:t>
            </a:r>
            <a:r>
              <a:rPr lang="en-US" sz="1200" spc="45" dirty="0">
                <a:latin typeface="Times New Roman"/>
                <a:cs typeface="Times New Roman"/>
              </a:rPr>
              <a:t> </a:t>
            </a:r>
            <a:r>
              <a:rPr lang="en-US" sz="1200" dirty="0">
                <a:latin typeface="Times New Roman"/>
                <a:cs typeface="Times New Roman"/>
              </a:rPr>
              <a:t>to</a:t>
            </a:r>
            <a:r>
              <a:rPr lang="en-US" sz="1200" spc="65" dirty="0">
                <a:latin typeface="Times New Roman"/>
                <a:cs typeface="Times New Roman"/>
              </a:rPr>
              <a:t> </a:t>
            </a:r>
            <a:r>
              <a:rPr lang="en-US" sz="1200" dirty="0">
                <a:latin typeface="Times New Roman"/>
                <a:cs typeface="Times New Roman"/>
              </a:rPr>
              <a:t>create</a:t>
            </a:r>
            <a:r>
              <a:rPr lang="en-US" sz="1200" spc="75" dirty="0">
                <a:latin typeface="Times New Roman"/>
                <a:cs typeface="Times New Roman"/>
              </a:rPr>
              <a:t> </a:t>
            </a:r>
            <a:r>
              <a:rPr lang="en-US" sz="1200" dirty="0">
                <a:latin typeface="Times New Roman"/>
                <a:cs typeface="Times New Roman"/>
              </a:rPr>
              <a:t>detailed</a:t>
            </a:r>
            <a:r>
              <a:rPr lang="en-US" sz="1200" spc="75" dirty="0">
                <a:latin typeface="Times New Roman"/>
                <a:cs typeface="Times New Roman"/>
              </a:rPr>
              <a:t> </a:t>
            </a:r>
            <a:r>
              <a:rPr lang="en-US" sz="1200" dirty="0">
                <a:latin typeface="Times New Roman"/>
                <a:cs typeface="Times New Roman"/>
              </a:rPr>
              <a:t>3D</a:t>
            </a:r>
            <a:r>
              <a:rPr lang="en-US" sz="1200" spc="50" dirty="0">
                <a:latin typeface="Times New Roman"/>
                <a:cs typeface="Times New Roman"/>
              </a:rPr>
              <a:t> </a:t>
            </a:r>
            <a:r>
              <a:rPr lang="en-US" sz="1200" dirty="0">
                <a:latin typeface="Times New Roman"/>
                <a:cs typeface="Times New Roman"/>
              </a:rPr>
              <a:t>models,</a:t>
            </a:r>
            <a:r>
              <a:rPr lang="en-US" sz="1200" spc="50" dirty="0">
                <a:latin typeface="Times New Roman"/>
                <a:cs typeface="Times New Roman"/>
              </a:rPr>
              <a:t> </a:t>
            </a:r>
            <a:r>
              <a:rPr lang="en-US" sz="1200" spc="-10" dirty="0">
                <a:latin typeface="Times New Roman"/>
                <a:cs typeface="Times New Roman"/>
              </a:rPr>
              <a:t>simulate</a:t>
            </a:r>
            <a:endParaRPr lang="en-US" sz="1200" dirty="0">
              <a:latin typeface="Times New Roman"/>
              <a:cs typeface="Times New Roman"/>
            </a:endParaRPr>
          </a:p>
          <a:p>
            <a:pPr marL="12700" marR="117475" algn="just">
              <a:lnSpc>
                <a:spcPct val="150000"/>
              </a:lnSpc>
              <a:spcBef>
                <a:spcPts val="10"/>
              </a:spcBef>
            </a:pPr>
            <a:r>
              <a:rPr lang="en-US" sz="1200" dirty="0">
                <a:latin typeface="Times New Roman"/>
                <a:cs typeface="Times New Roman"/>
              </a:rPr>
              <a:t>complex</a:t>
            </a:r>
            <a:r>
              <a:rPr lang="en-US" sz="1200" spc="90" dirty="0">
                <a:latin typeface="Times New Roman"/>
                <a:cs typeface="Times New Roman"/>
              </a:rPr>
              <a:t> </a:t>
            </a:r>
            <a:r>
              <a:rPr lang="en-US" sz="1200" dirty="0">
                <a:latin typeface="Times New Roman"/>
                <a:cs typeface="Times New Roman"/>
              </a:rPr>
              <a:t>behaviors,</a:t>
            </a:r>
            <a:r>
              <a:rPr lang="en-US" sz="1200" spc="95" dirty="0">
                <a:latin typeface="Times New Roman"/>
                <a:cs typeface="Times New Roman"/>
              </a:rPr>
              <a:t> </a:t>
            </a:r>
            <a:r>
              <a:rPr lang="en-US" sz="1200" dirty="0">
                <a:latin typeface="Times New Roman"/>
                <a:cs typeface="Times New Roman"/>
              </a:rPr>
              <a:t>and</a:t>
            </a:r>
            <a:r>
              <a:rPr lang="en-US" sz="1200" spc="80" dirty="0">
                <a:latin typeface="Times New Roman"/>
                <a:cs typeface="Times New Roman"/>
              </a:rPr>
              <a:t> </a:t>
            </a:r>
            <a:r>
              <a:rPr lang="en-US" sz="1200" dirty="0">
                <a:latin typeface="Times New Roman"/>
                <a:cs typeface="Times New Roman"/>
              </a:rPr>
              <a:t>offer</a:t>
            </a:r>
            <a:r>
              <a:rPr lang="en-US" sz="1200" spc="65" dirty="0">
                <a:latin typeface="Times New Roman"/>
                <a:cs typeface="Times New Roman"/>
              </a:rPr>
              <a:t> </a:t>
            </a:r>
            <a:r>
              <a:rPr lang="en-US" sz="1200" dirty="0">
                <a:latin typeface="Times New Roman"/>
                <a:cs typeface="Times New Roman"/>
              </a:rPr>
              <a:t>personalized</a:t>
            </a:r>
            <a:r>
              <a:rPr lang="en-US" sz="1200" spc="105" dirty="0">
                <a:latin typeface="Times New Roman"/>
                <a:cs typeface="Times New Roman"/>
              </a:rPr>
              <a:t> </a:t>
            </a:r>
            <a:r>
              <a:rPr lang="en-US" sz="1200" dirty="0">
                <a:latin typeface="Times New Roman"/>
                <a:cs typeface="Times New Roman"/>
              </a:rPr>
              <a:t>experiences.</a:t>
            </a:r>
            <a:r>
              <a:rPr lang="en-US" sz="1200" spc="95" dirty="0">
                <a:latin typeface="Times New Roman"/>
                <a:cs typeface="Times New Roman"/>
              </a:rPr>
              <a:t> </a:t>
            </a:r>
            <a:r>
              <a:rPr lang="en-US" sz="1200" dirty="0">
                <a:latin typeface="Times New Roman"/>
                <a:cs typeface="Times New Roman"/>
              </a:rPr>
              <a:t>At</a:t>
            </a:r>
            <a:r>
              <a:rPr lang="en-US" sz="1200" spc="65" dirty="0">
                <a:latin typeface="Times New Roman"/>
                <a:cs typeface="Times New Roman"/>
              </a:rPr>
              <a:t> </a:t>
            </a:r>
            <a:r>
              <a:rPr lang="en-US" sz="1200" dirty="0">
                <a:latin typeface="Times New Roman"/>
                <a:cs typeface="Times New Roman"/>
              </a:rPr>
              <a:t>the</a:t>
            </a:r>
            <a:r>
              <a:rPr lang="en-US" sz="1200" spc="90" dirty="0">
                <a:latin typeface="Times New Roman"/>
                <a:cs typeface="Times New Roman"/>
              </a:rPr>
              <a:t> </a:t>
            </a:r>
            <a:r>
              <a:rPr lang="en-US" sz="1200" dirty="0">
                <a:latin typeface="Times New Roman"/>
                <a:cs typeface="Times New Roman"/>
              </a:rPr>
              <a:t>same</a:t>
            </a:r>
            <a:r>
              <a:rPr lang="en-US" sz="1200" spc="105" dirty="0">
                <a:latin typeface="Times New Roman"/>
                <a:cs typeface="Times New Roman"/>
              </a:rPr>
              <a:t> </a:t>
            </a:r>
            <a:r>
              <a:rPr lang="en-US" sz="1200" dirty="0">
                <a:latin typeface="Times New Roman"/>
                <a:cs typeface="Times New Roman"/>
              </a:rPr>
              <a:t>time,</a:t>
            </a:r>
            <a:r>
              <a:rPr lang="en-US" sz="1200" spc="95" dirty="0">
                <a:latin typeface="Times New Roman"/>
                <a:cs typeface="Times New Roman"/>
              </a:rPr>
              <a:t> </a:t>
            </a:r>
            <a:r>
              <a:rPr lang="en-US" sz="1200" dirty="0">
                <a:latin typeface="Times New Roman"/>
                <a:cs typeface="Times New Roman"/>
              </a:rPr>
              <a:t>VR</a:t>
            </a:r>
            <a:r>
              <a:rPr lang="en-US" sz="1200" spc="70" dirty="0">
                <a:latin typeface="Times New Roman"/>
                <a:cs typeface="Times New Roman"/>
              </a:rPr>
              <a:t> </a:t>
            </a:r>
            <a:r>
              <a:rPr lang="en-US" sz="1200" dirty="0">
                <a:latin typeface="Times New Roman"/>
                <a:cs typeface="Times New Roman"/>
              </a:rPr>
              <a:t>technologies—</a:t>
            </a:r>
            <a:r>
              <a:rPr lang="en-US" sz="1200" spc="-20" dirty="0">
                <a:latin typeface="Times New Roman"/>
                <a:cs typeface="Times New Roman"/>
              </a:rPr>
              <a:t>such </a:t>
            </a:r>
            <a:r>
              <a:rPr lang="en-US" sz="1200" dirty="0">
                <a:latin typeface="Times New Roman"/>
                <a:cs typeface="Times New Roman"/>
              </a:rPr>
              <a:t>as</a:t>
            </a:r>
            <a:r>
              <a:rPr lang="en-US" sz="1200" spc="75" dirty="0">
                <a:latin typeface="Times New Roman"/>
                <a:cs typeface="Times New Roman"/>
              </a:rPr>
              <a:t> </a:t>
            </a:r>
            <a:r>
              <a:rPr lang="en-US" sz="1200" dirty="0">
                <a:latin typeface="Times New Roman"/>
                <a:cs typeface="Times New Roman"/>
              </a:rPr>
              <a:t>head-mounted</a:t>
            </a:r>
            <a:r>
              <a:rPr lang="en-US" sz="1200" spc="90" dirty="0">
                <a:latin typeface="Times New Roman"/>
                <a:cs typeface="Times New Roman"/>
              </a:rPr>
              <a:t> </a:t>
            </a:r>
            <a:r>
              <a:rPr lang="en-US" sz="1200" dirty="0">
                <a:latin typeface="Times New Roman"/>
                <a:cs typeface="Times New Roman"/>
              </a:rPr>
              <a:t>displays</a:t>
            </a:r>
            <a:r>
              <a:rPr lang="en-US" sz="1200" spc="90" dirty="0">
                <a:latin typeface="Times New Roman"/>
                <a:cs typeface="Times New Roman"/>
              </a:rPr>
              <a:t> </a:t>
            </a:r>
            <a:r>
              <a:rPr lang="en-US" sz="1200" dirty="0">
                <a:latin typeface="Times New Roman"/>
                <a:cs typeface="Times New Roman"/>
              </a:rPr>
              <a:t>and</a:t>
            </a:r>
            <a:r>
              <a:rPr lang="en-US" sz="1200" spc="75" dirty="0">
                <a:latin typeface="Times New Roman"/>
                <a:cs typeface="Times New Roman"/>
              </a:rPr>
              <a:t> </a:t>
            </a:r>
            <a:r>
              <a:rPr lang="en-US" sz="1200" dirty="0">
                <a:latin typeface="Times New Roman"/>
                <a:cs typeface="Times New Roman"/>
              </a:rPr>
              <a:t>haptic</a:t>
            </a:r>
            <a:r>
              <a:rPr lang="en-US" sz="1200" spc="100" dirty="0">
                <a:latin typeface="Times New Roman"/>
                <a:cs typeface="Times New Roman"/>
              </a:rPr>
              <a:t> </a:t>
            </a:r>
            <a:r>
              <a:rPr lang="en-US" sz="1200" dirty="0">
                <a:latin typeface="Times New Roman"/>
                <a:cs typeface="Times New Roman"/>
              </a:rPr>
              <a:t>feedback</a:t>
            </a:r>
            <a:r>
              <a:rPr lang="en-US" sz="1200" spc="65" dirty="0">
                <a:latin typeface="Times New Roman"/>
                <a:cs typeface="Times New Roman"/>
              </a:rPr>
              <a:t> </a:t>
            </a:r>
            <a:r>
              <a:rPr lang="en-US" sz="1200" dirty="0">
                <a:latin typeface="Times New Roman"/>
                <a:cs typeface="Times New Roman"/>
              </a:rPr>
              <a:t>devices—have</a:t>
            </a:r>
            <a:r>
              <a:rPr lang="en-US" sz="1200" spc="114" dirty="0">
                <a:latin typeface="Times New Roman"/>
                <a:cs typeface="Times New Roman"/>
              </a:rPr>
              <a:t> </a:t>
            </a:r>
            <a:r>
              <a:rPr lang="en-US" sz="1200" dirty="0">
                <a:latin typeface="Times New Roman"/>
                <a:cs typeface="Times New Roman"/>
              </a:rPr>
              <a:t>become</a:t>
            </a:r>
            <a:r>
              <a:rPr lang="en-US" sz="1200" spc="105" dirty="0">
                <a:latin typeface="Times New Roman"/>
                <a:cs typeface="Times New Roman"/>
              </a:rPr>
              <a:t> </a:t>
            </a:r>
            <a:r>
              <a:rPr lang="en-US" sz="1200" dirty="0">
                <a:latin typeface="Times New Roman"/>
                <a:cs typeface="Times New Roman"/>
              </a:rPr>
              <a:t>more</a:t>
            </a:r>
            <a:r>
              <a:rPr lang="en-US" sz="1200" spc="100" dirty="0">
                <a:latin typeface="Times New Roman"/>
                <a:cs typeface="Times New Roman"/>
              </a:rPr>
              <a:t> </a:t>
            </a:r>
            <a:r>
              <a:rPr lang="en-US" sz="1200" dirty="0">
                <a:latin typeface="Times New Roman"/>
                <a:cs typeface="Times New Roman"/>
              </a:rPr>
              <a:t>affordable</a:t>
            </a:r>
            <a:r>
              <a:rPr lang="en-US" sz="1200" spc="70" dirty="0">
                <a:latin typeface="Times New Roman"/>
                <a:cs typeface="Times New Roman"/>
              </a:rPr>
              <a:t> </a:t>
            </a:r>
            <a:r>
              <a:rPr lang="en-US" sz="1200" dirty="0">
                <a:latin typeface="Times New Roman"/>
                <a:cs typeface="Times New Roman"/>
              </a:rPr>
              <a:t>and</a:t>
            </a:r>
            <a:r>
              <a:rPr lang="en-US" sz="1200" spc="80" dirty="0">
                <a:latin typeface="Times New Roman"/>
                <a:cs typeface="Times New Roman"/>
              </a:rPr>
              <a:t> </a:t>
            </a:r>
            <a:r>
              <a:rPr lang="en-US" sz="1200" spc="-10" dirty="0">
                <a:latin typeface="Times New Roman"/>
                <a:cs typeface="Times New Roman"/>
              </a:rPr>
              <a:t>widely </a:t>
            </a:r>
            <a:r>
              <a:rPr lang="en-US" sz="1200" dirty="0">
                <a:latin typeface="Times New Roman"/>
                <a:cs typeface="Times New Roman"/>
              </a:rPr>
              <a:t>accessible,</a:t>
            </a:r>
            <a:r>
              <a:rPr lang="en-US" sz="1200" spc="65" dirty="0">
                <a:latin typeface="Times New Roman"/>
                <a:cs typeface="Times New Roman"/>
              </a:rPr>
              <a:t> </a:t>
            </a:r>
            <a:r>
              <a:rPr lang="en-US" sz="1200" dirty="0">
                <a:latin typeface="Times New Roman"/>
                <a:cs typeface="Times New Roman"/>
              </a:rPr>
              <a:t>allowing</a:t>
            </a:r>
            <a:r>
              <a:rPr lang="en-US" sz="1200" spc="75" dirty="0">
                <a:latin typeface="Times New Roman"/>
                <a:cs typeface="Times New Roman"/>
              </a:rPr>
              <a:t> </a:t>
            </a:r>
            <a:r>
              <a:rPr lang="en-US" sz="1200" dirty="0">
                <a:latin typeface="Times New Roman"/>
                <a:cs typeface="Times New Roman"/>
              </a:rPr>
              <a:t>a</a:t>
            </a:r>
            <a:r>
              <a:rPr lang="en-US" sz="1200" spc="75" dirty="0">
                <a:latin typeface="Times New Roman"/>
                <a:cs typeface="Times New Roman"/>
              </a:rPr>
              <a:t> </a:t>
            </a:r>
            <a:r>
              <a:rPr lang="en-US" sz="1200" dirty="0">
                <a:latin typeface="Times New Roman"/>
                <a:cs typeface="Times New Roman"/>
              </a:rPr>
              <a:t>larger</a:t>
            </a:r>
            <a:r>
              <a:rPr lang="en-US" sz="1200" spc="100" dirty="0">
                <a:latin typeface="Times New Roman"/>
                <a:cs typeface="Times New Roman"/>
              </a:rPr>
              <a:t> </a:t>
            </a:r>
            <a:r>
              <a:rPr lang="en-US" sz="1200" dirty="0">
                <a:latin typeface="Times New Roman"/>
                <a:cs typeface="Times New Roman"/>
              </a:rPr>
              <a:t>audience</a:t>
            </a:r>
            <a:r>
              <a:rPr lang="en-US" sz="1200" spc="90" dirty="0">
                <a:latin typeface="Times New Roman"/>
                <a:cs typeface="Times New Roman"/>
              </a:rPr>
              <a:t> </a:t>
            </a:r>
            <a:r>
              <a:rPr lang="en-US" sz="1200" dirty="0">
                <a:latin typeface="Times New Roman"/>
                <a:cs typeface="Times New Roman"/>
              </a:rPr>
              <a:t>to</a:t>
            </a:r>
            <a:r>
              <a:rPr lang="en-US" sz="1200" spc="80" dirty="0">
                <a:latin typeface="Times New Roman"/>
                <a:cs typeface="Times New Roman"/>
              </a:rPr>
              <a:t> </a:t>
            </a:r>
            <a:r>
              <a:rPr lang="en-US" sz="1200" dirty="0">
                <a:latin typeface="Times New Roman"/>
                <a:cs typeface="Times New Roman"/>
              </a:rPr>
              <a:t>explore</a:t>
            </a:r>
            <a:r>
              <a:rPr lang="en-US" sz="1200" spc="90" dirty="0">
                <a:latin typeface="Times New Roman"/>
                <a:cs typeface="Times New Roman"/>
              </a:rPr>
              <a:t> </a:t>
            </a:r>
            <a:r>
              <a:rPr lang="en-US" sz="1200" dirty="0">
                <a:latin typeface="Times New Roman"/>
                <a:cs typeface="Times New Roman"/>
              </a:rPr>
              <a:t>immersive,</a:t>
            </a:r>
            <a:r>
              <a:rPr lang="en-US" sz="1200" spc="90" dirty="0">
                <a:latin typeface="Times New Roman"/>
                <a:cs typeface="Times New Roman"/>
              </a:rPr>
              <a:t> </a:t>
            </a:r>
            <a:r>
              <a:rPr lang="en-US" sz="1200" dirty="0">
                <a:latin typeface="Times New Roman"/>
                <a:cs typeface="Times New Roman"/>
              </a:rPr>
              <a:t>lifelike</a:t>
            </a:r>
            <a:r>
              <a:rPr lang="en-US" sz="1200" spc="100" dirty="0">
                <a:latin typeface="Times New Roman"/>
                <a:cs typeface="Times New Roman"/>
              </a:rPr>
              <a:t> </a:t>
            </a:r>
            <a:r>
              <a:rPr lang="en-US" sz="1200" dirty="0">
                <a:latin typeface="Times New Roman"/>
                <a:cs typeface="Times New Roman"/>
              </a:rPr>
              <a:t>virtual</a:t>
            </a:r>
            <a:r>
              <a:rPr lang="en-US" sz="1200" spc="110" dirty="0">
                <a:latin typeface="Times New Roman"/>
                <a:cs typeface="Times New Roman"/>
              </a:rPr>
              <a:t> </a:t>
            </a:r>
            <a:r>
              <a:rPr lang="en-US" sz="1200" spc="-10" dirty="0">
                <a:latin typeface="Times New Roman"/>
                <a:cs typeface="Times New Roman"/>
              </a:rPr>
              <a:t>worlds.</a:t>
            </a:r>
            <a:endParaRPr lang="en-US" sz="1200" dirty="0">
              <a:latin typeface="Times New Roman"/>
              <a:cs typeface="Times New Roman"/>
            </a:endParaRPr>
          </a:p>
          <a:p>
            <a:pPr marL="24765" marR="5080" indent="249554" algn="just">
              <a:lnSpc>
                <a:spcPct val="150000"/>
              </a:lnSpc>
              <a:spcBef>
                <a:spcPts val="1030"/>
              </a:spcBef>
            </a:pPr>
            <a:r>
              <a:rPr lang="en-US" sz="1200" dirty="0">
                <a:latin typeface="Times New Roman"/>
                <a:cs typeface="Times New Roman"/>
              </a:rPr>
              <a:t>Although</a:t>
            </a:r>
            <a:r>
              <a:rPr lang="en-US" sz="1200" spc="465" dirty="0">
                <a:latin typeface="Times New Roman"/>
                <a:cs typeface="Times New Roman"/>
              </a:rPr>
              <a:t> </a:t>
            </a:r>
            <a:r>
              <a:rPr lang="en-US" sz="1200" dirty="0">
                <a:latin typeface="Times New Roman"/>
                <a:cs typeface="Times New Roman"/>
              </a:rPr>
              <a:t>interest</a:t>
            </a:r>
            <a:r>
              <a:rPr lang="en-US" sz="1200" spc="480" dirty="0">
                <a:latin typeface="Times New Roman"/>
                <a:cs typeface="Times New Roman"/>
              </a:rPr>
              <a:t> </a:t>
            </a:r>
            <a:r>
              <a:rPr lang="en-US" sz="1200" dirty="0">
                <a:latin typeface="Times New Roman"/>
                <a:cs typeface="Times New Roman"/>
              </a:rPr>
              <a:t>in</a:t>
            </a:r>
            <a:r>
              <a:rPr lang="en-US" sz="1200" spc="475" dirty="0">
                <a:latin typeface="Times New Roman"/>
                <a:cs typeface="Times New Roman"/>
              </a:rPr>
              <a:t> </a:t>
            </a:r>
            <a:r>
              <a:rPr lang="en-US" sz="1200" dirty="0">
                <a:latin typeface="Times New Roman"/>
                <a:cs typeface="Times New Roman"/>
              </a:rPr>
              <a:t>AI</a:t>
            </a:r>
            <a:r>
              <a:rPr lang="en-US" sz="1200" spc="475" dirty="0">
                <a:latin typeface="Times New Roman"/>
                <a:cs typeface="Times New Roman"/>
              </a:rPr>
              <a:t> </a:t>
            </a:r>
            <a:r>
              <a:rPr lang="en-US" sz="1200" dirty="0">
                <a:latin typeface="Times New Roman"/>
                <a:cs typeface="Times New Roman"/>
              </a:rPr>
              <a:t>and</a:t>
            </a:r>
            <a:r>
              <a:rPr lang="en-US" sz="1200" spc="455" dirty="0">
                <a:latin typeface="Times New Roman"/>
                <a:cs typeface="Times New Roman"/>
              </a:rPr>
              <a:t> </a:t>
            </a:r>
            <a:r>
              <a:rPr lang="en-US" sz="1200" dirty="0">
                <a:latin typeface="Times New Roman"/>
                <a:cs typeface="Times New Roman"/>
              </a:rPr>
              <a:t>VR</a:t>
            </a:r>
            <a:r>
              <a:rPr lang="en-US" sz="1200" spc="459" dirty="0">
                <a:latin typeface="Times New Roman"/>
                <a:cs typeface="Times New Roman"/>
              </a:rPr>
              <a:t> </a:t>
            </a:r>
            <a:r>
              <a:rPr lang="en-US" sz="1200" dirty="0">
                <a:latin typeface="Times New Roman"/>
                <a:cs typeface="Times New Roman"/>
              </a:rPr>
              <a:t>continues</a:t>
            </a:r>
            <a:r>
              <a:rPr lang="en-US" sz="1200" spc="480" dirty="0">
                <a:latin typeface="Times New Roman"/>
                <a:cs typeface="Times New Roman"/>
              </a:rPr>
              <a:t> </a:t>
            </a:r>
            <a:r>
              <a:rPr lang="en-US" sz="1200" dirty="0">
                <a:latin typeface="Times New Roman"/>
                <a:cs typeface="Times New Roman"/>
              </a:rPr>
              <a:t>to</a:t>
            </a:r>
            <a:r>
              <a:rPr lang="en-US" sz="1200" spc="445" dirty="0">
                <a:latin typeface="Times New Roman"/>
                <a:cs typeface="Times New Roman"/>
              </a:rPr>
              <a:t> </a:t>
            </a:r>
            <a:r>
              <a:rPr lang="en-US" sz="1200" dirty="0">
                <a:latin typeface="Times New Roman"/>
                <a:cs typeface="Times New Roman"/>
              </a:rPr>
              <a:t>grow,</a:t>
            </a:r>
            <a:r>
              <a:rPr lang="en-US" sz="1200" spc="475" dirty="0">
                <a:latin typeface="Times New Roman"/>
                <a:cs typeface="Times New Roman"/>
              </a:rPr>
              <a:t> </a:t>
            </a:r>
            <a:r>
              <a:rPr lang="en-US" sz="1200" dirty="0">
                <a:latin typeface="Times New Roman"/>
                <a:cs typeface="Times New Roman"/>
              </a:rPr>
              <a:t>a</a:t>
            </a:r>
            <a:r>
              <a:rPr lang="en-US" sz="1200" spc="480" dirty="0">
                <a:latin typeface="Times New Roman"/>
                <a:cs typeface="Times New Roman"/>
              </a:rPr>
              <a:t> </a:t>
            </a:r>
            <a:r>
              <a:rPr lang="en-US" sz="1200" dirty="0">
                <a:latin typeface="Times New Roman"/>
                <a:cs typeface="Times New Roman"/>
              </a:rPr>
              <a:t>comprehensive</a:t>
            </a:r>
            <a:r>
              <a:rPr lang="en-US" sz="1200" spc="475" dirty="0">
                <a:latin typeface="Times New Roman"/>
                <a:cs typeface="Times New Roman"/>
              </a:rPr>
              <a:t> </a:t>
            </a:r>
            <a:r>
              <a:rPr lang="en-US" sz="1200" dirty="0">
                <a:latin typeface="Times New Roman"/>
                <a:cs typeface="Times New Roman"/>
              </a:rPr>
              <a:t>literature</a:t>
            </a:r>
            <a:r>
              <a:rPr lang="en-US" sz="1200" spc="484" dirty="0">
                <a:latin typeface="Times New Roman"/>
                <a:cs typeface="Times New Roman"/>
              </a:rPr>
              <a:t> </a:t>
            </a:r>
            <a:r>
              <a:rPr lang="en-US" sz="1200" spc="-10" dirty="0">
                <a:latin typeface="Times New Roman"/>
                <a:cs typeface="Times New Roman"/>
              </a:rPr>
              <a:t>survey </a:t>
            </a:r>
            <a:r>
              <a:rPr lang="en-US" sz="1200" dirty="0">
                <a:latin typeface="Times New Roman"/>
                <a:cs typeface="Times New Roman"/>
              </a:rPr>
              <a:t>summarizing</a:t>
            </a:r>
            <a:r>
              <a:rPr lang="en-US" sz="1200" spc="65" dirty="0">
                <a:latin typeface="Times New Roman"/>
                <a:cs typeface="Times New Roman"/>
              </a:rPr>
              <a:t> </a:t>
            </a:r>
            <a:r>
              <a:rPr lang="en-US" sz="1200" dirty="0">
                <a:latin typeface="Times New Roman"/>
                <a:cs typeface="Times New Roman"/>
              </a:rPr>
              <a:t>the</a:t>
            </a:r>
            <a:r>
              <a:rPr lang="en-US" sz="1200" spc="80" dirty="0">
                <a:latin typeface="Times New Roman"/>
                <a:cs typeface="Times New Roman"/>
              </a:rPr>
              <a:t> </a:t>
            </a:r>
            <a:r>
              <a:rPr lang="en-US" sz="1200" dirty="0">
                <a:latin typeface="Times New Roman"/>
                <a:cs typeface="Times New Roman"/>
              </a:rPr>
              <a:t>current</a:t>
            </a:r>
            <a:r>
              <a:rPr lang="en-US" sz="1200" spc="75" dirty="0">
                <a:latin typeface="Times New Roman"/>
                <a:cs typeface="Times New Roman"/>
              </a:rPr>
              <a:t> </a:t>
            </a:r>
            <a:r>
              <a:rPr lang="en-US" sz="1200" dirty="0">
                <a:latin typeface="Times New Roman"/>
                <a:cs typeface="Times New Roman"/>
              </a:rPr>
              <a:t>state</a:t>
            </a:r>
            <a:r>
              <a:rPr lang="en-US" sz="1200" spc="80" dirty="0">
                <a:latin typeface="Times New Roman"/>
                <a:cs typeface="Times New Roman"/>
              </a:rPr>
              <a:t> </a:t>
            </a:r>
            <a:r>
              <a:rPr lang="en-US" sz="1200" dirty="0">
                <a:latin typeface="Times New Roman"/>
                <a:cs typeface="Times New Roman"/>
              </a:rPr>
              <a:t>of</a:t>
            </a:r>
            <a:r>
              <a:rPr lang="en-US" sz="1200" spc="95" dirty="0">
                <a:latin typeface="Times New Roman"/>
                <a:cs typeface="Times New Roman"/>
              </a:rPr>
              <a:t> </a:t>
            </a:r>
            <a:r>
              <a:rPr lang="en-US" sz="1200" dirty="0">
                <a:latin typeface="Times New Roman"/>
                <a:cs typeface="Times New Roman"/>
              </a:rPr>
              <a:t>research</a:t>
            </a:r>
            <a:r>
              <a:rPr lang="en-US" sz="1200" spc="70" dirty="0">
                <a:latin typeface="Times New Roman"/>
                <a:cs typeface="Times New Roman"/>
              </a:rPr>
              <a:t> </a:t>
            </a:r>
            <a:r>
              <a:rPr lang="en-US" sz="1200" dirty="0">
                <a:latin typeface="Times New Roman"/>
                <a:cs typeface="Times New Roman"/>
              </a:rPr>
              <a:t>in</a:t>
            </a:r>
            <a:r>
              <a:rPr lang="en-US" sz="1200" spc="80" dirty="0">
                <a:latin typeface="Times New Roman"/>
                <a:cs typeface="Times New Roman"/>
              </a:rPr>
              <a:t> </a:t>
            </a:r>
            <a:r>
              <a:rPr lang="en-US" sz="1200" dirty="0">
                <a:latin typeface="Times New Roman"/>
                <a:cs typeface="Times New Roman"/>
              </a:rPr>
              <a:t>these</a:t>
            </a:r>
            <a:r>
              <a:rPr lang="en-US" sz="1200" spc="60" dirty="0">
                <a:latin typeface="Times New Roman"/>
                <a:cs typeface="Times New Roman"/>
              </a:rPr>
              <a:t> </a:t>
            </a:r>
            <a:r>
              <a:rPr lang="en-US" sz="1200" dirty="0">
                <a:latin typeface="Times New Roman"/>
                <a:cs typeface="Times New Roman"/>
              </a:rPr>
              <a:t>fields</a:t>
            </a:r>
            <a:r>
              <a:rPr lang="en-US" sz="1200" spc="70" dirty="0">
                <a:latin typeface="Times New Roman"/>
                <a:cs typeface="Times New Roman"/>
              </a:rPr>
              <a:t> </a:t>
            </a:r>
            <a:r>
              <a:rPr lang="en-US" sz="1200" dirty="0">
                <a:latin typeface="Times New Roman"/>
                <a:cs typeface="Times New Roman"/>
              </a:rPr>
              <a:t>is</a:t>
            </a:r>
            <a:r>
              <a:rPr lang="en-US" sz="1200" spc="70" dirty="0">
                <a:latin typeface="Times New Roman"/>
                <a:cs typeface="Times New Roman"/>
              </a:rPr>
              <a:t> </a:t>
            </a:r>
            <a:r>
              <a:rPr lang="en-US" sz="1200" dirty="0">
                <a:latin typeface="Times New Roman"/>
                <a:cs typeface="Times New Roman"/>
              </a:rPr>
              <a:t>still</a:t>
            </a:r>
            <a:r>
              <a:rPr lang="en-US" sz="1200" spc="85" dirty="0">
                <a:latin typeface="Times New Roman"/>
                <a:cs typeface="Times New Roman"/>
              </a:rPr>
              <a:t> </a:t>
            </a:r>
            <a:r>
              <a:rPr lang="en-US" sz="1200" dirty="0">
                <a:latin typeface="Times New Roman"/>
                <a:cs typeface="Times New Roman"/>
              </a:rPr>
              <a:t>needed.</a:t>
            </a:r>
            <a:r>
              <a:rPr lang="en-US" sz="1200" spc="80" dirty="0">
                <a:latin typeface="Times New Roman"/>
                <a:cs typeface="Times New Roman"/>
              </a:rPr>
              <a:t> </a:t>
            </a:r>
            <a:r>
              <a:rPr lang="en-US" sz="1200" dirty="0">
                <a:latin typeface="Times New Roman"/>
                <a:cs typeface="Times New Roman"/>
              </a:rPr>
              <a:t>This</a:t>
            </a:r>
            <a:r>
              <a:rPr lang="en-US" sz="1200" spc="70" dirty="0">
                <a:latin typeface="Times New Roman"/>
                <a:cs typeface="Times New Roman"/>
              </a:rPr>
              <a:t> </a:t>
            </a:r>
            <a:r>
              <a:rPr lang="en-US" sz="1200" dirty="0">
                <a:latin typeface="Times New Roman"/>
                <a:cs typeface="Times New Roman"/>
              </a:rPr>
              <a:t>survey</a:t>
            </a:r>
            <a:r>
              <a:rPr lang="en-US" sz="1200" spc="55" dirty="0">
                <a:latin typeface="Times New Roman"/>
                <a:cs typeface="Times New Roman"/>
              </a:rPr>
              <a:t> </a:t>
            </a:r>
            <a:r>
              <a:rPr lang="en-US" sz="1200" dirty="0">
                <a:latin typeface="Times New Roman"/>
                <a:cs typeface="Times New Roman"/>
              </a:rPr>
              <a:t>seeks</a:t>
            </a:r>
            <a:r>
              <a:rPr lang="en-US" sz="1200" spc="70" dirty="0">
                <a:latin typeface="Times New Roman"/>
                <a:cs typeface="Times New Roman"/>
              </a:rPr>
              <a:t> </a:t>
            </a:r>
            <a:r>
              <a:rPr lang="en-US" sz="1200" dirty="0">
                <a:latin typeface="Times New Roman"/>
                <a:cs typeface="Times New Roman"/>
              </a:rPr>
              <a:t>to</a:t>
            </a:r>
            <a:r>
              <a:rPr lang="en-US" sz="1200" spc="70" dirty="0">
                <a:latin typeface="Times New Roman"/>
                <a:cs typeface="Times New Roman"/>
              </a:rPr>
              <a:t> </a:t>
            </a:r>
            <a:r>
              <a:rPr lang="en-US" sz="1200" spc="-10" dirty="0">
                <a:latin typeface="Times New Roman"/>
                <a:cs typeface="Times New Roman"/>
              </a:rPr>
              <a:t>address </a:t>
            </a:r>
            <a:r>
              <a:rPr lang="en-US" sz="1200" dirty="0">
                <a:latin typeface="Times New Roman"/>
                <a:cs typeface="Times New Roman"/>
              </a:rPr>
              <a:t>that</a:t>
            </a:r>
            <a:r>
              <a:rPr lang="en-US" sz="1200" spc="70" dirty="0">
                <a:latin typeface="Times New Roman"/>
                <a:cs typeface="Times New Roman"/>
              </a:rPr>
              <a:t> </a:t>
            </a:r>
            <a:r>
              <a:rPr lang="en-US" sz="1200" dirty="0">
                <a:latin typeface="Times New Roman"/>
                <a:cs typeface="Times New Roman"/>
              </a:rPr>
              <a:t>gap</a:t>
            </a:r>
            <a:r>
              <a:rPr lang="en-US" sz="1200" spc="65" dirty="0">
                <a:latin typeface="Times New Roman"/>
                <a:cs typeface="Times New Roman"/>
              </a:rPr>
              <a:t> </a:t>
            </a:r>
            <a:r>
              <a:rPr lang="en-US" sz="1200" dirty="0">
                <a:latin typeface="Times New Roman"/>
                <a:cs typeface="Times New Roman"/>
              </a:rPr>
              <a:t>by</a:t>
            </a:r>
            <a:r>
              <a:rPr lang="en-US" sz="1200" spc="45" dirty="0">
                <a:latin typeface="Times New Roman"/>
                <a:cs typeface="Times New Roman"/>
              </a:rPr>
              <a:t> </a:t>
            </a:r>
            <a:r>
              <a:rPr lang="en-US" sz="1200" dirty="0">
                <a:latin typeface="Times New Roman"/>
                <a:cs typeface="Times New Roman"/>
              </a:rPr>
              <a:t>offering</a:t>
            </a:r>
            <a:r>
              <a:rPr lang="en-US" sz="1200" spc="40" dirty="0">
                <a:latin typeface="Times New Roman"/>
                <a:cs typeface="Times New Roman"/>
              </a:rPr>
              <a:t> </a:t>
            </a:r>
            <a:r>
              <a:rPr lang="en-US" sz="1200" dirty="0">
                <a:latin typeface="Times New Roman"/>
                <a:cs typeface="Times New Roman"/>
              </a:rPr>
              <a:t>a</a:t>
            </a:r>
            <a:r>
              <a:rPr lang="en-US" sz="1200" spc="80" dirty="0">
                <a:latin typeface="Times New Roman"/>
                <a:cs typeface="Times New Roman"/>
              </a:rPr>
              <a:t> </a:t>
            </a:r>
            <a:r>
              <a:rPr lang="en-US" sz="1200" dirty="0">
                <a:latin typeface="Times New Roman"/>
                <a:cs typeface="Times New Roman"/>
              </a:rPr>
              <a:t>thorough</a:t>
            </a:r>
            <a:r>
              <a:rPr lang="en-US" sz="1200" spc="65" dirty="0">
                <a:latin typeface="Times New Roman"/>
                <a:cs typeface="Times New Roman"/>
              </a:rPr>
              <a:t> </a:t>
            </a:r>
            <a:r>
              <a:rPr lang="en-US" sz="1200" dirty="0">
                <a:latin typeface="Times New Roman"/>
                <a:cs typeface="Times New Roman"/>
              </a:rPr>
              <a:t>review</a:t>
            </a:r>
            <a:r>
              <a:rPr lang="en-US" sz="1200" spc="65" dirty="0">
                <a:latin typeface="Times New Roman"/>
                <a:cs typeface="Times New Roman"/>
              </a:rPr>
              <a:t> </a:t>
            </a:r>
            <a:r>
              <a:rPr lang="en-US" sz="1200" dirty="0">
                <a:latin typeface="Times New Roman"/>
                <a:cs typeface="Times New Roman"/>
              </a:rPr>
              <a:t>of</a:t>
            </a:r>
            <a:r>
              <a:rPr lang="en-US" sz="1200" spc="70" dirty="0">
                <a:latin typeface="Times New Roman"/>
                <a:cs typeface="Times New Roman"/>
              </a:rPr>
              <a:t> </a:t>
            </a:r>
            <a:r>
              <a:rPr lang="en-US" sz="1200" dirty="0">
                <a:latin typeface="Times New Roman"/>
                <a:cs typeface="Times New Roman"/>
              </a:rPr>
              <a:t>existing</a:t>
            </a:r>
            <a:r>
              <a:rPr lang="en-US" sz="1200" spc="50" dirty="0">
                <a:latin typeface="Times New Roman"/>
                <a:cs typeface="Times New Roman"/>
              </a:rPr>
              <a:t> </a:t>
            </a:r>
            <a:r>
              <a:rPr lang="en-US" sz="1200" dirty="0">
                <a:latin typeface="Times New Roman"/>
                <a:cs typeface="Times New Roman"/>
              </a:rPr>
              <a:t>studies</a:t>
            </a:r>
            <a:r>
              <a:rPr lang="en-US" sz="1200" spc="75" dirty="0">
                <a:latin typeface="Times New Roman"/>
                <a:cs typeface="Times New Roman"/>
              </a:rPr>
              <a:t> </a:t>
            </a:r>
            <a:r>
              <a:rPr lang="en-US" sz="1200" dirty="0">
                <a:latin typeface="Times New Roman"/>
                <a:cs typeface="Times New Roman"/>
              </a:rPr>
              <a:t>on</a:t>
            </a:r>
            <a:r>
              <a:rPr lang="en-US" sz="1200" spc="55" dirty="0">
                <a:latin typeface="Times New Roman"/>
                <a:cs typeface="Times New Roman"/>
              </a:rPr>
              <a:t> </a:t>
            </a:r>
            <a:r>
              <a:rPr lang="en-US" sz="1200" dirty="0">
                <a:latin typeface="Times New Roman"/>
                <a:cs typeface="Times New Roman"/>
              </a:rPr>
              <a:t>AI</a:t>
            </a:r>
            <a:r>
              <a:rPr lang="en-US" sz="1200" spc="65" dirty="0">
                <a:latin typeface="Times New Roman"/>
                <a:cs typeface="Times New Roman"/>
              </a:rPr>
              <a:t> </a:t>
            </a:r>
            <a:r>
              <a:rPr lang="en-US" sz="1200" dirty="0">
                <a:latin typeface="Times New Roman"/>
                <a:cs typeface="Times New Roman"/>
              </a:rPr>
              <a:t>and</a:t>
            </a:r>
            <a:r>
              <a:rPr lang="en-US" sz="1200" spc="55" dirty="0">
                <a:latin typeface="Times New Roman"/>
                <a:cs typeface="Times New Roman"/>
              </a:rPr>
              <a:t> </a:t>
            </a:r>
            <a:r>
              <a:rPr lang="en-US" sz="1200" dirty="0">
                <a:latin typeface="Times New Roman"/>
                <a:cs typeface="Times New Roman"/>
              </a:rPr>
              <a:t>VR.</a:t>
            </a:r>
            <a:r>
              <a:rPr lang="en-US" sz="1200" spc="55" dirty="0">
                <a:latin typeface="Times New Roman"/>
                <a:cs typeface="Times New Roman"/>
              </a:rPr>
              <a:t> </a:t>
            </a:r>
            <a:r>
              <a:rPr lang="en-US" sz="1200" dirty="0">
                <a:latin typeface="Times New Roman"/>
                <a:cs typeface="Times New Roman"/>
              </a:rPr>
              <a:t>It</a:t>
            </a:r>
            <a:r>
              <a:rPr lang="en-US" sz="1200" spc="70" dirty="0">
                <a:latin typeface="Times New Roman"/>
                <a:cs typeface="Times New Roman"/>
              </a:rPr>
              <a:t> </a:t>
            </a:r>
            <a:r>
              <a:rPr lang="en-US" sz="1200" dirty="0">
                <a:latin typeface="Times New Roman"/>
                <a:cs typeface="Times New Roman"/>
              </a:rPr>
              <a:t>will</a:t>
            </a:r>
            <a:r>
              <a:rPr lang="en-US" sz="1200" spc="60" dirty="0">
                <a:latin typeface="Times New Roman"/>
                <a:cs typeface="Times New Roman"/>
              </a:rPr>
              <a:t> </a:t>
            </a:r>
            <a:r>
              <a:rPr lang="en-US" sz="1200" dirty="0">
                <a:latin typeface="Times New Roman"/>
                <a:cs typeface="Times New Roman"/>
              </a:rPr>
              <a:t>cover</a:t>
            </a:r>
            <a:r>
              <a:rPr lang="en-US" sz="1200" spc="50" dirty="0">
                <a:latin typeface="Times New Roman"/>
                <a:cs typeface="Times New Roman"/>
              </a:rPr>
              <a:t> </a:t>
            </a:r>
            <a:r>
              <a:rPr lang="en-US" sz="1200" dirty="0">
                <a:latin typeface="Times New Roman"/>
                <a:cs typeface="Times New Roman"/>
              </a:rPr>
              <a:t>key</a:t>
            </a:r>
            <a:r>
              <a:rPr lang="en-US" sz="1200" spc="55" dirty="0">
                <a:latin typeface="Times New Roman"/>
                <a:cs typeface="Times New Roman"/>
              </a:rPr>
              <a:t> </a:t>
            </a:r>
            <a:r>
              <a:rPr lang="en-US" sz="1200" spc="-10" dirty="0">
                <a:latin typeface="Times New Roman"/>
                <a:cs typeface="Times New Roman"/>
              </a:rPr>
              <a:t>concepts, </a:t>
            </a:r>
            <a:r>
              <a:rPr lang="en-US" sz="1200" dirty="0">
                <a:latin typeface="Times New Roman"/>
                <a:cs typeface="Times New Roman"/>
              </a:rPr>
              <a:t>methodologies,</a:t>
            </a:r>
            <a:r>
              <a:rPr lang="en-US" sz="1200" spc="180" dirty="0">
                <a:latin typeface="Times New Roman"/>
                <a:cs typeface="Times New Roman"/>
              </a:rPr>
              <a:t> </a:t>
            </a:r>
            <a:r>
              <a:rPr lang="en-US" sz="1200" dirty="0">
                <a:latin typeface="Times New Roman"/>
                <a:cs typeface="Times New Roman"/>
              </a:rPr>
              <a:t>and</a:t>
            </a:r>
            <a:r>
              <a:rPr lang="en-US" sz="1200" spc="140" dirty="0">
                <a:latin typeface="Times New Roman"/>
                <a:cs typeface="Times New Roman"/>
              </a:rPr>
              <a:t> </a:t>
            </a:r>
            <a:r>
              <a:rPr lang="en-US" sz="1200" dirty="0">
                <a:latin typeface="Times New Roman"/>
                <a:cs typeface="Times New Roman"/>
              </a:rPr>
              <a:t>applications,</a:t>
            </a:r>
            <a:r>
              <a:rPr lang="en-US" sz="1200" spc="165" dirty="0">
                <a:latin typeface="Times New Roman"/>
                <a:cs typeface="Times New Roman"/>
              </a:rPr>
              <a:t> </a:t>
            </a:r>
            <a:r>
              <a:rPr lang="en-US" sz="1200" dirty="0">
                <a:latin typeface="Times New Roman"/>
                <a:cs typeface="Times New Roman"/>
              </a:rPr>
              <a:t>as</a:t>
            </a:r>
            <a:r>
              <a:rPr lang="en-US" sz="1200" spc="160" dirty="0">
                <a:latin typeface="Times New Roman"/>
                <a:cs typeface="Times New Roman"/>
              </a:rPr>
              <a:t> </a:t>
            </a:r>
            <a:r>
              <a:rPr lang="en-US" sz="1200" dirty="0">
                <a:latin typeface="Times New Roman"/>
                <a:cs typeface="Times New Roman"/>
              </a:rPr>
              <a:t>well</a:t>
            </a:r>
            <a:r>
              <a:rPr lang="en-US" sz="1200" spc="155" dirty="0">
                <a:latin typeface="Times New Roman"/>
                <a:cs typeface="Times New Roman"/>
              </a:rPr>
              <a:t> </a:t>
            </a:r>
            <a:r>
              <a:rPr lang="en-US" sz="1200" dirty="0">
                <a:latin typeface="Times New Roman"/>
                <a:cs typeface="Times New Roman"/>
              </a:rPr>
              <a:t>as</a:t>
            </a:r>
            <a:r>
              <a:rPr lang="en-US" sz="1200" spc="160" dirty="0">
                <a:latin typeface="Times New Roman"/>
                <a:cs typeface="Times New Roman"/>
              </a:rPr>
              <a:t> </a:t>
            </a:r>
            <a:r>
              <a:rPr lang="en-US" sz="1200" dirty="0">
                <a:latin typeface="Times New Roman"/>
                <a:cs typeface="Times New Roman"/>
              </a:rPr>
              <a:t>highlight</a:t>
            </a:r>
            <a:r>
              <a:rPr lang="en-US" sz="1200" spc="170" dirty="0">
                <a:latin typeface="Times New Roman"/>
                <a:cs typeface="Times New Roman"/>
              </a:rPr>
              <a:t> </a:t>
            </a:r>
            <a:r>
              <a:rPr lang="en-US" sz="1200" dirty="0">
                <a:latin typeface="Times New Roman"/>
                <a:cs typeface="Times New Roman"/>
              </a:rPr>
              <a:t>the</a:t>
            </a:r>
            <a:r>
              <a:rPr lang="en-US" sz="1200" spc="175" dirty="0">
                <a:latin typeface="Times New Roman"/>
                <a:cs typeface="Times New Roman"/>
              </a:rPr>
              <a:t> </a:t>
            </a:r>
            <a:r>
              <a:rPr lang="en-US" sz="1200" dirty="0">
                <a:latin typeface="Times New Roman"/>
                <a:cs typeface="Times New Roman"/>
              </a:rPr>
              <a:t>current</a:t>
            </a:r>
            <a:r>
              <a:rPr lang="en-US" sz="1200" spc="165" dirty="0">
                <a:latin typeface="Times New Roman"/>
                <a:cs typeface="Times New Roman"/>
              </a:rPr>
              <a:t> </a:t>
            </a:r>
            <a:r>
              <a:rPr lang="en-US" sz="1200" dirty="0">
                <a:latin typeface="Times New Roman"/>
                <a:cs typeface="Times New Roman"/>
              </a:rPr>
              <a:t>challenges</a:t>
            </a:r>
            <a:r>
              <a:rPr lang="en-US" sz="1200" spc="170" dirty="0">
                <a:latin typeface="Times New Roman"/>
                <a:cs typeface="Times New Roman"/>
              </a:rPr>
              <a:t> </a:t>
            </a:r>
            <a:r>
              <a:rPr lang="en-US" sz="1200" dirty="0">
                <a:latin typeface="Times New Roman"/>
                <a:cs typeface="Times New Roman"/>
              </a:rPr>
              <a:t>and</a:t>
            </a:r>
            <a:r>
              <a:rPr lang="en-US" sz="1200" spc="170" dirty="0">
                <a:latin typeface="Times New Roman"/>
                <a:cs typeface="Times New Roman"/>
              </a:rPr>
              <a:t> </a:t>
            </a:r>
            <a:r>
              <a:rPr lang="en-US" sz="1200" dirty="0">
                <a:latin typeface="Times New Roman"/>
                <a:cs typeface="Times New Roman"/>
              </a:rPr>
              <a:t>limitations</a:t>
            </a:r>
            <a:r>
              <a:rPr lang="en-US" sz="1200" spc="170" dirty="0">
                <a:latin typeface="Times New Roman"/>
                <a:cs typeface="Times New Roman"/>
              </a:rPr>
              <a:t> </a:t>
            </a:r>
            <a:r>
              <a:rPr lang="en-US" sz="1200" spc="-10" dirty="0">
                <a:latin typeface="Times New Roman"/>
                <a:cs typeface="Times New Roman"/>
              </a:rPr>
              <a:t>within </a:t>
            </a:r>
            <a:r>
              <a:rPr lang="en-US" sz="1200" dirty="0">
                <a:latin typeface="Times New Roman"/>
                <a:cs typeface="Times New Roman"/>
              </a:rPr>
              <a:t>these</a:t>
            </a:r>
            <a:r>
              <a:rPr lang="en-US" sz="1200" spc="60" dirty="0">
                <a:latin typeface="Times New Roman"/>
                <a:cs typeface="Times New Roman"/>
              </a:rPr>
              <a:t> </a:t>
            </a:r>
            <a:r>
              <a:rPr lang="en-US" sz="1200" spc="-10" dirty="0">
                <a:latin typeface="Times New Roman"/>
                <a:cs typeface="Times New Roman"/>
              </a:rPr>
              <a:t>domains.</a:t>
            </a:r>
            <a:endParaRPr lang="en-US" sz="1200" dirty="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3248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5936741" y="624331"/>
            <a:ext cx="109537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Literature</a:t>
            </a:r>
            <a:r>
              <a:rPr sz="1200" spc="-70" dirty="0">
                <a:latin typeface="Times New Roman"/>
                <a:cs typeface="Times New Roman"/>
              </a:rPr>
              <a:t> </a:t>
            </a:r>
            <a:r>
              <a:rPr sz="1200" spc="-10" dirty="0">
                <a:latin typeface="Times New Roman"/>
                <a:cs typeface="Times New Roman"/>
              </a:rPr>
              <a:t>Survey</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33450" y="831900"/>
            <a:ext cx="6058535" cy="57150"/>
          </a:xfrm>
          <a:custGeom>
            <a:avLst/>
            <a:gdLst/>
            <a:ahLst/>
            <a:cxnLst/>
            <a:rect l="l" t="t" r="r" b="b"/>
            <a:pathLst>
              <a:path w="6058534" h="57150">
                <a:moveTo>
                  <a:pt x="6049378" y="0"/>
                </a:moveTo>
                <a:lnTo>
                  <a:pt x="0" y="0"/>
                </a:lnTo>
                <a:lnTo>
                  <a:pt x="0" y="8204"/>
                </a:lnTo>
                <a:lnTo>
                  <a:pt x="6049378" y="8204"/>
                </a:lnTo>
                <a:lnTo>
                  <a:pt x="6049378" y="0"/>
                </a:lnTo>
                <a:close/>
              </a:path>
              <a:path w="6058534" h="57150">
                <a:moveTo>
                  <a:pt x="6057925" y="27800"/>
                </a:moveTo>
                <a:lnTo>
                  <a:pt x="5994" y="27800"/>
                </a:lnTo>
                <a:lnTo>
                  <a:pt x="5994" y="57099"/>
                </a:lnTo>
                <a:lnTo>
                  <a:pt x="6057925" y="57099"/>
                </a:lnTo>
                <a:lnTo>
                  <a:pt x="6057925" y="27800"/>
                </a:lnTo>
                <a:close/>
              </a:path>
            </a:pathLst>
          </a:custGeom>
          <a:solidFill>
            <a:srgbClr val="823909"/>
          </a:solidFill>
        </p:spPr>
        <p:txBody>
          <a:bodyPr wrap="square" lIns="0" tIns="0" rIns="0" bIns="0" rtlCol="0"/>
          <a:lstStyle/>
          <a:p>
            <a:endParaRPr/>
          </a:p>
        </p:txBody>
      </p:sp>
      <p:sp>
        <p:nvSpPr>
          <p:cNvPr id="6" name="object 6"/>
          <p:cNvSpPr txBox="1"/>
          <p:nvPr/>
        </p:nvSpPr>
        <p:spPr>
          <a:xfrm>
            <a:off x="886764" y="889761"/>
            <a:ext cx="6148070" cy="8889998"/>
          </a:xfrm>
          <a:prstGeom prst="rect">
            <a:avLst/>
          </a:prstGeom>
        </p:spPr>
        <p:txBody>
          <a:bodyPr vert="horz" wrap="square" lIns="0" tIns="12065" rIns="0" bIns="0" rtlCol="0">
            <a:spAutoFit/>
          </a:bodyPr>
          <a:lstStyle/>
          <a:p>
            <a:pPr marL="62865">
              <a:lnSpc>
                <a:spcPct val="100000"/>
              </a:lnSpc>
              <a:spcBef>
                <a:spcPts val="95"/>
              </a:spcBef>
            </a:pPr>
            <a:r>
              <a:rPr sz="1600" b="1" dirty="0">
                <a:latin typeface="Times New Roman"/>
                <a:cs typeface="Times New Roman"/>
              </a:rPr>
              <a:t>2.2</a:t>
            </a:r>
            <a:r>
              <a:rPr sz="1600" b="1" spc="-50" dirty="0">
                <a:latin typeface="Times New Roman"/>
                <a:cs typeface="Times New Roman"/>
              </a:rPr>
              <a:t> </a:t>
            </a:r>
            <a:r>
              <a:rPr sz="1600" b="1" dirty="0">
                <a:latin typeface="Times New Roman"/>
                <a:cs typeface="Times New Roman"/>
              </a:rPr>
              <a:t>Related</a:t>
            </a:r>
            <a:r>
              <a:rPr sz="1600" b="1" spc="-35" dirty="0">
                <a:latin typeface="Times New Roman"/>
                <a:cs typeface="Times New Roman"/>
              </a:rPr>
              <a:t> </a:t>
            </a:r>
            <a:r>
              <a:rPr sz="1600" b="1" spc="-20" dirty="0">
                <a:latin typeface="Times New Roman"/>
                <a:cs typeface="Times New Roman"/>
              </a:rPr>
              <a:t>work</a:t>
            </a:r>
            <a:endParaRPr sz="1600" dirty="0">
              <a:latin typeface="Times New Roman"/>
              <a:cs typeface="Times New Roman"/>
            </a:endParaRPr>
          </a:p>
          <a:p>
            <a:pPr marL="12700" marR="8255" indent="427990" algn="just">
              <a:lnSpc>
                <a:spcPct val="153700"/>
              </a:lnSpc>
              <a:spcBef>
                <a:spcPts val="710"/>
              </a:spcBef>
            </a:pPr>
            <a:r>
              <a:rPr sz="1200" spc="-10" dirty="0">
                <a:latin typeface="Times New Roman"/>
                <a:cs typeface="Times New Roman"/>
              </a:rPr>
              <a:t> </a:t>
            </a:r>
            <a:r>
              <a:rPr lang="en-US" sz="1200" dirty="0">
                <a:latin typeface="Times New Roman"/>
                <a:cs typeface="Times New Roman"/>
              </a:rPr>
              <a:t>Dung-Hua</a:t>
            </a:r>
            <a:r>
              <a:rPr lang="en-US" sz="1200" spc="145" dirty="0">
                <a:latin typeface="Times New Roman"/>
                <a:cs typeface="Times New Roman"/>
              </a:rPr>
              <a:t>  </a:t>
            </a:r>
            <a:r>
              <a:rPr lang="en-US" sz="1200" dirty="0">
                <a:latin typeface="Times New Roman"/>
                <a:cs typeface="Times New Roman"/>
              </a:rPr>
              <a:t>Liou</a:t>
            </a:r>
            <a:r>
              <a:rPr lang="en-US" sz="1200" spc="140" dirty="0">
                <a:latin typeface="Times New Roman"/>
                <a:cs typeface="Times New Roman"/>
              </a:rPr>
              <a:t>  </a:t>
            </a:r>
            <a:r>
              <a:rPr lang="en-US" sz="1200" dirty="0">
                <a:latin typeface="Times New Roman"/>
                <a:cs typeface="Times New Roman"/>
              </a:rPr>
              <a:t>and</a:t>
            </a:r>
            <a:r>
              <a:rPr lang="en-US" sz="1200" spc="145" dirty="0">
                <a:latin typeface="Times New Roman"/>
                <a:cs typeface="Times New Roman"/>
              </a:rPr>
              <a:t>  </a:t>
            </a:r>
            <a:r>
              <a:rPr lang="en-US" sz="1200" dirty="0">
                <a:latin typeface="Times New Roman"/>
                <a:cs typeface="Times New Roman"/>
              </a:rPr>
              <a:t>Chen-Chiung</a:t>
            </a:r>
            <a:r>
              <a:rPr lang="en-US" sz="1200" spc="135" dirty="0">
                <a:latin typeface="Times New Roman"/>
                <a:cs typeface="Times New Roman"/>
              </a:rPr>
              <a:t>  </a:t>
            </a:r>
            <a:r>
              <a:rPr lang="en-US" sz="1200" dirty="0">
                <a:latin typeface="Times New Roman"/>
                <a:cs typeface="Times New Roman"/>
              </a:rPr>
              <a:t>Hsieh.[1]</a:t>
            </a:r>
            <a:r>
              <a:rPr lang="en-US" sz="1200" spc="140" dirty="0">
                <a:latin typeface="Times New Roman"/>
                <a:cs typeface="Times New Roman"/>
              </a:rPr>
              <a:t>  </a:t>
            </a:r>
            <a:r>
              <a:rPr lang="en-US" sz="1200" dirty="0">
                <a:latin typeface="Times New Roman"/>
                <a:cs typeface="Times New Roman"/>
              </a:rPr>
              <a:t>proposed</a:t>
            </a:r>
            <a:r>
              <a:rPr lang="en-US" sz="1200" spc="135" dirty="0">
                <a:latin typeface="Times New Roman"/>
                <a:cs typeface="Times New Roman"/>
              </a:rPr>
              <a:t>  </a:t>
            </a:r>
            <a:r>
              <a:rPr lang="en-US" sz="1200" dirty="0">
                <a:latin typeface="Times New Roman"/>
                <a:cs typeface="Times New Roman"/>
              </a:rPr>
              <a:t>A</a:t>
            </a:r>
            <a:r>
              <a:rPr lang="en-US" sz="1200" spc="145" dirty="0">
                <a:latin typeface="Times New Roman"/>
                <a:cs typeface="Times New Roman"/>
              </a:rPr>
              <a:t>  </a:t>
            </a:r>
            <a:r>
              <a:rPr lang="en-US" sz="1200" dirty="0">
                <a:latin typeface="Times New Roman"/>
                <a:cs typeface="Times New Roman"/>
              </a:rPr>
              <a:t>Real</a:t>
            </a:r>
            <a:r>
              <a:rPr lang="en-US" sz="1200" spc="145" dirty="0">
                <a:latin typeface="Times New Roman"/>
                <a:cs typeface="Times New Roman"/>
              </a:rPr>
              <a:t>  </a:t>
            </a:r>
            <a:r>
              <a:rPr lang="en-US" sz="1200" dirty="0">
                <a:latin typeface="Times New Roman"/>
                <a:cs typeface="Times New Roman"/>
              </a:rPr>
              <a:t>Time</a:t>
            </a:r>
            <a:r>
              <a:rPr lang="en-US" sz="1200" spc="140" dirty="0">
                <a:latin typeface="Times New Roman"/>
                <a:cs typeface="Times New Roman"/>
              </a:rPr>
              <a:t>  </a:t>
            </a:r>
            <a:r>
              <a:rPr lang="en-US" sz="1200" dirty="0">
                <a:latin typeface="Times New Roman"/>
                <a:cs typeface="Times New Roman"/>
              </a:rPr>
              <a:t>Hand</a:t>
            </a:r>
            <a:r>
              <a:rPr lang="en-US" sz="1200" spc="145" dirty="0">
                <a:latin typeface="Times New Roman"/>
                <a:cs typeface="Times New Roman"/>
              </a:rPr>
              <a:t>  </a:t>
            </a:r>
            <a:r>
              <a:rPr lang="en-US" sz="1200" spc="-10" dirty="0">
                <a:latin typeface="Times New Roman"/>
                <a:cs typeface="Times New Roman"/>
              </a:rPr>
              <a:t>Gesture </a:t>
            </a:r>
            <a:r>
              <a:rPr lang="en-US" sz="1200" dirty="0">
                <a:latin typeface="Times New Roman"/>
                <a:cs typeface="Times New Roman"/>
              </a:rPr>
              <a:t>Recognition</a:t>
            </a:r>
            <a:r>
              <a:rPr lang="en-US" sz="1200" spc="80" dirty="0">
                <a:latin typeface="Times New Roman"/>
                <a:cs typeface="Times New Roman"/>
              </a:rPr>
              <a:t> </a:t>
            </a:r>
            <a:r>
              <a:rPr lang="en-US" sz="1200" dirty="0">
                <a:latin typeface="Times New Roman"/>
                <a:cs typeface="Times New Roman"/>
              </a:rPr>
              <a:t>System</a:t>
            </a:r>
            <a:r>
              <a:rPr lang="en-US" sz="1200" spc="75" dirty="0">
                <a:latin typeface="Times New Roman"/>
                <a:cs typeface="Times New Roman"/>
              </a:rPr>
              <a:t> </a:t>
            </a:r>
            <a:r>
              <a:rPr lang="en-US" sz="1200" dirty="0">
                <a:latin typeface="Times New Roman"/>
                <a:cs typeface="Times New Roman"/>
              </a:rPr>
              <a:t>Uses</a:t>
            </a:r>
            <a:r>
              <a:rPr lang="en-US" sz="1200" spc="60" dirty="0">
                <a:latin typeface="Times New Roman"/>
                <a:cs typeface="Times New Roman"/>
              </a:rPr>
              <a:t> </a:t>
            </a:r>
            <a:r>
              <a:rPr lang="en-US" sz="1200" dirty="0">
                <a:latin typeface="Times New Roman"/>
                <a:cs typeface="Times New Roman"/>
              </a:rPr>
              <a:t>Motion</a:t>
            </a:r>
            <a:r>
              <a:rPr lang="en-US" sz="1200" spc="80" dirty="0">
                <a:latin typeface="Times New Roman"/>
                <a:cs typeface="Times New Roman"/>
              </a:rPr>
              <a:t> </a:t>
            </a:r>
            <a:r>
              <a:rPr lang="en-US" sz="1200" dirty="0">
                <a:latin typeface="Times New Roman"/>
                <a:cs typeface="Times New Roman"/>
              </a:rPr>
              <a:t>History</a:t>
            </a:r>
            <a:r>
              <a:rPr lang="en-US" sz="1200" spc="60" dirty="0">
                <a:latin typeface="Times New Roman"/>
                <a:cs typeface="Times New Roman"/>
              </a:rPr>
              <a:t> </a:t>
            </a:r>
            <a:r>
              <a:rPr lang="en-US" sz="1200" dirty="0">
                <a:latin typeface="Times New Roman"/>
                <a:cs typeface="Times New Roman"/>
              </a:rPr>
              <a:t>Image</a:t>
            </a:r>
            <a:r>
              <a:rPr lang="en-US" sz="1200" spc="80" dirty="0">
                <a:latin typeface="Times New Roman"/>
                <a:cs typeface="Times New Roman"/>
              </a:rPr>
              <a:t> </a:t>
            </a:r>
            <a:r>
              <a:rPr lang="en-US" sz="1200" dirty="0">
                <a:latin typeface="Times New Roman"/>
                <a:cs typeface="Times New Roman"/>
              </a:rPr>
              <a:t>In</a:t>
            </a:r>
            <a:r>
              <a:rPr lang="en-US" sz="1200" spc="85" dirty="0">
                <a:latin typeface="Times New Roman"/>
                <a:cs typeface="Times New Roman"/>
              </a:rPr>
              <a:t> </a:t>
            </a:r>
            <a:r>
              <a:rPr lang="en-US" sz="1200" dirty="0">
                <a:latin typeface="Times New Roman"/>
                <a:cs typeface="Times New Roman"/>
              </a:rPr>
              <a:t>this</a:t>
            </a:r>
            <a:r>
              <a:rPr lang="en-US" sz="1200" spc="90" dirty="0">
                <a:latin typeface="Times New Roman"/>
                <a:cs typeface="Times New Roman"/>
              </a:rPr>
              <a:t> </a:t>
            </a:r>
            <a:r>
              <a:rPr lang="en-US" sz="1200" dirty="0">
                <a:latin typeface="Times New Roman"/>
                <a:cs typeface="Times New Roman"/>
              </a:rPr>
              <a:t>study,</a:t>
            </a:r>
            <a:r>
              <a:rPr lang="en-US" sz="1200" spc="80" dirty="0">
                <a:latin typeface="Times New Roman"/>
                <a:cs typeface="Times New Roman"/>
              </a:rPr>
              <a:t> </a:t>
            </a:r>
            <a:r>
              <a:rPr lang="en-US" sz="1200" dirty="0">
                <a:latin typeface="Times New Roman"/>
                <a:cs typeface="Times New Roman"/>
              </a:rPr>
              <a:t>a</a:t>
            </a:r>
            <a:r>
              <a:rPr lang="en-US" sz="1200" spc="80" dirty="0">
                <a:latin typeface="Times New Roman"/>
                <a:cs typeface="Times New Roman"/>
              </a:rPr>
              <a:t> </a:t>
            </a:r>
            <a:r>
              <a:rPr lang="en-US" sz="1200" dirty="0">
                <a:latin typeface="Times New Roman"/>
                <a:cs typeface="Times New Roman"/>
              </a:rPr>
              <a:t>face</a:t>
            </a:r>
            <a:r>
              <a:rPr lang="en-US" sz="1200" spc="85" dirty="0">
                <a:latin typeface="Times New Roman"/>
                <a:cs typeface="Times New Roman"/>
              </a:rPr>
              <a:t> </a:t>
            </a:r>
            <a:r>
              <a:rPr lang="en-US" sz="1200" dirty="0">
                <a:latin typeface="Times New Roman"/>
                <a:cs typeface="Times New Roman"/>
              </a:rPr>
              <a:t>based</a:t>
            </a:r>
            <a:r>
              <a:rPr lang="en-US" sz="1200" spc="60" dirty="0">
                <a:latin typeface="Times New Roman"/>
                <a:cs typeface="Times New Roman"/>
              </a:rPr>
              <a:t> </a:t>
            </a:r>
            <a:r>
              <a:rPr lang="en-US" sz="1200" dirty="0">
                <a:latin typeface="Times New Roman"/>
                <a:cs typeface="Times New Roman"/>
              </a:rPr>
              <a:t>skin</a:t>
            </a:r>
            <a:r>
              <a:rPr lang="en-US" sz="1200" spc="80" dirty="0">
                <a:latin typeface="Times New Roman"/>
                <a:cs typeface="Times New Roman"/>
              </a:rPr>
              <a:t> </a:t>
            </a:r>
            <a:r>
              <a:rPr lang="en-US" sz="1200" dirty="0" err="1">
                <a:latin typeface="Times New Roman"/>
                <a:cs typeface="Times New Roman"/>
              </a:rPr>
              <a:t>colour</a:t>
            </a:r>
            <a:r>
              <a:rPr lang="en-US" sz="1200" spc="80" dirty="0">
                <a:latin typeface="Times New Roman"/>
                <a:cs typeface="Times New Roman"/>
              </a:rPr>
              <a:t> </a:t>
            </a:r>
            <a:r>
              <a:rPr lang="en-US" sz="1200" dirty="0">
                <a:latin typeface="Times New Roman"/>
                <a:cs typeface="Times New Roman"/>
              </a:rPr>
              <a:t>model</a:t>
            </a:r>
            <a:r>
              <a:rPr lang="en-US" sz="1200" spc="80" dirty="0">
                <a:latin typeface="Times New Roman"/>
                <a:cs typeface="Times New Roman"/>
              </a:rPr>
              <a:t> </a:t>
            </a:r>
            <a:r>
              <a:rPr lang="en-US" sz="1200" dirty="0">
                <a:latin typeface="Times New Roman"/>
                <a:cs typeface="Times New Roman"/>
              </a:rPr>
              <a:t>and</a:t>
            </a:r>
            <a:r>
              <a:rPr lang="en-US" sz="1200" spc="80" dirty="0">
                <a:latin typeface="Times New Roman"/>
                <a:cs typeface="Times New Roman"/>
              </a:rPr>
              <a:t> </a:t>
            </a:r>
            <a:r>
              <a:rPr lang="en-US" sz="1200" spc="-50" dirty="0">
                <a:latin typeface="Times New Roman"/>
                <a:cs typeface="Times New Roman"/>
              </a:rPr>
              <a:t>a </a:t>
            </a:r>
            <a:r>
              <a:rPr lang="en-US" sz="1200" dirty="0">
                <a:latin typeface="Times New Roman"/>
                <a:cs typeface="Times New Roman"/>
              </a:rPr>
              <a:t>motion</a:t>
            </a:r>
            <a:r>
              <a:rPr lang="en-US" sz="1200" spc="145" dirty="0">
                <a:latin typeface="Times New Roman"/>
                <a:cs typeface="Times New Roman"/>
              </a:rPr>
              <a:t> </a:t>
            </a:r>
            <a:r>
              <a:rPr lang="en-US" sz="1200" dirty="0">
                <a:latin typeface="Times New Roman"/>
                <a:cs typeface="Times New Roman"/>
              </a:rPr>
              <a:t>history</a:t>
            </a:r>
            <a:r>
              <a:rPr lang="en-US" sz="1200" spc="120" dirty="0">
                <a:latin typeface="Times New Roman"/>
                <a:cs typeface="Times New Roman"/>
              </a:rPr>
              <a:t> </a:t>
            </a:r>
            <a:r>
              <a:rPr lang="en-US" sz="1200" dirty="0">
                <a:latin typeface="Times New Roman"/>
                <a:cs typeface="Times New Roman"/>
              </a:rPr>
              <a:t>image</a:t>
            </a:r>
            <a:r>
              <a:rPr lang="en-US" sz="1200" spc="160" dirty="0">
                <a:latin typeface="Times New Roman"/>
                <a:cs typeface="Times New Roman"/>
              </a:rPr>
              <a:t> </a:t>
            </a:r>
            <a:r>
              <a:rPr lang="en-US" sz="1200" dirty="0">
                <a:latin typeface="Times New Roman"/>
                <a:cs typeface="Times New Roman"/>
              </a:rPr>
              <a:t>based</a:t>
            </a:r>
            <a:r>
              <a:rPr lang="en-US" sz="1200" spc="130" dirty="0">
                <a:latin typeface="Times New Roman"/>
                <a:cs typeface="Times New Roman"/>
              </a:rPr>
              <a:t> </a:t>
            </a:r>
            <a:r>
              <a:rPr lang="en-US" sz="1200" dirty="0">
                <a:latin typeface="Times New Roman"/>
                <a:cs typeface="Times New Roman"/>
              </a:rPr>
              <a:t>hand</a:t>
            </a:r>
            <a:r>
              <a:rPr lang="en-US" sz="1200" spc="145" dirty="0">
                <a:latin typeface="Times New Roman"/>
                <a:cs typeface="Times New Roman"/>
              </a:rPr>
              <a:t> </a:t>
            </a:r>
            <a:r>
              <a:rPr lang="en-US" sz="1200" dirty="0">
                <a:latin typeface="Times New Roman"/>
                <a:cs typeface="Times New Roman"/>
              </a:rPr>
              <a:t>movement</a:t>
            </a:r>
            <a:r>
              <a:rPr lang="en-US" sz="1200" spc="140" dirty="0">
                <a:latin typeface="Times New Roman"/>
                <a:cs typeface="Times New Roman"/>
              </a:rPr>
              <a:t> </a:t>
            </a:r>
            <a:r>
              <a:rPr lang="en-US" sz="1200" dirty="0">
                <a:latin typeface="Times New Roman"/>
                <a:cs typeface="Times New Roman"/>
              </a:rPr>
              <a:t>detection</a:t>
            </a:r>
            <a:r>
              <a:rPr lang="en-US" sz="1200" spc="150" dirty="0">
                <a:latin typeface="Times New Roman"/>
                <a:cs typeface="Times New Roman"/>
              </a:rPr>
              <a:t> </a:t>
            </a:r>
            <a:r>
              <a:rPr lang="en-US" sz="1200" dirty="0">
                <a:latin typeface="Times New Roman"/>
                <a:cs typeface="Times New Roman"/>
              </a:rPr>
              <a:t>technique</a:t>
            </a:r>
            <a:r>
              <a:rPr lang="en-US" sz="1200" spc="145" dirty="0">
                <a:latin typeface="Times New Roman"/>
                <a:cs typeface="Times New Roman"/>
              </a:rPr>
              <a:t> </a:t>
            </a:r>
            <a:r>
              <a:rPr lang="en-US" sz="1200" dirty="0">
                <a:latin typeface="Times New Roman"/>
                <a:cs typeface="Times New Roman"/>
              </a:rPr>
              <a:t>were</a:t>
            </a:r>
            <a:r>
              <a:rPr lang="en-US" sz="1200" spc="155" dirty="0">
                <a:latin typeface="Times New Roman"/>
                <a:cs typeface="Times New Roman"/>
              </a:rPr>
              <a:t> </a:t>
            </a:r>
            <a:r>
              <a:rPr lang="en-US" sz="1200" dirty="0">
                <a:latin typeface="Times New Roman"/>
                <a:cs typeface="Times New Roman"/>
              </a:rPr>
              <a:t>developed.</a:t>
            </a:r>
            <a:r>
              <a:rPr lang="en-US" sz="1200" spc="145" dirty="0">
                <a:latin typeface="Times New Roman"/>
                <a:cs typeface="Times New Roman"/>
              </a:rPr>
              <a:t> </a:t>
            </a:r>
            <a:r>
              <a:rPr lang="en-US" sz="1200" dirty="0">
                <a:latin typeface="Times New Roman"/>
                <a:cs typeface="Times New Roman"/>
              </a:rPr>
              <a:t>Hands</a:t>
            </a:r>
            <a:r>
              <a:rPr lang="en-US" sz="1200" spc="155" dirty="0">
                <a:latin typeface="Times New Roman"/>
                <a:cs typeface="Times New Roman"/>
              </a:rPr>
              <a:t> </a:t>
            </a:r>
            <a:r>
              <a:rPr lang="en-US" sz="1200" spc="-10" dirty="0">
                <a:latin typeface="Times New Roman"/>
                <a:cs typeface="Times New Roman"/>
              </a:rPr>
              <a:t>travelling </a:t>
            </a:r>
            <a:r>
              <a:rPr lang="en-US" sz="1200" dirty="0">
                <a:latin typeface="Times New Roman"/>
                <a:cs typeface="Times New Roman"/>
              </a:rPr>
              <a:t>up,</a:t>
            </a:r>
            <a:r>
              <a:rPr lang="en-US" sz="1200" spc="125" dirty="0">
                <a:latin typeface="Times New Roman"/>
                <a:cs typeface="Times New Roman"/>
              </a:rPr>
              <a:t> </a:t>
            </a:r>
            <a:r>
              <a:rPr lang="en-US" sz="1200" dirty="0">
                <a:latin typeface="Times New Roman"/>
                <a:cs typeface="Times New Roman"/>
              </a:rPr>
              <a:t>down,</a:t>
            </a:r>
            <a:r>
              <a:rPr lang="en-US" sz="1200" spc="130" dirty="0">
                <a:latin typeface="Times New Roman"/>
                <a:cs typeface="Times New Roman"/>
              </a:rPr>
              <a:t> </a:t>
            </a:r>
            <a:r>
              <a:rPr lang="en-US" sz="1200" dirty="0">
                <a:latin typeface="Times New Roman"/>
                <a:cs typeface="Times New Roman"/>
              </a:rPr>
              <a:t>left,</a:t>
            </a:r>
            <a:r>
              <a:rPr lang="en-US" sz="1200" spc="135" dirty="0">
                <a:latin typeface="Times New Roman"/>
                <a:cs typeface="Times New Roman"/>
              </a:rPr>
              <a:t> </a:t>
            </a:r>
            <a:r>
              <a:rPr lang="en-US" sz="1200" dirty="0">
                <a:latin typeface="Times New Roman"/>
                <a:cs typeface="Times New Roman"/>
              </a:rPr>
              <a:t>right</a:t>
            </a:r>
            <a:r>
              <a:rPr lang="en-US" sz="1200" spc="130" dirty="0">
                <a:latin typeface="Times New Roman"/>
                <a:cs typeface="Times New Roman"/>
              </a:rPr>
              <a:t> </a:t>
            </a:r>
            <a:r>
              <a:rPr lang="en-US" sz="1200" dirty="0">
                <a:latin typeface="Times New Roman"/>
                <a:cs typeface="Times New Roman"/>
              </a:rPr>
              <a:t>are</a:t>
            </a:r>
            <a:r>
              <a:rPr lang="en-US" sz="1200" spc="135" dirty="0">
                <a:latin typeface="Times New Roman"/>
                <a:cs typeface="Times New Roman"/>
              </a:rPr>
              <a:t> </a:t>
            </a:r>
            <a:r>
              <a:rPr lang="en-US" sz="1200" dirty="0">
                <a:latin typeface="Times New Roman"/>
                <a:cs typeface="Times New Roman"/>
              </a:rPr>
              <a:t>the</a:t>
            </a:r>
            <a:r>
              <a:rPr lang="en-US" sz="1200" spc="120" dirty="0">
                <a:latin typeface="Times New Roman"/>
                <a:cs typeface="Times New Roman"/>
              </a:rPr>
              <a:t> </a:t>
            </a:r>
            <a:r>
              <a:rPr lang="en-US" sz="1200" dirty="0">
                <a:latin typeface="Times New Roman"/>
                <a:cs typeface="Times New Roman"/>
              </a:rPr>
              <a:t>dynamic</a:t>
            </a:r>
            <a:r>
              <a:rPr lang="en-US" sz="1200" spc="135" dirty="0">
                <a:latin typeface="Times New Roman"/>
                <a:cs typeface="Times New Roman"/>
              </a:rPr>
              <a:t> </a:t>
            </a:r>
            <a:r>
              <a:rPr lang="en-US" sz="1200" dirty="0">
                <a:latin typeface="Times New Roman"/>
                <a:cs typeface="Times New Roman"/>
              </a:rPr>
              <a:t>hand</a:t>
            </a:r>
            <a:r>
              <a:rPr lang="en-US" sz="1200" spc="110" dirty="0">
                <a:latin typeface="Times New Roman"/>
                <a:cs typeface="Times New Roman"/>
              </a:rPr>
              <a:t> </a:t>
            </a:r>
            <a:r>
              <a:rPr lang="en-US" sz="1200" dirty="0">
                <a:latin typeface="Times New Roman"/>
                <a:cs typeface="Times New Roman"/>
              </a:rPr>
              <a:t>gestures</a:t>
            </a:r>
            <a:r>
              <a:rPr lang="en-US" sz="1200" spc="125" dirty="0">
                <a:latin typeface="Times New Roman"/>
                <a:cs typeface="Times New Roman"/>
              </a:rPr>
              <a:t> </a:t>
            </a:r>
            <a:r>
              <a:rPr lang="en-US" sz="1200" dirty="0">
                <a:latin typeface="Times New Roman"/>
                <a:cs typeface="Times New Roman"/>
              </a:rPr>
              <a:t>as</a:t>
            </a:r>
            <a:r>
              <a:rPr lang="en-US" sz="1200" spc="120" dirty="0">
                <a:latin typeface="Times New Roman"/>
                <a:cs typeface="Times New Roman"/>
              </a:rPr>
              <a:t> </a:t>
            </a:r>
            <a:r>
              <a:rPr lang="en-US" sz="1200" dirty="0">
                <a:latin typeface="Times New Roman"/>
                <a:cs typeface="Times New Roman"/>
              </a:rPr>
              <a:t>well</a:t>
            </a:r>
            <a:r>
              <a:rPr lang="en-US" sz="1200" spc="114" dirty="0">
                <a:latin typeface="Times New Roman"/>
                <a:cs typeface="Times New Roman"/>
              </a:rPr>
              <a:t> </a:t>
            </a:r>
            <a:r>
              <a:rPr lang="en-US" sz="1200" dirty="0">
                <a:latin typeface="Times New Roman"/>
                <a:cs typeface="Times New Roman"/>
              </a:rPr>
              <a:t>as</a:t>
            </a:r>
            <a:r>
              <a:rPr lang="en-US" sz="1200" spc="130" dirty="0">
                <a:latin typeface="Times New Roman"/>
                <a:cs typeface="Times New Roman"/>
              </a:rPr>
              <a:t> </a:t>
            </a:r>
            <a:r>
              <a:rPr lang="en-US" sz="1200" dirty="0">
                <a:latin typeface="Times New Roman"/>
                <a:cs typeface="Times New Roman"/>
              </a:rPr>
              <a:t>two</a:t>
            </a:r>
            <a:r>
              <a:rPr lang="en-US" sz="1200" spc="95" dirty="0">
                <a:latin typeface="Times New Roman"/>
                <a:cs typeface="Times New Roman"/>
              </a:rPr>
              <a:t> </a:t>
            </a:r>
            <a:r>
              <a:rPr lang="en-US" sz="1200" dirty="0">
                <a:latin typeface="Times New Roman"/>
                <a:cs typeface="Times New Roman"/>
              </a:rPr>
              <a:t>static</a:t>
            </a:r>
            <a:r>
              <a:rPr lang="en-US" sz="1200" spc="135" dirty="0">
                <a:latin typeface="Times New Roman"/>
                <a:cs typeface="Times New Roman"/>
              </a:rPr>
              <a:t> </a:t>
            </a:r>
            <a:r>
              <a:rPr lang="en-US" sz="1200" dirty="0">
                <a:latin typeface="Times New Roman"/>
                <a:cs typeface="Times New Roman"/>
              </a:rPr>
              <a:t>hand</a:t>
            </a:r>
            <a:r>
              <a:rPr lang="en-US" sz="1200" spc="130" dirty="0">
                <a:latin typeface="Times New Roman"/>
                <a:cs typeface="Times New Roman"/>
              </a:rPr>
              <a:t> </a:t>
            </a:r>
            <a:r>
              <a:rPr lang="en-US" sz="1200" dirty="0">
                <a:latin typeface="Times New Roman"/>
                <a:cs typeface="Times New Roman"/>
              </a:rPr>
              <a:t>gestures</a:t>
            </a:r>
            <a:r>
              <a:rPr lang="en-US" sz="1200" spc="135" dirty="0">
                <a:latin typeface="Times New Roman"/>
                <a:cs typeface="Times New Roman"/>
              </a:rPr>
              <a:t> </a:t>
            </a:r>
            <a:r>
              <a:rPr lang="en-US" sz="1200" dirty="0">
                <a:latin typeface="Times New Roman"/>
                <a:cs typeface="Times New Roman"/>
              </a:rPr>
              <a:t>the</a:t>
            </a:r>
            <a:r>
              <a:rPr lang="en-US" sz="1200" spc="135" dirty="0">
                <a:latin typeface="Times New Roman"/>
                <a:cs typeface="Times New Roman"/>
              </a:rPr>
              <a:t> </a:t>
            </a:r>
            <a:r>
              <a:rPr lang="en-US" sz="1200" dirty="0">
                <a:latin typeface="Times New Roman"/>
                <a:cs typeface="Times New Roman"/>
              </a:rPr>
              <a:t>fist</a:t>
            </a:r>
            <a:r>
              <a:rPr lang="en-US" sz="1200" spc="130" dirty="0">
                <a:latin typeface="Times New Roman"/>
                <a:cs typeface="Times New Roman"/>
              </a:rPr>
              <a:t> </a:t>
            </a:r>
            <a:r>
              <a:rPr lang="en-US" sz="1200" spc="-25" dirty="0">
                <a:latin typeface="Times New Roman"/>
                <a:cs typeface="Times New Roman"/>
              </a:rPr>
              <a:t>and </a:t>
            </a:r>
            <a:r>
              <a:rPr lang="en-US" sz="1200" dirty="0">
                <a:latin typeface="Times New Roman"/>
                <a:cs typeface="Times New Roman"/>
              </a:rPr>
              <a:t>the</a:t>
            </a:r>
            <a:r>
              <a:rPr lang="en-US" sz="1200" spc="215" dirty="0">
                <a:latin typeface="Times New Roman"/>
                <a:cs typeface="Times New Roman"/>
              </a:rPr>
              <a:t> </a:t>
            </a:r>
            <a:r>
              <a:rPr lang="en-US" sz="1200" dirty="0">
                <a:latin typeface="Times New Roman"/>
                <a:cs typeface="Times New Roman"/>
              </a:rPr>
              <a:t>wave</a:t>
            </a:r>
            <a:r>
              <a:rPr lang="en-US" sz="1200" spc="215" dirty="0">
                <a:latin typeface="Times New Roman"/>
                <a:cs typeface="Times New Roman"/>
              </a:rPr>
              <a:t> </a:t>
            </a:r>
            <a:r>
              <a:rPr lang="en-US" sz="1200" dirty="0">
                <a:latin typeface="Times New Roman"/>
                <a:cs typeface="Times New Roman"/>
              </a:rPr>
              <a:t>hand</a:t>
            </a:r>
            <a:r>
              <a:rPr lang="en-US" sz="1200" spc="225" dirty="0">
                <a:latin typeface="Times New Roman"/>
                <a:cs typeface="Times New Roman"/>
              </a:rPr>
              <a:t> </a:t>
            </a:r>
            <a:r>
              <a:rPr lang="en-US" sz="1200" dirty="0">
                <a:latin typeface="Times New Roman"/>
                <a:cs typeface="Times New Roman"/>
              </a:rPr>
              <a:t>are</a:t>
            </a:r>
            <a:r>
              <a:rPr lang="en-US" sz="1200" spc="215" dirty="0">
                <a:latin typeface="Times New Roman"/>
                <a:cs typeface="Times New Roman"/>
              </a:rPr>
              <a:t> </a:t>
            </a:r>
            <a:r>
              <a:rPr lang="en-US" sz="1200" dirty="0">
                <a:latin typeface="Times New Roman"/>
                <a:cs typeface="Times New Roman"/>
              </a:rPr>
              <a:t>suggested</a:t>
            </a:r>
            <a:r>
              <a:rPr lang="en-US" sz="1200" spc="225" dirty="0">
                <a:latin typeface="Times New Roman"/>
                <a:cs typeface="Times New Roman"/>
              </a:rPr>
              <a:t> </a:t>
            </a:r>
            <a:r>
              <a:rPr lang="en-US" sz="1200" dirty="0">
                <a:latin typeface="Times New Roman"/>
                <a:cs typeface="Times New Roman"/>
              </a:rPr>
              <a:t>in</a:t>
            </a:r>
            <a:r>
              <a:rPr lang="en-US" sz="1200" spc="220" dirty="0">
                <a:latin typeface="Times New Roman"/>
                <a:cs typeface="Times New Roman"/>
              </a:rPr>
              <a:t> </a:t>
            </a:r>
            <a:r>
              <a:rPr lang="en-US" sz="1200" dirty="0">
                <a:latin typeface="Times New Roman"/>
                <a:cs typeface="Times New Roman"/>
              </a:rPr>
              <a:t>this</a:t>
            </a:r>
            <a:r>
              <a:rPr lang="en-US" sz="1200" spc="225" dirty="0">
                <a:latin typeface="Times New Roman"/>
                <a:cs typeface="Times New Roman"/>
              </a:rPr>
              <a:t> </a:t>
            </a:r>
            <a:r>
              <a:rPr lang="en-US" sz="1200" dirty="0">
                <a:latin typeface="Times New Roman"/>
                <a:cs typeface="Times New Roman"/>
              </a:rPr>
              <a:t>work.</a:t>
            </a:r>
            <a:r>
              <a:rPr lang="en-US" sz="1200" spc="220" dirty="0">
                <a:latin typeface="Times New Roman"/>
                <a:cs typeface="Times New Roman"/>
              </a:rPr>
              <a:t> </a:t>
            </a:r>
            <a:r>
              <a:rPr lang="en-US" sz="1200" dirty="0">
                <a:latin typeface="Times New Roman"/>
                <a:cs typeface="Times New Roman"/>
              </a:rPr>
              <a:t>These</a:t>
            </a:r>
            <a:r>
              <a:rPr lang="en-US" sz="1200" spc="229" dirty="0">
                <a:latin typeface="Times New Roman"/>
                <a:cs typeface="Times New Roman"/>
              </a:rPr>
              <a:t> </a:t>
            </a:r>
            <a:r>
              <a:rPr lang="en-US" sz="1200" dirty="0">
                <a:latin typeface="Times New Roman"/>
                <a:cs typeface="Times New Roman"/>
              </a:rPr>
              <a:t>hand</a:t>
            </a:r>
            <a:r>
              <a:rPr lang="en-US" sz="1200" spc="220" dirty="0">
                <a:latin typeface="Times New Roman"/>
                <a:cs typeface="Times New Roman"/>
              </a:rPr>
              <a:t> </a:t>
            </a:r>
            <a:r>
              <a:rPr lang="en-US" sz="1200" dirty="0">
                <a:latin typeface="Times New Roman"/>
                <a:cs typeface="Times New Roman"/>
              </a:rPr>
              <a:t>gestures</a:t>
            </a:r>
            <a:r>
              <a:rPr lang="en-US" sz="1200" spc="225" dirty="0">
                <a:latin typeface="Times New Roman"/>
                <a:cs typeface="Times New Roman"/>
              </a:rPr>
              <a:t> </a:t>
            </a:r>
            <a:r>
              <a:rPr lang="en-US" sz="1200" dirty="0">
                <a:latin typeface="Times New Roman"/>
                <a:cs typeface="Times New Roman"/>
              </a:rPr>
              <a:t>are</a:t>
            </a:r>
            <a:r>
              <a:rPr lang="en-US" sz="1200" spc="215" dirty="0">
                <a:latin typeface="Times New Roman"/>
                <a:cs typeface="Times New Roman"/>
              </a:rPr>
              <a:t> </a:t>
            </a:r>
            <a:r>
              <a:rPr lang="en-US" sz="1200" dirty="0">
                <a:latin typeface="Times New Roman"/>
                <a:cs typeface="Times New Roman"/>
              </a:rPr>
              <a:t>simple</a:t>
            </a:r>
            <a:r>
              <a:rPr lang="en-US" sz="1200" spc="220" dirty="0">
                <a:latin typeface="Times New Roman"/>
                <a:cs typeface="Times New Roman"/>
              </a:rPr>
              <a:t> </a:t>
            </a:r>
            <a:r>
              <a:rPr lang="en-US" sz="1200" dirty="0">
                <a:latin typeface="Times New Roman"/>
                <a:cs typeface="Times New Roman"/>
              </a:rPr>
              <a:t>and</a:t>
            </a:r>
            <a:r>
              <a:rPr lang="en-US" sz="1200" spc="220" dirty="0">
                <a:latin typeface="Times New Roman"/>
                <a:cs typeface="Times New Roman"/>
              </a:rPr>
              <a:t> </a:t>
            </a:r>
            <a:r>
              <a:rPr lang="en-US" sz="1200" dirty="0">
                <a:latin typeface="Times New Roman"/>
                <a:cs typeface="Times New Roman"/>
              </a:rPr>
              <a:t>effortless.</a:t>
            </a:r>
            <a:r>
              <a:rPr lang="en-US" sz="1200" spc="210" dirty="0">
                <a:latin typeface="Times New Roman"/>
                <a:cs typeface="Times New Roman"/>
              </a:rPr>
              <a:t> </a:t>
            </a:r>
            <a:r>
              <a:rPr lang="en-US" sz="1200" spc="-10" dirty="0">
                <a:latin typeface="Times New Roman"/>
                <a:cs typeface="Times New Roman"/>
              </a:rPr>
              <a:t>Using </a:t>
            </a:r>
            <a:r>
              <a:rPr lang="en-US" sz="1200" dirty="0">
                <a:latin typeface="Times New Roman"/>
                <a:cs typeface="Times New Roman"/>
              </a:rPr>
              <a:t>Harr-like</a:t>
            </a:r>
            <a:r>
              <a:rPr lang="en-US" sz="1200" spc="409" dirty="0">
                <a:latin typeface="Times New Roman"/>
                <a:cs typeface="Times New Roman"/>
              </a:rPr>
              <a:t> </a:t>
            </a:r>
            <a:r>
              <a:rPr lang="en-US" sz="1200" dirty="0">
                <a:latin typeface="Times New Roman"/>
                <a:cs typeface="Times New Roman"/>
              </a:rPr>
              <a:t>features,</a:t>
            </a:r>
            <a:r>
              <a:rPr lang="en-US" sz="1200" spc="415" dirty="0">
                <a:latin typeface="Times New Roman"/>
                <a:cs typeface="Times New Roman"/>
              </a:rPr>
              <a:t> </a:t>
            </a:r>
            <a:r>
              <a:rPr lang="en-US" sz="1200" dirty="0">
                <a:latin typeface="Times New Roman"/>
                <a:cs typeface="Times New Roman"/>
              </a:rPr>
              <a:t>the</a:t>
            </a:r>
            <a:r>
              <a:rPr lang="en-US" sz="1200" spc="385" dirty="0">
                <a:latin typeface="Times New Roman"/>
                <a:cs typeface="Times New Roman"/>
              </a:rPr>
              <a:t> </a:t>
            </a:r>
            <a:r>
              <a:rPr lang="en-US" sz="1200" dirty="0">
                <a:latin typeface="Times New Roman"/>
                <a:cs typeface="Times New Roman"/>
              </a:rPr>
              <a:t>four-directional</a:t>
            </a:r>
            <a:r>
              <a:rPr lang="en-US" sz="1200" spc="395" dirty="0">
                <a:latin typeface="Times New Roman"/>
                <a:cs typeface="Times New Roman"/>
              </a:rPr>
              <a:t> </a:t>
            </a:r>
            <a:r>
              <a:rPr lang="en-US" sz="1200" dirty="0">
                <a:latin typeface="Times New Roman"/>
                <a:cs typeface="Times New Roman"/>
              </a:rPr>
              <a:t>dynamic</a:t>
            </a:r>
            <a:r>
              <a:rPr lang="en-US" sz="1200" spc="409" dirty="0">
                <a:latin typeface="Times New Roman"/>
                <a:cs typeface="Times New Roman"/>
              </a:rPr>
              <a:t> </a:t>
            </a:r>
            <a:r>
              <a:rPr lang="en-US" sz="1200" dirty="0">
                <a:latin typeface="Times New Roman"/>
                <a:cs typeface="Times New Roman"/>
              </a:rPr>
              <a:t>hand</a:t>
            </a:r>
            <a:r>
              <a:rPr lang="en-US" sz="1200" spc="400" dirty="0">
                <a:latin typeface="Times New Roman"/>
                <a:cs typeface="Times New Roman"/>
              </a:rPr>
              <a:t> </a:t>
            </a:r>
            <a:r>
              <a:rPr lang="en-US" sz="1200" dirty="0">
                <a:latin typeface="Times New Roman"/>
                <a:cs typeface="Times New Roman"/>
              </a:rPr>
              <a:t>movements</a:t>
            </a:r>
            <a:r>
              <a:rPr lang="en-US" sz="1200" spc="405" dirty="0">
                <a:latin typeface="Times New Roman"/>
                <a:cs typeface="Times New Roman"/>
              </a:rPr>
              <a:t> </a:t>
            </a:r>
            <a:r>
              <a:rPr lang="en-US" sz="1200" dirty="0">
                <a:latin typeface="Times New Roman"/>
                <a:cs typeface="Times New Roman"/>
              </a:rPr>
              <a:t>were</a:t>
            </a:r>
            <a:r>
              <a:rPr lang="en-US" sz="1200" spc="409" dirty="0">
                <a:latin typeface="Times New Roman"/>
                <a:cs typeface="Times New Roman"/>
              </a:rPr>
              <a:t> </a:t>
            </a:r>
            <a:r>
              <a:rPr lang="en-US" sz="1200" dirty="0">
                <a:latin typeface="Times New Roman"/>
                <a:cs typeface="Times New Roman"/>
              </a:rPr>
              <a:t>identified.</a:t>
            </a:r>
            <a:r>
              <a:rPr lang="en-US" sz="1200" spc="415" dirty="0">
                <a:latin typeface="Times New Roman"/>
                <a:cs typeface="Times New Roman"/>
              </a:rPr>
              <a:t> </a:t>
            </a:r>
            <a:r>
              <a:rPr lang="en-US" sz="1200" dirty="0">
                <a:latin typeface="Times New Roman"/>
                <a:cs typeface="Times New Roman"/>
              </a:rPr>
              <a:t>Static</a:t>
            </a:r>
            <a:r>
              <a:rPr lang="en-US" sz="1200" spc="409" dirty="0">
                <a:latin typeface="Times New Roman"/>
                <a:cs typeface="Times New Roman"/>
              </a:rPr>
              <a:t> </a:t>
            </a:r>
            <a:r>
              <a:rPr lang="en-US" sz="1200" spc="-20" dirty="0">
                <a:latin typeface="Times New Roman"/>
                <a:cs typeface="Times New Roman"/>
              </a:rPr>
              <a:t>hand </a:t>
            </a:r>
            <a:r>
              <a:rPr lang="en-US" sz="1200" dirty="0">
                <a:latin typeface="Times New Roman"/>
                <a:cs typeface="Times New Roman"/>
              </a:rPr>
              <a:t>movements</a:t>
            </a:r>
            <a:r>
              <a:rPr lang="en-US" sz="1200" spc="270" dirty="0">
                <a:latin typeface="Times New Roman"/>
                <a:cs typeface="Times New Roman"/>
              </a:rPr>
              <a:t> </a:t>
            </a:r>
            <a:r>
              <a:rPr lang="en-US" sz="1200" dirty="0">
                <a:latin typeface="Times New Roman"/>
                <a:cs typeface="Times New Roman"/>
              </a:rPr>
              <a:t>were</a:t>
            </a:r>
            <a:r>
              <a:rPr lang="en-US" sz="1200" spc="295" dirty="0">
                <a:latin typeface="Times New Roman"/>
                <a:cs typeface="Times New Roman"/>
              </a:rPr>
              <a:t> </a:t>
            </a:r>
            <a:r>
              <a:rPr lang="en-US" sz="1200" dirty="0">
                <a:latin typeface="Times New Roman"/>
                <a:cs typeface="Times New Roman"/>
              </a:rPr>
              <a:t>extracted</a:t>
            </a:r>
            <a:r>
              <a:rPr lang="en-US" sz="1200" spc="275" dirty="0">
                <a:latin typeface="Times New Roman"/>
                <a:cs typeface="Times New Roman"/>
              </a:rPr>
              <a:t> </a:t>
            </a:r>
            <a:r>
              <a:rPr lang="en-US" sz="1200" dirty="0">
                <a:latin typeface="Times New Roman"/>
                <a:cs typeface="Times New Roman"/>
              </a:rPr>
              <a:t>using</a:t>
            </a:r>
            <a:r>
              <a:rPr lang="en-US" sz="1200" spc="270" dirty="0">
                <a:latin typeface="Times New Roman"/>
                <a:cs typeface="Times New Roman"/>
              </a:rPr>
              <a:t> </a:t>
            </a:r>
            <a:r>
              <a:rPr lang="en-US" sz="1200" dirty="0">
                <a:latin typeface="Times New Roman"/>
                <a:cs typeface="Times New Roman"/>
              </a:rPr>
              <a:t>the</a:t>
            </a:r>
            <a:r>
              <a:rPr lang="en-US" sz="1200" spc="295" dirty="0">
                <a:latin typeface="Times New Roman"/>
                <a:cs typeface="Times New Roman"/>
              </a:rPr>
              <a:t> </a:t>
            </a:r>
            <a:r>
              <a:rPr lang="en-US" sz="1200" dirty="0">
                <a:latin typeface="Times New Roman"/>
                <a:cs typeface="Times New Roman"/>
              </a:rPr>
              <a:t>face-based</a:t>
            </a:r>
            <a:r>
              <a:rPr lang="en-US" sz="1200" spc="254" dirty="0">
                <a:latin typeface="Times New Roman"/>
                <a:cs typeface="Times New Roman"/>
              </a:rPr>
              <a:t> </a:t>
            </a:r>
            <a:r>
              <a:rPr lang="en-US" sz="1200" dirty="0">
                <a:latin typeface="Times New Roman"/>
                <a:cs typeface="Times New Roman"/>
              </a:rPr>
              <a:t>adaptive</a:t>
            </a:r>
            <a:r>
              <a:rPr lang="en-US" sz="1200" spc="280" dirty="0">
                <a:latin typeface="Times New Roman"/>
                <a:cs typeface="Times New Roman"/>
              </a:rPr>
              <a:t> </a:t>
            </a:r>
            <a:r>
              <a:rPr lang="en-US" sz="1200" dirty="0">
                <a:latin typeface="Times New Roman"/>
                <a:cs typeface="Times New Roman"/>
              </a:rPr>
              <a:t>skin</a:t>
            </a:r>
            <a:r>
              <a:rPr lang="en-US" sz="1200" spc="285" dirty="0">
                <a:latin typeface="Times New Roman"/>
                <a:cs typeface="Times New Roman"/>
              </a:rPr>
              <a:t> </a:t>
            </a:r>
            <a:r>
              <a:rPr lang="en-US" sz="1200" dirty="0" err="1">
                <a:latin typeface="Times New Roman"/>
                <a:cs typeface="Times New Roman"/>
              </a:rPr>
              <a:t>colour</a:t>
            </a:r>
            <a:r>
              <a:rPr lang="en-US" sz="1200" spc="280" dirty="0">
                <a:latin typeface="Times New Roman"/>
                <a:cs typeface="Times New Roman"/>
              </a:rPr>
              <a:t> </a:t>
            </a:r>
            <a:r>
              <a:rPr lang="en-US" sz="1200" dirty="0">
                <a:latin typeface="Times New Roman"/>
                <a:cs typeface="Times New Roman"/>
              </a:rPr>
              <a:t>model,</a:t>
            </a:r>
            <a:r>
              <a:rPr lang="en-US" sz="1200" spc="285" dirty="0">
                <a:latin typeface="Times New Roman"/>
                <a:cs typeface="Times New Roman"/>
              </a:rPr>
              <a:t> </a:t>
            </a:r>
            <a:r>
              <a:rPr lang="en-US" sz="1200" dirty="0">
                <a:latin typeface="Times New Roman"/>
                <a:cs typeface="Times New Roman"/>
              </a:rPr>
              <a:t>and</a:t>
            </a:r>
            <a:r>
              <a:rPr lang="en-US" sz="1200" spc="275" dirty="0">
                <a:latin typeface="Times New Roman"/>
                <a:cs typeface="Times New Roman"/>
              </a:rPr>
              <a:t> </a:t>
            </a:r>
            <a:r>
              <a:rPr lang="en-US" sz="1200" dirty="0">
                <a:latin typeface="Times New Roman"/>
                <a:cs typeface="Times New Roman"/>
              </a:rPr>
              <a:t>these</a:t>
            </a:r>
            <a:r>
              <a:rPr lang="en-US" sz="1200" spc="280" dirty="0">
                <a:latin typeface="Times New Roman"/>
                <a:cs typeface="Times New Roman"/>
              </a:rPr>
              <a:t> </a:t>
            </a:r>
            <a:r>
              <a:rPr lang="en-US" sz="1200" spc="-10" dirty="0">
                <a:latin typeface="Times New Roman"/>
                <a:cs typeface="Times New Roman"/>
              </a:rPr>
              <a:t>motions </a:t>
            </a:r>
            <a:r>
              <a:rPr lang="en-US" sz="1200" dirty="0">
                <a:latin typeface="Times New Roman"/>
                <a:cs typeface="Times New Roman"/>
              </a:rPr>
              <a:t>were</a:t>
            </a:r>
            <a:r>
              <a:rPr lang="en-US" sz="1200" spc="175" dirty="0">
                <a:latin typeface="Times New Roman"/>
                <a:cs typeface="Times New Roman"/>
              </a:rPr>
              <a:t> </a:t>
            </a:r>
            <a:r>
              <a:rPr lang="en-US" sz="1200" dirty="0">
                <a:latin typeface="Times New Roman"/>
                <a:cs typeface="Times New Roman"/>
              </a:rPr>
              <a:t>subsequently</a:t>
            </a:r>
            <a:r>
              <a:rPr lang="en-US" sz="1200" spc="160" dirty="0">
                <a:latin typeface="Times New Roman"/>
                <a:cs typeface="Times New Roman"/>
              </a:rPr>
              <a:t> </a:t>
            </a:r>
            <a:r>
              <a:rPr lang="en-US" sz="1200" dirty="0" err="1">
                <a:latin typeface="Times New Roman"/>
                <a:cs typeface="Times New Roman"/>
              </a:rPr>
              <a:t>recognised</a:t>
            </a:r>
            <a:r>
              <a:rPr lang="en-US" sz="1200" spc="165" dirty="0">
                <a:latin typeface="Times New Roman"/>
                <a:cs typeface="Times New Roman"/>
              </a:rPr>
              <a:t> </a:t>
            </a:r>
            <a:r>
              <a:rPr lang="en-US" sz="1200" dirty="0">
                <a:latin typeface="Times New Roman"/>
                <a:cs typeface="Times New Roman"/>
              </a:rPr>
              <a:t>by</a:t>
            </a:r>
            <a:r>
              <a:rPr lang="en-US" sz="1200" spc="160" dirty="0">
                <a:latin typeface="Times New Roman"/>
                <a:cs typeface="Times New Roman"/>
              </a:rPr>
              <a:t> </a:t>
            </a:r>
            <a:r>
              <a:rPr lang="en-US" sz="1200" dirty="0">
                <a:latin typeface="Times New Roman"/>
                <a:cs typeface="Times New Roman"/>
              </a:rPr>
              <a:t>examining</a:t>
            </a:r>
            <a:r>
              <a:rPr lang="en-US" sz="1200" spc="155" dirty="0">
                <a:latin typeface="Times New Roman"/>
                <a:cs typeface="Times New Roman"/>
              </a:rPr>
              <a:t> </a:t>
            </a:r>
            <a:r>
              <a:rPr lang="en-US" sz="1200" dirty="0">
                <a:latin typeface="Times New Roman"/>
                <a:cs typeface="Times New Roman"/>
              </a:rPr>
              <a:t>a</a:t>
            </a:r>
            <a:r>
              <a:rPr lang="en-US" sz="1200" spc="160" dirty="0">
                <a:latin typeface="Times New Roman"/>
                <a:cs typeface="Times New Roman"/>
              </a:rPr>
              <a:t> </a:t>
            </a:r>
            <a:r>
              <a:rPr lang="en-US" sz="1200" dirty="0">
                <a:latin typeface="Times New Roman"/>
                <a:cs typeface="Times New Roman"/>
              </a:rPr>
              <a:t>face-based</a:t>
            </a:r>
            <a:r>
              <a:rPr lang="en-US" sz="1200" spc="170" dirty="0">
                <a:latin typeface="Times New Roman"/>
                <a:cs typeface="Times New Roman"/>
              </a:rPr>
              <a:t> </a:t>
            </a:r>
            <a:r>
              <a:rPr lang="en-US" sz="1200" dirty="0">
                <a:latin typeface="Times New Roman"/>
                <a:cs typeface="Times New Roman"/>
              </a:rPr>
              <a:t>ROI.</a:t>
            </a:r>
            <a:r>
              <a:rPr lang="en-US" sz="1200" spc="180" dirty="0">
                <a:latin typeface="Times New Roman"/>
                <a:cs typeface="Times New Roman"/>
              </a:rPr>
              <a:t> </a:t>
            </a:r>
            <a:r>
              <a:rPr lang="en-US" sz="1200" dirty="0">
                <a:latin typeface="Times New Roman"/>
                <a:cs typeface="Times New Roman"/>
              </a:rPr>
              <a:t>To</a:t>
            </a:r>
            <a:r>
              <a:rPr lang="en-US" sz="1200" spc="165" dirty="0">
                <a:latin typeface="Times New Roman"/>
                <a:cs typeface="Times New Roman"/>
              </a:rPr>
              <a:t> </a:t>
            </a:r>
            <a:r>
              <a:rPr lang="en-US" sz="1200" dirty="0">
                <a:latin typeface="Times New Roman"/>
                <a:cs typeface="Times New Roman"/>
              </a:rPr>
              <a:t>test</a:t>
            </a:r>
            <a:r>
              <a:rPr lang="en-US" sz="1200" spc="175" dirty="0">
                <a:latin typeface="Times New Roman"/>
                <a:cs typeface="Times New Roman"/>
              </a:rPr>
              <a:t> </a:t>
            </a:r>
            <a:r>
              <a:rPr lang="en-US" sz="1200" dirty="0">
                <a:latin typeface="Times New Roman"/>
                <a:cs typeface="Times New Roman"/>
              </a:rPr>
              <a:t>our</a:t>
            </a:r>
            <a:r>
              <a:rPr lang="en-US" sz="1200" spc="150" dirty="0">
                <a:latin typeface="Times New Roman"/>
                <a:cs typeface="Times New Roman"/>
              </a:rPr>
              <a:t> </a:t>
            </a:r>
            <a:r>
              <a:rPr lang="en-US" sz="1200" dirty="0">
                <a:latin typeface="Times New Roman"/>
                <a:cs typeface="Times New Roman"/>
              </a:rPr>
              <a:t>suggested</a:t>
            </a:r>
            <a:r>
              <a:rPr lang="en-US" sz="1200" spc="170" dirty="0">
                <a:latin typeface="Times New Roman"/>
                <a:cs typeface="Times New Roman"/>
              </a:rPr>
              <a:t> </a:t>
            </a:r>
            <a:r>
              <a:rPr lang="en-US" sz="1200" dirty="0">
                <a:latin typeface="Times New Roman"/>
                <a:cs typeface="Times New Roman"/>
              </a:rPr>
              <a:t>system,</a:t>
            </a:r>
            <a:r>
              <a:rPr lang="en-US" sz="1200" spc="180" dirty="0">
                <a:latin typeface="Times New Roman"/>
                <a:cs typeface="Times New Roman"/>
              </a:rPr>
              <a:t> </a:t>
            </a:r>
            <a:r>
              <a:rPr lang="en-US" sz="1200" spc="-20" dirty="0">
                <a:latin typeface="Times New Roman"/>
                <a:cs typeface="Times New Roman"/>
              </a:rPr>
              <a:t>five </a:t>
            </a:r>
            <a:r>
              <a:rPr lang="en-US" sz="1200" dirty="0">
                <a:latin typeface="Times New Roman"/>
                <a:cs typeface="Times New Roman"/>
              </a:rPr>
              <a:t>people</a:t>
            </a:r>
            <a:r>
              <a:rPr lang="en-US" sz="1200" spc="190" dirty="0">
                <a:latin typeface="Times New Roman"/>
                <a:cs typeface="Times New Roman"/>
              </a:rPr>
              <a:t> </a:t>
            </a:r>
            <a:r>
              <a:rPr lang="en-US" sz="1200" dirty="0">
                <a:latin typeface="Times New Roman"/>
                <a:cs typeface="Times New Roman"/>
              </a:rPr>
              <a:t>were</a:t>
            </a:r>
            <a:r>
              <a:rPr lang="en-US" sz="1200" spc="195" dirty="0">
                <a:latin typeface="Times New Roman"/>
                <a:cs typeface="Times New Roman"/>
              </a:rPr>
              <a:t> </a:t>
            </a:r>
            <a:r>
              <a:rPr lang="en-US" sz="1200" dirty="0">
                <a:latin typeface="Times New Roman"/>
                <a:cs typeface="Times New Roman"/>
              </a:rPr>
              <a:t>invited.</a:t>
            </a:r>
            <a:r>
              <a:rPr lang="en-US" sz="1200" spc="190" dirty="0">
                <a:latin typeface="Times New Roman"/>
                <a:cs typeface="Times New Roman"/>
              </a:rPr>
              <a:t> </a:t>
            </a:r>
            <a:r>
              <a:rPr lang="en-US" sz="1200" dirty="0">
                <a:latin typeface="Times New Roman"/>
                <a:cs typeface="Times New Roman"/>
              </a:rPr>
              <a:t>Experimental</a:t>
            </a:r>
            <a:r>
              <a:rPr lang="en-US" sz="1200" spc="185" dirty="0">
                <a:latin typeface="Times New Roman"/>
                <a:cs typeface="Times New Roman"/>
              </a:rPr>
              <a:t> </a:t>
            </a:r>
            <a:r>
              <a:rPr lang="en-US" sz="1200" dirty="0">
                <a:latin typeface="Times New Roman"/>
                <a:cs typeface="Times New Roman"/>
              </a:rPr>
              <a:t>results</a:t>
            </a:r>
            <a:r>
              <a:rPr lang="en-US" sz="1200" spc="200" dirty="0">
                <a:latin typeface="Times New Roman"/>
                <a:cs typeface="Times New Roman"/>
              </a:rPr>
              <a:t> </a:t>
            </a:r>
            <a:r>
              <a:rPr lang="en-US" sz="1200" dirty="0">
                <a:latin typeface="Times New Roman"/>
                <a:cs typeface="Times New Roman"/>
              </a:rPr>
              <a:t>revealed</a:t>
            </a:r>
            <a:r>
              <a:rPr lang="en-US" sz="1200" spc="190" dirty="0">
                <a:latin typeface="Times New Roman"/>
                <a:cs typeface="Times New Roman"/>
              </a:rPr>
              <a:t> </a:t>
            </a:r>
            <a:r>
              <a:rPr lang="en-US" sz="1200" dirty="0">
                <a:latin typeface="Times New Roman"/>
                <a:cs typeface="Times New Roman"/>
              </a:rPr>
              <a:t>an</a:t>
            </a:r>
            <a:r>
              <a:rPr lang="en-US" sz="1200" spc="185" dirty="0">
                <a:latin typeface="Times New Roman"/>
                <a:cs typeface="Times New Roman"/>
              </a:rPr>
              <a:t> </a:t>
            </a:r>
            <a:r>
              <a:rPr lang="en-US" sz="1200" dirty="0">
                <a:latin typeface="Times New Roman"/>
                <a:cs typeface="Times New Roman"/>
              </a:rPr>
              <a:t>average</a:t>
            </a:r>
            <a:r>
              <a:rPr lang="en-US" sz="1200" spc="195" dirty="0">
                <a:latin typeface="Times New Roman"/>
                <a:cs typeface="Times New Roman"/>
              </a:rPr>
              <a:t> </a:t>
            </a:r>
            <a:r>
              <a:rPr lang="en-US" sz="1200" dirty="0">
                <a:latin typeface="Times New Roman"/>
                <a:cs typeface="Times New Roman"/>
              </a:rPr>
              <a:t>accuracy</a:t>
            </a:r>
            <a:r>
              <a:rPr lang="en-US" sz="1200" spc="190" dirty="0">
                <a:latin typeface="Times New Roman"/>
                <a:cs typeface="Times New Roman"/>
              </a:rPr>
              <a:t> </a:t>
            </a:r>
            <a:r>
              <a:rPr lang="en-US" sz="1200" dirty="0">
                <a:latin typeface="Times New Roman"/>
                <a:cs typeface="Times New Roman"/>
              </a:rPr>
              <a:t>of</a:t>
            </a:r>
            <a:r>
              <a:rPr lang="en-US" sz="1200" spc="195" dirty="0">
                <a:latin typeface="Times New Roman"/>
                <a:cs typeface="Times New Roman"/>
              </a:rPr>
              <a:t> </a:t>
            </a:r>
            <a:r>
              <a:rPr lang="en-US" sz="1200" dirty="0">
                <a:latin typeface="Times New Roman"/>
                <a:cs typeface="Times New Roman"/>
              </a:rPr>
              <a:t>94.1%</a:t>
            </a:r>
            <a:r>
              <a:rPr lang="en-US" sz="1200" spc="180" dirty="0">
                <a:latin typeface="Times New Roman"/>
                <a:cs typeface="Times New Roman"/>
              </a:rPr>
              <a:t> </a:t>
            </a:r>
            <a:r>
              <a:rPr lang="en-US" sz="1200" dirty="0">
                <a:latin typeface="Times New Roman"/>
                <a:cs typeface="Times New Roman"/>
              </a:rPr>
              <a:t>and</a:t>
            </a:r>
            <a:r>
              <a:rPr lang="en-US" sz="1200" spc="190" dirty="0">
                <a:latin typeface="Times New Roman"/>
                <a:cs typeface="Times New Roman"/>
              </a:rPr>
              <a:t> </a:t>
            </a:r>
            <a:r>
              <a:rPr lang="en-US" sz="1200" dirty="0">
                <a:latin typeface="Times New Roman"/>
                <a:cs typeface="Times New Roman"/>
              </a:rPr>
              <a:t>proved</a:t>
            </a:r>
            <a:r>
              <a:rPr lang="en-US" sz="1200" spc="185" dirty="0">
                <a:latin typeface="Times New Roman"/>
                <a:cs typeface="Times New Roman"/>
              </a:rPr>
              <a:t> </a:t>
            </a:r>
            <a:r>
              <a:rPr lang="en-US" sz="1200" spc="-25" dirty="0">
                <a:latin typeface="Times New Roman"/>
                <a:cs typeface="Times New Roman"/>
              </a:rPr>
              <a:t>the </a:t>
            </a:r>
            <a:r>
              <a:rPr lang="en-US" sz="1200" dirty="0">
                <a:latin typeface="Times New Roman"/>
                <a:cs typeface="Times New Roman"/>
              </a:rPr>
              <a:t>viability</a:t>
            </a:r>
            <a:r>
              <a:rPr lang="en-US" sz="1200" spc="105" dirty="0">
                <a:latin typeface="Times New Roman"/>
                <a:cs typeface="Times New Roman"/>
              </a:rPr>
              <a:t> </a:t>
            </a:r>
            <a:r>
              <a:rPr lang="en-US" sz="1200" dirty="0">
                <a:latin typeface="Times New Roman"/>
                <a:cs typeface="Times New Roman"/>
              </a:rPr>
              <a:t>of</a:t>
            </a:r>
            <a:r>
              <a:rPr lang="en-US" sz="1200" spc="50" dirty="0">
                <a:latin typeface="Times New Roman"/>
                <a:cs typeface="Times New Roman"/>
              </a:rPr>
              <a:t> </a:t>
            </a:r>
            <a:r>
              <a:rPr lang="en-US" sz="1200" dirty="0">
                <a:latin typeface="Times New Roman"/>
                <a:cs typeface="Times New Roman"/>
              </a:rPr>
              <a:t>the</a:t>
            </a:r>
            <a:r>
              <a:rPr lang="en-US" sz="1200" spc="60" dirty="0">
                <a:latin typeface="Times New Roman"/>
                <a:cs typeface="Times New Roman"/>
              </a:rPr>
              <a:t> </a:t>
            </a:r>
            <a:r>
              <a:rPr lang="en-US" sz="1200" dirty="0">
                <a:latin typeface="Times New Roman"/>
                <a:cs typeface="Times New Roman"/>
              </a:rPr>
              <a:t>suggested</a:t>
            </a:r>
            <a:r>
              <a:rPr lang="en-US" sz="1200" spc="55" dirty="0">
                <a:latin typeface="Times New Roman"/>
                <a:cs typeface="Times New Roman"/>
              </a:rPr>
              <a:t> </a:t>
            </a:r>
            <a:r>
              <a:rPr lang="en-US" sz="1200" spc="-10" dirty="0">
                <a:latin typeface="Times New Roman"/>
                <a:cs typeface="Times New Roman"/>
              </a:rPr>
              <a:t>approach.</a:t>
            </a:r>
            <a:endParaRPr lang="en-US" sz="1200" dirty="0">
              <a:latin typeface="Times New Roman"/>
              <a:cs typeface="Times New Roman"/>
            </a:endParaRPr>
          </a:p>
          <a:p>
            <a:pPr marL="12700" marR="6350" indent="456565" algn="just">
              <a:lnSpc>
                <a:spcPct val="143700"/>
              </a:lnSpc>
              <a:spcBef>
                <a:spcPts val="800"/>
              </a:spcBef>
            </a:pPr>
            <a:r>
              <a:rPr sz="1200" dirty="0" err="1">
                <a:latin typeface="Times New Roman"/>
                <a:cs typeface="Times New Roman"/>
              </a:rPr>
              <a:t>S.Shriram</a:t>
            </a:r>
            <a:r>
              <a:rPr sz="1200" dirty="0">
                <a:latin typeface="Times New Roman"/>
                <a:cs typeface="Times New Roman"/>
              </a:rPr>
              <a:t>.</a:t>
            </a:r>
            <a:r>
              <a:rPr sz="1200" spc="135" dirty="0">
                <a:latin typeface="Times New Roman"/>
                <a:cs typeface="Times New Roman"/>
              </a:rPr>
              <a:t> </a:t>
            </a:r>
            <a:r>
              <a:rPr sz="1200" dirty="0">
                <a:latin typeface="Times New Roman"/>
                <a:cs typeface="Times New Roman"/>
              </a:rPr>
              <a:t>[2]</a:t>
            </a:r>
            <a:r>
              <a:rPr sz="1200" spc="90" dirty="0">
                <a:latin typeface="Times New Roman"/>
                <a:cs typeface="Times New Roman"/>
              </a:rPr>
              <a:t> </a:t>
            </a:r>
            <a:r>
              <a:rPr sz="1200" dirty="0">
                <a:latin typeface="Times New Roman"/>
                <a:cs typeface="Times New Roman"/>
              </a:rPr>
              <a:t>The</a:t>
            </a:r>
            <a:r>
              <a:rPr sz="1200" spc="130" dirty="0">
                <a:latin typeface="Times New Roman"/>
                <a:cs typeface="Times New Roman"/>
              </a:rPr>
              <a:t> </a:t>
            </a:r>
            <a:r>
              <a:rPr sz="1200" dirty="0">
                <a:latin typeface="Times New Roman"/>
                <a:cs typeface="Times New Roman"/>
              </a:rPr>
              <a:t>current</a:t>
            </a:r>
            <a:r>
              <a:rPr sz="1200" spc="135" dirty="0">
                <a:latin typeface="Times New Roman"/>
                <a:cs typeface="Times New Roman"/>
              </a:rPr>
              <a:t> </a:t>
            </a:r>
            <a:r>
              <a:rPr sz="1200" dirty="0">
                <a:latin typeface="Times New Roman"/>
                <a:cs typeface="Times New Roman"/>
              </a:rPr>
              <a:t>construction</a:t>
            </a:r>
            <a:r>
              <a:rPr sz="1200" spc="135" dirty="0">
                <a:latin typeface="Times New Roman"/>
                <a:cs typeface="Times New Roman"/>
              </a:rPr>
              <a:t> </a:t>
            </a:r>
            <a:r>
              <a:rPr sz="1200" dirty="0">
                <a:latin typeface="Times New Roman"/>
                <a:cs typeface="Times New Roman"/>
              </a:rPr>
              <a:t>is</a:t>
            </a:r>
            <a:r>
              <a:rPr sz="1200" spc="135" dirty="0">
                <a:latin typeface="Times New Roman"/>
                <a:cs typeface="Times New Roman"/>
              </a:rPr>
              <a:t> </a:t>
            </a:r>
            <a:r>
              <a:rPr sz="1200" dirty="0">
                <a:latin typeface="Times New Roman"/>
                <a:cs typeface="Times New Roman"/>
              </a:rPr>
              <a:t>contained</a:t>
            </a:r>
            <a:r>
              <a:rPr sz="1200" spc="135" dirty="0">
                <a:latin typeface="Times New Roman"/>
                <a:cs typeface="Times New Roman"/>
              </a:rPr>
              <a:t> </a:t>
            </a:r>
            <a:r>
              <a:rPr sz="1200" dirty="0">
                <a:latin typeface="Times New Roman"/>
                <a:cs typeface="Times New Roman"/>
              </a:rPr>
              <a:t>a</a:t>
            </a:r>
            <a:r>
              <a:rPr sz="1200" spc="130" dirty="0">
                <a:latin typeface="Times New Roman"/>
                <a:cs typeface="Times New Roman"/>
              </a:rPr>
              <a:t> </a:t>
            </a:r>
            <a:r>
              <a:rPr sz="1200" dirty="0">
                <a:latin typeface="Times New Roman"/>
                <a:cs typeface="Times New Roman"/>
              </a:rPr>
              <a:t>nonexclusive</a:t>
            </a:r>
            <a:r>
              <a:rPr sz="1200" spc="125" dirty="0">
                <a:latin typeface="Times New Roman"/>
                <a:cs typeface="Times New Roman"/>
              </a:rPr>
              <a:t> </a:t>
            </a:r>
            <a:r>
              <a:rPr sz="1200" dirty="0">
                <a:latin typeface="Times New Roman"/>
                <a:cs typeface="Times New Roman"/>
              </a:rPr>
              <a:t>mouse</a:t>
            </a:r>
            <a:r>
              <a:rPr sz="1200" spc="130" dirty="0">
                <a:latin typeface="Times New Roman"/>
                <a:cs typeface="Times New Roman"/>
              </a:rPr>
              <a:t> </a:t>
            </a:r>
            <a:r>
              <a:rPr sz="1200" dirty="0">
                <a:latin typeface="Times New Roman"/>
                <a:cs typeface="Times New Roman"/>
              </a:rPr>
              <a:t>and</a:t>
            </a:r>
            <a:r>
              <a:rPr sz="1200" spc="135" dirty="0">
                <a:latin typeface="Times New Roman"/>
                <a:cs typeface="Times New Roman"/>
              </a:rPr>
              <a:t> </a:t>
            </a:r>
            <a:r>
              <a:rPr sz="1200" dirty="0">
                <a:latin typeface="Times New Roman"/>
                <a:cs typeface="Times New Roman"/>
              </a:rPr>
              <a:t>track</a:t>
            </a:r>
            <a:r>
              <a:rPr sz="1200" spc="135" dirty="0">
                <a:latin typeface="Times New Roman"/>
                <a:cs typeface="Times New Roman"/>
              </a:rPr>
              <a:t> </a:t>
            </a:r>
            <a:r>
              <a:rPr sz="1200" spc="-25" dirty="0">
                <a:latin typeface="Times New Roman"/>
                <a:cs typeface="Times New Roman"/>
              </a:rPr>
              <a:t>pad </a:t>
            </a:r>
            <a:r>
              <a:rPr sz="1200" dirty="0">
                <a:latin typeface="Times New Roman"/>
                <a:cs typeface="Times New Roman"/>
              </a:rPr>
              <a:t>screen</a:t>
            </a:r>
            <a:r>
              <a:rPr sz="1200" spc="200" dirty="0">
                <a:latin typeface="Times New Roman"/>
                <a:cs typeface="Times New Roman"/>
              </a:rPr>
              <a:t> </a:t>
            </a:r>
            <a:r>
              <a:rPr sz="1200" dirty="0">
                <a:latin typeface="Times New Roman"/>
                <a:cs typeface="Times New Roman"/>
              </a:rPr>
              <a:t>control</a:t>
            </a:r>
            <a:r>
              <a:rPr sz="1200" spc="195" dirty="0">
                <a:latin typeface="Times New Roman"/>
                <a:cs typeface="Times New Roman"/>
              </a:rPr>
              <a:t> </a:t>
            </a:r>
            <a:r>
              <a:rPr sz="1200" dirty="0">
                <a:latin typeface="Times New Roman"/>
                <a:cs typeface="Times New Roman"/>
              </a:rPr>
              <a:t>framework,</a:t>
            </a:r>
            <a:r>
              <a:rPr sz="1200" spc="195" dirty="0">
                <a:latin typeface="Times New Roman"/>
                <a:cs typeface="Times New Roman"/>
              </a:rPr>
              <a:t> </a:t>
            </a:r>
            <a:r>
              <a:rPr sz="1200" dirty="0">
                <a:latin typeface="Times New Roman"/>
                <a:cs typeface="Times New Roman"/>
              </a:rPr>
              <a:t>as</a:t>
            </a:r>
            <a:r>
              <a:rPr sz="1200" spc="195" dirty="0">
                <a:latin typeface="Times New Roman"/>
                <a:cs typeface="Times New Roman"/>
              </a:rPr>
              <a:t> </a:t>
            </a:r>
            <a:r>
              <a:rPr sz="1200" dirty="0">
                <a:latin typeface="Times New Roman"/>
                <a:cs typeface="Times New Roman"/>
              </a:rPr>
              <a:t>well</a:t>
            </a:r>
            <a:r>
              <a:rPr sz="1200" spc="200" dirty="0">
                <a:latin typeface="Times New Roman"/>
                <a:cs typeface="Times New Roman"/>
              </a:rPr>
              <a:t> </a:t>
            </a:r>
            <a:r>
              <a:rPr sz="1200" dirty="0">
                <a:latin typeface="Times New Roman"/>
                <a:cs typeface="Times New Roman"/>
              </a:rPr>
              <a:t>as</a:t>
            </a:r>
            <a:r>
              <a:rPr sz="1200" spc="195" dirty="0">
                <a:latin typeface="Times New Roman"/>
                <a:cs typeface="Times New Roman"/>
              </a:rPr>
              <a:t> </a:t>
            </a:r>
            <a:r>
              <a:rPr sz="1200" dirty="0">
                <a:latin typeface="Times New Roman"/>
                <a:cs typeface="Times New Roman"/>
              </a:rPr>
              <a:t>the</a:t>
            </a:r>
            <a:r>
              <a:rPr sz="1200" spc="190" dirty="0">
                <a:latin typeface="Times New Roman"/>
                <a:cs typeface="Times New Roman"/>
              </a:rPr>
              <a:t> </a:t>
            </a:r>
            <a:r>
              <a:rPr sz="1200" dirty="0">
                <a:latin typeface="Times New Roman"/>
                <a:cs typeface="Times New Roman"/>
              </a:rPr>
              <a:t>mishap</a:t>
            </a:r>
            <a:r>
              <a:rPr sz="1200" spc="195" dirty="0">
                <a:latin typeface="Times New Roman"/>
                <a:cs typeface="Times New Roman"/>
              </a:rPr>
              <a:t> </a:t>
            </a:r>
            <a:r>
              <a:rPr sz="1200" dirty="0">
                <a:latin typeface="Times New Roman"/>
                <a:cs typeface="Times New Roman"/>
              </a:rPr>
              <a:t>of</a:t>
            </a:r>
            <a:r>
              <a:rPr sz="1200" spc="190" dirty="0">
                <a:latin typeface="Times New Roman"/>
                <a:cs typeface="Times New Roman"/>
              </a:rPr>
              <a:t> </a:t>
            </a:r>
            <a:r>
              <a:rPr sz="1200" dirty="0">
                <a:latin typeface="Times New Roman"/>
                <a:cs typeface="Times New Roman"/>
              </a:rPr>
              <a:t>a</a:t>
            </a:r>
            <a:r>
              <a:rPr sz="1200" spc="190" dirty="0">
                <a:latin typeface="Times New Roman"/>
                <a:cs typeface="Times New Roman"/>
              </a:rPr>
              <a:t> </a:t>
            </a:r>
            <a:r>
              <a:rPr sz="1200" dirty="0">
                <a:latin typeface="Times New Roman"/>
                <a:cs typeface="Times New Roman"/>
              </a:rPr>
              <a:t>hand</a:t>
            </a:r>
            <a:r>
              <a:rPr sz="1200" spc="195" dirty="0">
                <a:latin typeface="Times New Roman"/>
                <a:cs typeface="Times New Roman"/>
              </a:rPr>
              <a:t> </a:t>
            </a:r>
            <a:r>
              <a:rPr sz="1200" dirty="0">
                <a:latin typeface="Times New Roman"/>
                <a:cs typeface="Times New Roman"/>
              </a:rPr>
              <a:t>development</a:t>
            </a:r>
            <a:r>
              <a:rPr sz="1200" spc="190" dirty="0">
                <a:latin typeface="Times New Roman"/>
                <a:cs typeface="Times New Roman"/>
              </a:rPr>
              <a:t> </a:t>
            </a:r>
            <a:r>
              <a:rPr sz="1200" dirty="0">
                <a:latin typeface="Times New Roman"/>
                <a:cs typeface="Times New Roman"/>
              </a:rPr>
              <a:t>control</a:t>
            </a:r>
            <a:r>
              <a:rPr sz="1200" spc="195" dirty="0">
                <a:latin typeface="Times New Roman"/>
                <a:cs typeface="Times New Roman"/>
              </a:rPr>
              <a:t> </a:t>
            </a:r>
            <a:r>
              <a:rPr sz="1200" dirty="0">
                <a:latin typeface="Times New Roman"/>
                <a:cs typeface="Times New Roman"/>
              </a:rPr>
              <a:t>structure.</a:t>
            </a:r>
            <a:r>
              <a:rPr sz="1200" spc="165" dirty="0">
                <a:latin typeface="Times New Roman"/>
                <a:cs typeface="Times New Roman"/>
              </a:rPr>
              <a:t> </a:t>
            </a:r>
            <a:r>
              <a:rPr sz="1200" spc="-25" dirty="0">
                <a:latin typeface="Times New Roman"/>
                <a:cs typeface="Times New Roman"/>
              </a:rPr>
              <a:t>The </a:t>
            </a:r>
            <a:r>
              <a:rPr sz="1200" dirty="0">
                <a:latin typeface="Times New Roman"/>
                <a:cs typeface="Times New Roman"/>
              </a:rPr>
              <a:t>utilization</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hand</a:t>
            </a:r>
            <a:r>
              <a:rPr sz="1200" spc="25" dirty="0">
                <a:latin typeface="Times New Roman"/>
                <a:cs typeface="Times New Roman"/>
              </a:rPr>
              <a:t> </a:t>
            </a:r>
            <a:r>
              <a:rPr sz="1200" dirty="0">
                <a:latin typeface="Times New Roman"/>
                <a:cs typeface="Times New Roman"/>
              </a:rPr>
              <a:t>development</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get</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screen</a:t>
            </a:r>
            <a:r>
              <a:rPr sz="1200" spc="25"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nice</a:t>
            </a:r>
            <a:r>
              <a:rPr sz="1200" spc="15" dirty="0">
                <a:latin typeface="Times New Roman"/>
                <a:cs typeface="Times New Roman"/>
              </a:rPr>
              <a:t> </a:t>
            </a:r>
            <a:r>
              <a:rPr sz="1200" dirty="0">
                <a:latin typeface="Times New Roman"/>
                <a:cs typeface="Times New Roman"/>
              </a:rPr>
              <a:t>ways</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unimaginable.</a:t>
            </a:r>
            <a:r>
              <a:rPr sz="1200" spc="25" dirty="0">
                <a:latin typeface="Times New Roman"/>
                <a:cs typeface="Times New Roman"/>
              </a:rPr>
              <a:t> </a:t>
            </a:r>
            <a:r>
              <a:rPr sz="1200" dirty="0">
                <a:latin typeface="Times New Roman"/>
                <a:cs typeface="Times New Roman"/>
              </a:rPr>
              <a:t>No</a:t>
            </a:r>
            <a:r>
              <a:rPr sz="1200" spc="25" dirty="0">
                <a:latin typeface="Times New Roman"/>
                <a:cs typeface="Times New Roman"/>
              </a:rPr>
              <a:t> </a:t>
            </a:r>
            <a:r>
              <a:rPr sz="1200" spc="-10" dirty="0">
                <a:latin typeface="Times New Roman"/>
                <a:cs typeface="Times New Roman"/>
              </a:rPr>
              <a:t>matter </a:t>
            </a:r>
            <a:r>
              <a:rPr sz="1200" dirty="0">
                <a:latin typeface="Times New Roman"/>
                <a:cs typeface="Times New Roman"/>
              </a:rPr>
              <a:t>what</a:t>
            </a:r>
            <a:r>
              <a:rPr sz="1200" spc="-25" dirty="0">
                <a:latin typeface="Times New Roman"/>
                <a:cs typeface="Times New Roman"/>
              </a:rPr>
              <a:t> </a:t>
            </a:r>
            <a:r>
              <a:rPr sz="1200" dirty="0">
                <a:latin typeface="Times New Roman"/>
                <a:cs typeface="Times New Roman"/>
              </a:rPr>
              <a:t>how</a:t>
            </a:r>
            <a:r>
              <a:rPr sz="1200" spc="-25"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basically</a:t>
            </a:r>
            <a:r>
              <a:rPr sz="1200" spc="-25" dirty="0">
                <a:latin typeface="Times New Roman"/>
                <a:cs typeface="Times New Roman"/>
              </a:rPr>
              <a:t> </a:t>
            </a:r>
            <a:r>
              <a:rPr sz="1200" dirty="0">
                <a:latin typeface="Times New Roman"/>
                <a:cs typeface="Times New Roman"/>
              </a:rPr>
              <a:t>attempting</a:t>
            </a:r>
            <a:r>
              <a:rPr sz="1200" spc="-2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execute,</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degree</a:t>
            </a:r>
            <a:r>
              <a:rPr sz="1200" spc="-2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just</a:t>
            </a:r>
            <a:r>
              <a:rPr sz="1200" spc="-15" dirty="0">
                <a:latin typeface="Times New Roman"/>
                <a:cs typeface="Times New Roman"/>
              </a:rPr>
              <a:t> </a:t>
            </a:r>
            <a:r>
              <a:rPr sz="1200" dirty="0">
                <a:latin typeface="Times New Roman"/>
                <a:cs typeface="Times New Roman"/>
              </a:rPr>
              <a:t>restricted</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virtual</a:t>
            </a:r>
            <a:r>
              <a:rPr sz="1200" spc="-25" dirty="0">
                <a:latin typeface="Times New Roman"/>
                <a:cs typeface="Times New Roman"/>
              </a:rPr>
              <a:t> </a:t>
            </a:r>
            <a:r>
              <a:rPr sz="1200" dirty="0">
                <a:latin typeface="Times New Roman"/>
                <a:cs typeface="Times New Roman"/>
              </a:rPr>
              <a:t>mouse</a:t>
            </a:r>
            <a:r>
              <a:rPr sz="1200" spc="-25" dirty="0">
                <a:latin typeface="Times New Roman"/>
                <a:cs typeface="Times New Roman"/>
              </a:rPr>
              <a:t> </a:t>
            </a:r>
            <a:r>
              <a:rPr sz="1200" spc="-10" dirty="0">
                <a:latin typeface="Times New Roman"/>
                <a:cs typeface="Times New Roman"/>
              </a:rPr>
              <a:t>field.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current</a:t>
            </a:r>
            <a:r>
              <a:rPr sz="1200" spc="55" dirty="0">
                <a:latin typeface="Times New Roman"/>
                <a:cs typeface="Times New Roman"/>
              </a:rPr>
              <a:t> </a:t>
            </a:r>
            <a:r>
              <a:rPr sz="1200" dirty="0">
                <a:latin typeface="Times New Roman"/>
                <a:cs typeface="Times New Roman"/>
              </a:rPr>
              <a:t>virtual</a:t>
            </a:r>
            <a:r>
              <a:rPr sz="1200" spc="55" dirty="0">
                <a:latin typeface="Times New Roman"/>
                <a:cs typeface="Times New Roman"/>
              </a:rPr>
              <a:t> </a:t>
            </a:r>
            <a:r>
              <a:rPr sz="1200" dirty="0">
                <a:latin typeface="Times New Roman"/>
                <a:cs typeface="Times New Roman"/>
              </a:rPr>
              <a:t>mouse</a:t>
            </a:r>
            <a:r>
              <a:rPr sz="1200" spc="50" dirty="0">
                <a:latin typeface="Times New Roman"/>
                <a:cs typeface="Times New Roman"/>
              </a:rPr>
              <a:t> </a:t>
            </a:r>
            <a:r>
              <a:rPr sz="1200" dirty="0">
                <a:latin typeface="Times New Roman"/>
                <a:cs typeface="Times New Roman"/>
              </a:rPr>
              <a:t>control</a:t>
            </a:r>
            <a:r>
              <a:rPr sz="1200" spc="50" dirty="0">
                <a:latin typeface="Times New Roman"/>
                <a:cs typeface="Times New Roman"/>
              </a:rPr>
              <a:t> </a:t>
            </a:r>
            <a:r>
              <a:rPr sz="1200" dirty="0">
                <a:latin typeface="Times New Roman"/>
                <a:cs typeface="Times New Roman"/>
              </a:rPr>
              <a:t>structure</a:t>
            </a:r>
            <a:r>
              <a:rPr sz="1200" spc="50" dirty="0">
                <a:latin typeface="Times New Roman"/>
                <a:cs typeface="Times New Roman"/>
              </a:rPr>
              <a:t> </a:t>
            </a:r>
            <a:r>
              <a:rPr sz="1200" dirty="0">
                <a:latin typeface="Times New Roman"/>
                <a:cs typeface="Times New Roman"/>
              </a:rPr>
              <a:t>contains</a:t>
            </a:r>
            <a:r>
              <a:rPr sz="1200" spc="50" dirty="0">
                <a:latin typeface="Times New Roman"/>
                <a:cs typeface="Times New Roman"/>
              </a:rPr>
              <a:t> </a:t>
            </a:r>
            <a:r>
              <a:rPr sz="1200" dirty="0">
                <a:latin typeface="Times New Roman"/>
                <a:cs typeface="Times New Roman"/>
              </a:rPr>
              <a:t>direct</a:t>
            </a:r>
            <a:r>
              <a:rPr sz="1200" spc="55" dirty="0">
                <a:latin typeface="Times New Roman"/>
                <a:cs typeface="Times New Roman"/>
              </a:rPr>
              <a:t> </a:t>
            </a:r>
            <a:r>
              <a:rPr sz="1200" dirty="0">
                <a:latin typeface="Times New Roman"/>
                <a:cs typeface="Times New Roman"/>
              </a:rPr>
              <a:t>mouse</a:t>
            </a:r>
            <a:r>
              <a:rPr sz="1200" spc="45" dirty="0">
                <a:latin typeface="Times New Roman"/>
                <a:cs typeface="Times New Roman"/>
              </a:rPr>
              <a:t> </a:t>
            </a:r>
            <a:r>
              <a:rPr sz="1200" dirty="0">
                <a:latin typeface="Times New Roman"/>
                <a:cs typeface="Times New Roman"/>
              </a:rPr>
              <a:t>tasks</a:t>
            </a:r>
            <a:r>
              <a:rPr sz="1200" spc="55" dirty="0">
                <a:latin typeface="Times New Roman"/>
                <a:cs typeface="Times New Roman"/>
              </a:rPr>
              <a:t> </a:t>
            </a:r>
            <a:r>
              <a:rPr sz="1200" dirty="0">
                <a:latin typeface="Times New Roman"/>
                <a:cs typeface="Times New Roman"/>
              </a:rPr>
              <a:t>utilizing</a:t>
            </a:r>
            <a:r>
              <a:rPr sz="1200" spc="5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hand</a:t>
            </a:r>
            <a:r>
              <a:rPr sz="1200" spc="55" dirty="0">
                <a:latin typeface="Times New Roman"/>
                <a:cs typeface="Times New Roman"/>
              </a:rPr>
              <a:t> </a:t>
            </a:r>
            <a:r>
              <a:rPr sz="1200" spc="-10" dirty="0">
                <a:latin typeface="Times New Roman"/>
                <a:cs typeface="Times New Roman"/>
              </a:rPr>
              <a:t>attestation </a:t>
            </a:r>
            <a:r>
              <a:rPr sz="1200" dirty="0">
                <a:latin typeface="Times New Roman"/>
                <a:cs typeface="Times New Roman"/>
              </a:rPr>
              <a:t>framework,</a:t>
            </a:r>
            <a:r>
              <a:rPr sz="1200" spc="3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which</a:t>
            </a:r>
            <a:r>
              <a:rPr sz="1200" spc="40" dirty="0">
                <a:latin typeface="Times New Roman"/>
                <a:cs typeface="Times New Roman"/>
              </a:rPr>
              <a:t> </a:t>
            </a:r>
            <a:r>
              <a:rPr sz="1200" dirty="0">
                <a:latin typeface="Times New Roman"/>
                <a:cs typeface="Times New Roman"/>
              </a:rPr>
              <a:t>we</a:t>
            </a:r>
            <a:r>
              <a:rPr sz="1200" spc="40" dirty="0">
                <a:latin typeface="Times New Roman"/>
                <a:cs typeface="Times New Roman"/>
              </a:rPr>
              <a:t> </a:t>
            </a:r>
            <a:r>
              <a:rPr sz="1200" dirty="0">
                <a:latin typeface="Times New Roman"/>
                <a:cs typeface="Times New Roman"/>
              </a:rPr>
              <a:t>have</a:t>
            </a:r>
            <a:r>
              <a:rPr sz="1200" spc="35" dirty="0">
                <a:latin typeface="Times New Roman"/>
                <a:cs typeface="Times New Roman"/>
              </a:rPr>
              <a:t> </a:t>
            </a:r>
            <a:r>
              <a:rPr sz="1200" dirty="0">
                <a:latin typeface="Times New Roman"/>
                <a:cs typeface="Times New Roman"/>
              </a:rPr>
              <a:t>some</a:t>
            </a:r>
            <a:r>
              <a:rPr sz="1200" spc="35" dirty="0">
                <a:latin typeface="Times New Roman"/>
                <a:cs typeface="Times New Roman"/>
              </a:rPr>
              <a:t> </a:t>
            </a:r>
            <a:r>
              <a:rPr sz="1200" dirty="0">
                <a:latin typeface="Times New Roman"/>
                <a:cs typeface="Times New Roman"/>
              </a:rPr>
              <a:t>control</a:t>
            </a:r>
            <a:r>
              <a:rPr sz="1200" spc="50" dirty="0">
                <a:latin typeface="Times New Roman"/>
                <a:cs typeface="Times New Roman"/>
              </a:rPr>
              <a:t> </a:t>
            </a:r>
            <a:r>
              <a:rPr sz="1200" dirty="0">
                <a:latin typeface="Times New Roman"/>
                <a:cs typeface="Times New Roman"/>
              </a:rPr>
              <a:t>over</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mouse</a:t>
            </a:r>
            <a:r>
              <a:rPr sz="1200" spc="35" dirty="0">
                <a:latin typeface="Times New Roman"/>
                <a:cs typeface="Times New Roman"/>
              </a:rPr>
              <a:t> </a:t>
            </a:r>
            <a:r>
              <a:rPr sz="1200" dirty="0">
                <a:latin typeface="Times New Roman"/>
                <a:cs typeface="Times New Roman"/>
              </a:rPr>
              <a:t>pointer,</a:t>
            </a:r>
            <a:r>
              <a:rPr sz="1200" spc="40" dirty="0">
                <a:latin typeface="Times New Roman"/>
                <a:cs typeface="Times New Roman"/>
              </a:rPr>
              <a:t> </a:t>
            </a:r>
            <a:r>
              <a:rPr sz="1200" dirty="0">
                <a:latin typeface="Times New Roman"/>
                <a:cs typeface="Times New Roman"/>
              </a:rPr>
              <a:t>left</a:t>
            </a:r>
            <a:r>
              <a:rPr sz="1200" spc="35" dirty="0">
                <a:latin typeface="Times New Roman"/>
                <a:cs typeface="Times New Roman"/>
              </a:rPr>
              <a:t> </a:t>
            </a:r>
            <a:r>
              <a:rPr sz="1200" dirty="0">
                <a:latin typeface="Times New Roman"/>
                <a:cs typeface="Times New Roman"/>
              </a:rPr>
              <a:t>click,</a:t>
            </a:r>
            <a:r>
              <a:rPr sz="1200" spc="40" dirty="0">
                <a:latin typeface="Times New Roman"/>
                <a:cs typeface="Times New Roman"/>
              </a:rPr>
              <a:t> </a:t>
            </a:r>
            <a:r>
              <a:rPr sz="1200" dirty="0">
                <a:latin typeface="Times New Roman"/>
                <a:cs typeface="Times New Roman"/>
              </a:rPr>
              <a:t>right</a:t>
            </a:r>
            <a:r>
              <a:rPr sz="1200" spc="40" dirty="0">
                <a:latin typeface="Times New Roman"/>
                <a:cs typeface="Times New Roman"/>
              </a:rPr>
              <a:t> </a:t>
            </a:r>
            <a:r>
              <a:rPr sz="1200" dirty="0">
                <a:latin typeface="Times New Roman"/>
                <a:cs typeface="Times New Roman"/>
              </a:rPr>
              <a:t>snap,</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20" dirty="0">
                <a:latin typeface="Times New Roman"/>
                <a:cs typeface="Times New Roman"/>
              </a:rPr>
              <a:t>drag </a:t>
            </a:r>
            <a:r>
              <a:rPr sz="1200" dirty="0">
                <a:latin typeface="Times New Roman"/>
                <a:cs typeface="Times New Roman"/>
              </a:rPr>
              <a:t>etc.</a:t>
            </a:r>
            <a:r>
              <a:rPr sz="1200" spc="90" dirty="0">
                <a:latin typeface="Times New Roman"/>
                <a:cs typeface="Times New Roman"/>
              </a:rPr>
              <a:t> </a:t>
            </a:r>
            <a:r>
              <a:rPr sz="1200" dirty="0">
                <a:latin typeface="Times New Roman"/>
                <a:cs typeface="Times New Roman"/>
              </a:rPr>
              <a:t>The</a:t>
            </a:r>
            <a:r>
              <a:rPr sz="1200" spc="120" dirty="0">
                <a:latin typeface="Times New Roman"/>
                <a:cs typeface="Times New Roman"/>
              </a:rPr>
              <a:t> </a:t>
            </a:r>
            <a:r>
              <a:rPr sz="1200" dirty="0">
                <a:latin typeface="Times New Roman"/>
                <a:cs typeface="Times New Roman"/>
              </a:rPr>
              <a:t>utilization</a:t>
            </a:r>
            <a:r>
              <a:rPr sz="1200" spc="125" dirty="0">
                <a:latin typeface="Times New Roman"/>
                <a:cs typeface="Times New Roman"/>
              </a:rPr>
              <a:t> </a:t>
            </a:r>
            <a:r>
              <a:rPr sz="1200" dirty="0">
                <a:latin typeface="Times New Roman"/>
                <a:cs typeface="Times New Roman"/>
              </a:rPr>
              <a:t>of</a:t>
            </a:r>
            <a:r>
              <a:rPr sz="1200" spc="120" dirty="0">
                <a:latin typeface="Times New Roman"/>
                <a:cs typeface="Times New Roman"/>
              </a:rPr>
              <a:t> </a:t>
            </a:r>
            <a:r>
              <a:rPr sz="1200" dirty="0">
                <a:latin typeface="Times New Roman"/>
                <a:cs typeface="Times New Roman"/>
              </a:rPr>
              <a:t>hand</a:t>
            </a:r>
            <a:r>
              <a:rPr sz="1200" spc="125" dirty="0">
                <a:latin typeface="Times New Roman"/>
                <a:cs typeface="Times New Roman"/>
              </a:rPr>
              <a:t> </a:t>
            </a:r>
            <a:r>
              <a:rPr sz="1200" dirty="0">
                <a:latin typeface="Times New Roman"/>
                <a:cs typeface="Times New Roman"/>
              </a:rPr>
              <a:t>confirmation</a:t>
            </a:r>
            <a:r>
              <a:rPr sz="1200" spc="125" dirty="0">
                <a:latin typeface="Times New Roman"/>
                <a:cs typeface="Times New Roman"/>
              </a:rPr>
              <a:t> </a:t>
            </a:r>
            <a:r>
              <a:rPr sz="1200" dirty="0">
                <a:latin typeface="Times New Roman"/>
                <a:cs typeface="Times New Roman"/>
              </a:rPr>
              <a:t>in</a:t>
            </a:r>
            <a:r>
              <a:rPr sz="1200" spc="130" dirty="0">
                <a:latin typeface="Times New Roman"/>
                <a:cs typeface="Times New Roman"/>
              </a:rPr>
              <a:t> </a:t>
            </a:r>
            <a:r>
              <a:rPr sz="1200" dirty="0">
                <a:latin typeface="Times New Roman"/>
                <a:cs typeface="Times New Roman"/>
              </a:rPr>
              <a:t>the</a:t>
            </a:r>
            <a:r>
              <a:rPr sz="1200" spc="114" dirty="0">
                <a:latin typeface="Times New Roman"/>
                <a:cs typeface="Times New Roman"/>
              </a:rPr>
              <a:t> </a:t>
            </a:r>
            <a:r>
              <a:rPr sz="1200" dirty="0">
                <a:latin typeface="Times New Roman"/>
                <a:cs typeface="Times New Roman"/>
              </a:rPr>
              <a:t>future</a:t>
            </a:r>
            <a:r>
              <a:rPr sz="1200" spc="120" dirty="0">
                <a:latin typeface="Times New Roman"/>
                <a:cs typeface="Times New Roman"/>
              </a:rPr>
              <a:t> </a:t>
            </a:r>
            <a:r>
              <a:rPr sz="1200" dirty="0">
                <a:latin typeface="Times New Roman"/>
                <a:cs typeface="Times New Roman"/>
              </a:rPr>
              <a:t>won't</a:t>
            </a:r>
            <a:r>
              <a:rPr sz="1200" spc="130" dirty="0">
                <a:latin typeface="Times New Roman"/>
                <a:cs typeface="Times New Roman"/>
              </a:rPr>
              <a:t> </a:t>
            </a:r>
            <a:r>
              <a:rPr sz="1200" dirty="0">
                <a:latin typeface="Times New Roman"/>
                <a:cs typeface="Times New Roman"/>
              </a:rPr>
              <a:t>be</a:t>
            </a:r>
            <a:r>
              <a:rPr sz="1200" spc="120" dirty="0">
                <a:latin typeface="Times New Roman"/>
                <a:cs typeface="Times New Roman"/>
              </a:rPr>
              <a:t> </a:t>
            </a:r>
            <a:r>
              <a:rPr sz="1200" dirty="0">
                <a:latin typeface="Times New Roman"/>
                <a:cs typeface="Times New Roman"/>
              </a:rPr>
              <a:t>utilized.</a:t>
            </a:r>
            <a:r>
              <a:rPr sz="1200" spc="125" dirty="0">
                <a:latin typeface="Times New Roman"/>
                <a:cs typeface="Times New Roman"/>
              </a:rPr>
              <a:t> </a:t>
            </a:r>
            <a:r>
              <a:rPr sz="1200" dirty="0">
                <a:latin typeface="Times New Roman"/>
                <a:cs typeface="Times New Roman"/>
              </a:rPr>
              <a:t>Despite</a:t>
            </a:r>
            <a:r>
              <a:rPr sz="1200" spc="120" dirty="0">
                <a:latin typeface="Times New Roman"/>
                <a:cs typeface="Times New Roman"/>
              </a:rPr>
              <a:t> </a:t>
            </a:r>
            <a:r>
              <a:rPr sz="1200" dirty="0">
                <a:latin typeface="Times New Roman"/>
                <a:cs typeface="Times New Roman"/>
              </a:rPr>
              <a:t>how</a:t>
            </a:r>
            <a:r>
              <a:rPr sz="1200" spc="125" dirty="0">
                <a:latin typeface="Times New Roman"/>
                <a:cs typeface="Times New Roman"/>
              </a:rPr>
              <a:t> </a:t>
            </a:r>
            <a:r>
              <a:rPr sz="1200" dirty="0">
                <a:latin typeface="Times New Roman"/>
                <a:cs typeface="Times New Roman"/>
              </a:rPr>
              <a:t>there</a:t>
            </a:r>
            <a:r>
              <a:rPr sz="1200" spc="120" dirty="0">
                <a:latin typeface="Times New Roman"/>
                <a:cs typeface="Times New Roman"/>
              </a:rPr>
              <a:t> </a:t>
            </a:r>
            <a:r>
              <a:rPr sz="1200" dirty="0">
                <a:latin typeface="Times New Roman"/>
                <a:cs typeface="Times New Roman"/>
              </a:rPr>
              <a:t>are</a:t>
            </a:r>
            <a:r>
              <a:rPr sz="1200" spc="130" dirty="0">
                <a:latin typeface="Times New Roman"/>
                <a:cs typeface="Times New Roman"/>
              </a:rPr>
              <a:t> </a:t>
            </a:r>
            <a:r>
              <a:rPr sz="1200" spc="-50" dirty="0">
                <a:latin typeface="Times New Roman"/>
                <a:cs typeface="Times New Roman"/>
              </a:rPr>
              <a:t>a </a:t>
            </a:r>
            <a:r>
              <a:rPr sz="1200" spc="-10" dirty="0">
                <a:latin typeface="Times New Roman"/>
                <a:cs typeface="Times New Roman"/>
              </a:rPr>
              <a:t>gathering</a:t>
            </a:r>
            <a:r>
              <a:rPr sz="1200" spc="-4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0" dirty="0">
                <a:latin typeface="Times New Roman"/>
                <a:cs typeface="Times New Roman"/>
              </a:rPr>
              <a:t>frameworks</a:t>
            </a:r>
            <a:r>
              <a:rPr sz="1200" spc="-25" dirty="0">
                <a:latin typeface="Times New Roman"/>
                <a:cs typeface="Times New Roman"/>
              </a:rPr>
              <a:t> </a:t>
            </a:r>
            <a:r>
              <a:rPr sz="1200" spc="-10" dirty="0">
                <a:latin typeface="Times New Roman"/>
                <a:cs typeface="Times New Roman"/>
              </a:rPr>
              <a:t>for</a:t>
            </a:r>
            <a:r>
              <a:rPr sz="1200" spc="-50" dirty="0">
                <a:latin typeface="Times New Roman"/>
                <a:cs typeface="Times New Roman"/>
              </a:rPr>
              <a:t> </a:t>
            </a:r>
            <a:r>
              <a:rPr sz="1200" dirty="0">
                <a:latin typeface="Times New Roman"/>
                <a:cs typeface="Times New Roman"/>
              </a:rPr>
              <a:t>hand</a:t>
            </a:r>
            <a:r>
              <a:rPr sz="1200" spc="-25" dirty="0">
                <a:latin typeface="Times New Roman"/>
                <a:cs typeface="Times New Roman"/>
              </a:rPr>
              <a:t> </a:t>
            </a:r>
            <a:r>
              <a:rPr sz="1200" spc="-10" dirty="0">
                <a:latin typeface="Times New Roman"/>
                <a:cs typeface="Times New Roman"/>
              </a:rPr>
              <a:t>certification,</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construction</a:t>
            </a:r>
            <a:r>
              <a:rPr sz="1200" spc="-35" dirty="0">
                <a:latin typeface="Times New Roman"/>
                <a:cs typeface="Times New Roman"/>
              </a:rPr>
              <a:t> </a:t>
            </a:r>
            <a:r>
              <a:rPr sz="1200" spc="-10" dirty="0">
                <a:latin typeface="Times New Roman"/>
                <a:cs typeface="Times New Roman"/>
              </a:rPr>
              <a:t>they</a:t>
            </a:r>
            <a:r>
              <a:rPr sz="1200" spc="-40" dirty="0">
                <a:latin typeface="Times New Roman"/>
                <a:cs typeface="Times New Roman"/>
              </a:rPr>
              <a:t> </a:t>
            </a:r>
            <a:r>
              <a:rPr sz="1200" spc="-10" dirty="0">
                <a:latin typeface="Times New Roman"/>
                <a:cs typeface="Times New Roman"/>
              </a:rPr>
              <a:t>utilized</a:t>
            </a:r>
            <a:r>
              <a:rPr sz="1200" spc="-2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spc="-10" dirty="0">
                <a:latin typeface="Times New Roman"/>
                <a:cs typeface="Times New Roman"/>
              </a:rPr>
              <a:t>static</a:t>
            </a:r>
            <a:r>
              <a:rPr sz="1200" spc="-40" dirty="0">
                <a:latin typeface="Times New Roman"/>
                <a:cs typeface="Times New Roman"/>
              </a:rPr>
              <a:t> </a:t>
            </a:r>
            <a:r>
              <a:rPr sz="1200" spc="-10" dirty="0">
                <a:latin typeface="Times New Roman"/>
                <a:cs typeface="Times New Roman"/>
              </a:rPr>
              <a:t>hand</a:t>
            </a:r>
            <a:r>
              <a:rPr sz="1200" spc="-40" dirty="0">
                <a:latin typeface="Times New Roman"/>
                <a:cs typeface="Times New Roman"/>
              </a:rPr>
              <a:t> </a:t>
            </a:r>
            <a:r>
              <a:rPr sz="1200" spc="-10" dirty="0">
                <a:latin typeface="Times New Roman"/>
                <a:cs typeface="Times New Roman"/>
              </a:rPr>
              <a:t>attestation, </a:t>
            </a:r>
            <a:r>
              <a:rPr sz="1200" dirty="0">
                <a:latin typeface="Times New Roman"/>
                <a:cs typeface="Times New Roman"/>
              </a:rPr>
              <a:t>which</a:t>
            </a:r>
            <a:r>
              <a:rPr sz="1200" spc="-50"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just</a:t>
            </a:r>
            <a:r>
              <a:rPr sz="1200" spc="-40"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spc="-10" dirty="0">
                <a:latin typeface="Times New Roman"/>
                <a:cs typeface="Times New Roman"/>
              </a:rPr>
              <a:t>confirmation</a:t>
            </a:r>
            <a:r>
              <a:rPr sz="1200" spc="-4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shape</a:t>
            </a:r>
            <a:r>
              <a:rPr sz="1200" spc="-50" dirty="0">
                <a:latin typeface="Times New Roman"/>
                <a:cs typeface="Times New Roman"/>
              </a:rPr>
              <a:t> </a:t>
            </a:r>
            <a:r>
              <a:rPr sz="1200" dirty="0">
                <a:latin typeface="Times New Roman"/>
                <a:cs typeface="Times New Roman"/>
              </a:rPr>
              <a:t>made</a:t>
            </a:r>
            <a:r>
              <a:rPr sz="1200" spc="-50" dirty="0">
                <a:latin typeface="Times New Roman"/>
                <a:cs typeface="Times New Roman"/>
              </a:rPr>
              <a:t> </a:t>
            </a:r>
            <a:r>
              <a:rPr sz="1200" dirty="0">
                <a:latin typeface="Times New Roman"/>
                <a:cs typeface="Times New Roman"/>
              </a:rPr>
              <a:t>by</a:t>
            </a:r>
            <a:r>
              <a:rPr sz="1200" spc="-4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hand</a:t>
            </a:r>
            <a:r>
              <a:rPr sz="1200" spc="-4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meaning</a:t>
            </a:r>
            <a:r>
              <a:rPr sz="1200" spc="-4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10" dirty="0">
                <a:latin typeface="Times New Roman"/>
                <a:cs typeface="Times New Roman"/>
              </a:rPr>
              <a:t>activity</a:t>
            </a:r>
            <a:r>
              <a:rPr sz="1200" spc="-45"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dirty="0">
                <a:latin typeface="Times New Roman"/>
                <a:cs typeface="Times New Roman"/>
              </a:rPr>
              <a:t>each</a:t>
            </a:r>
            <a:r>
              <a:rPr sz="1200" spc="-45" dirty="0">
                <a:latin typeface="Times New Roman"/>
                <a:cs typeface="Times New Roman"/>
              </a:rPr>
              <a:t> </a:t>
            </a:r>
            <a:r>
              <a:rPr sz="1200" spc="-10" dirty="0">
                <a:latin typeface="Times New Roman"/>
                <a:cs typeface="Times New Roman"/>
              </a:rPr>
              <a:t>shape </a:t>
            </a:r>
            <a:r>
              <a:rPr sz="1200" dirty="0">
                <a:latin typeface="Times New Roman"/>
                <a:cs typeface="Times New Roman"/>
              </a:rPr>
              <a:t>made,</a:t>
            </a:r>
            <a:r>
              <a:rPr sz="1200" spc="-10" dirty="0">
                <a:latin typeface="Times New Roman"/>
                <a:cs typeface="Times New Roman"/>
              </a:rPr>
              <a:t> </a:t>
            </a:r>
            <a:r>
              <a:rPr sz="1200" dirty="0">
                <a:latin typeface="Times New Roman"/>
                <a:cs typeface="Times New Roman"/>
              </a:rPr>
              <a:t>which</a:t>
            </a:r>
            <a:r>
              <a:rPr sz="1200" spc="-5"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restricted</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few depicted</a:t>
            </a:r>
            <a:r>
              <a:rPr sz="1200" spc="5" dirty="0">
                <a:latin typeface="Times New Roman"/>
                <a:cs typeface="Times New Roman"/>
              </a:rPr>
              <a:t> </a:t>
            </a:r>
            <a:r>
              <a:rPr sz="1200" dirty="0">
                <a:latin typeface="Times New Roman"/>
                <a:cs typeface="Times New Roman"/>
              </a:rPr>
              <a:t>activities</a:t>
            </a:r>
            <a:r>
              <a:rPr sz="1200" spc="-1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makes</a:t>
            </a:r>
            <a:r>
              <a:rPr sz="1200" spc="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great deal</a:t>
            </a:r>
            <a:r>
              <a:rPr sz="1200" spc="-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unsettling</a:t>
            </a:r>
            <a:r>
              <a:rPr sz="1200" spc="-5" dirty="0">
                <a:latin typeface="Times New Roman"/>
                <a:cs typeface="Times New Roman"/>
              </a:rPr>
              <a:t> </a:t>
            </a:r>
            <a:r>
              <a:rPr sz="1200" spc="-10" dirty="0">
                <a:latin typeface="Times New Roman"/>
                <a:cs typeface="Times New Roman"/>
              </a:rPr>
              <a:t>influence. </a:t>
            </a:r>
            <a:r>
              <a:rPr sz="1200" dirty="0">
                <a:latin typeface="Times New Roman"/>
                <a:cs typeface="Times New Roman"/>
              </a:rPr>
              <a:t>As</a:t>
            </a:r>
            <a:r>
              <a:rPr sz="1200" spc="85" dirty="0">
                <a:latin typeface="Times New Roman"/>
                <a:cs typeface="Times New Roman"/>
              </a:rPr>
              <a:t> </a:t>
            </a:r>
            <a:r>
              <a:rPr sz="1200" dirty="0">
                <a:latin typeface="Times New Roman"/>
                <a:cs typeface="Times New Roman"/>
              </a:rPr>
              <a:t>progression</a:t>
            </a:r>
            <a:r>
              <a:rPr sz="1200" spc="85" dirty="0">
                <a:latin typeface="Times New Roman"/>
                <a:cs typeface="Times New Roman"/>
              </a:rPr>
              <a:t> </a:t>
            </a:r>
            <a:r>
              <a:rPr sz="1200" dirty="0">
                <a:latin typeface="Times New Roman"/>
                <a:cs typeface="Times New Roman"/>
              </a:rPr>
              <a:t>drives,</a:t>
            </a:r>
            <a:r>
              <a:rPr sz="1200" spc="95" dirty="0">
                <a:latin typeface="Times New Roman"/>
                <a:cs typeface="Times New Roman"/>
              </a:rPr>
              <a:t> </a:t>
            </a:r>
            <a:r>
              <a:rPr sz="1200" dirty="0">
                <a:latin typeface="Times New Roman"/>
                <a:cs typeface="Times New Roman"/>
              </a:rPr>
              <a:t>there</a:t>
            </a:r>
            <a:r>
              <a:rPr sz="1200" spc="80" dirty="0">
                <a:latin typeface="Times New Roman"/>
                <a:cs typeface="Times New Roman"/>
              </a:rPr>
              <a:t> </a:t>
            </a:r>
            <a:r>
              <a:rPr sz="1200" dirty="0">
                <a:latin typeface="Times New Roman"/>
                <a:cs typeface="Times New Roman"/>
              </a:rPr>
              <a:t>are</a:t>
            </a:r>
            <a:r>
              <a:rPr sz="1200" spc="85" dirty="0">
                <a:latin typeface="Times New Roman"/>
                <a:cs typeface="Times New Roman"/>
              </a:rPr>
              <a:t> </a:t>
            </a:r>
            <a:r>
              <a:rPr sz="1200" dirty="0">
                <a:latin typeface="Times New Roman"/>
                <a:cs typeface="Times New Roman"/>
              </a:rPr>
              <a:t>something</a:t>
            </a:r>
            <a:r>
              <a:rPr sz="1200" spc="100" dirty="0">
                <a:latin typeface="Times New Roman"/>
                <a:cs typeface="Times New Roman"/>
              </a:rPr>
              <a:t> </a:t>
            </a:r>
            <a:r>
              <a:rPr sz="1200" dirty="0">
                <a:latin typeface="Times New Roman"/>
                <a:cs typeface="Times New Roman"/>
              </a:rPr>
              <a:t>else</a:t>
            </a:r>
            <a:r>
              <a:rPr sz="1200" spc="75" dirty="0">
                <a:latin typeface="Times New Roman"/>
                <a:cs typeface="Times New Roman"/>
              </a:rPr>
              <a:t> </a:t>
            </a:r>
            <a:r>
              <a:rPr sz="1200" dirty="0">
                <a:latin typeface="Times New Roman"/>
                <a:cs typeface="Times New Roman"/>
              </a:rPr>
              <a:t>and</a:t>
            </a:r>
            <a:r>
              <a:rPr sz="1200" spc="90" dirty="0">
                <a:latin typeface="Times New Roman"/>
                <a:cs typeface="Times New Roman"/>
              </a:rPr>
              <a:t> </a:t>
            </a:r>
            <a:r>
              <a:rPr sz="1200" dirty="0">
                <a:latin typeface="Times New Roman"/>
                <a:cs typeface="Times New Roman"/>
              </a:rPr>
              <a:t>more</a:t>
            </a:r>
            <a:r>
              <a:rPr sz="1200" spc="80" dirty="0">
                <a:latin typeface="Times New Roman"/>
                <a:cs typeface="Times New Roman"/>
              </a:rPr>
              <a:t> </a:t>
            </a:r>
            <a:r>
              <a:rPr sz="1200" dirty="0">
                <a:latin typeface="Times New Roman"/>
                <a:cs typeface="Times New Roman"/>
              </a:rPr>
              <a:t>decisions</a:t>
            </a:r>
            <a:r>
              <a:rPr sz="1200" spc="90" dirty="0">
                <a:latin typeface="Times New Roman"/>
                <a:cs typeface="Times New Roman"/>
              </a:rPr>
              <a:t> </a:t>
            </a:r>
            <a:r>
              <a:rPr sz="1200" dirty="0">
                <a:latin typeface="Times New Roman"/>
                <a:cs typeface="Times New Roman"/>
              </a:rPr>
              <a:t>rather</a:t>
            </a:r>
            <a:r>
              <a:rPr sz="1200" spc="80" dirty="0">
                <a:latin typeface="Times New Roman"/>
                <a:cs typeface="Times New Roman"/>
              </a:rPr>
              <a:t> </a:t>
            </a:r>
            <a:r>
              <a:rPr sz="1200" dirty="0">
                <a:latin typeface="Times New Roman"/>
                <a:cs typeface="Times New Roman"/>
              </a:rPr>
              <a:t>than</a:t>
            </a:r>
            <a:r>
              <a:rPr sz="1200" spc="85" dirty="0">
                <a:latin typeface="Times New Roman"/>
                <a:cs typeface="Times New Roman"/>
              </a:rPr>
              <a:t> </a:t>
            </a:r>
            <a:r>
              <a:rPr sz="1200" dirty="0">
                <a:latin typeface="Times New Roman"/>
                <a:cs typeface="Times New Roman"/>
              </a:rPr>
              <a:t>utilizing</a:t>
            </a:r>
            <a:r>
              <a:rPr sz="1200" spc="95" dirty="0">
                <a:latin typeface="Times New Roman"/>
                <a:cs typeface="Times New Roman"/>
              </a:rPr>
              <a:t> </a:t>
            </a:r>
            <a:r>
              <a:rPr sz="1200" dirty="0">
                <a:latin typeface="Times New Roman"/>
                <a:cs typeface="Times New Roman"/>
              </a:rPr>
              <a:t>a</a:t>
            </a:r>
            <a:r>
              <a:rPr sz="1200" spc="80" dirty="0">
                <a:latin typeface="Times New Roman"/>
                <a:cs typeface="Times New Roman"/>
              </a:rPr>
              <a:t> </a:t>
            </a:r>
            <a:r>
              <a:rPr sz="1200" spc="-10" dirty="0">
                <a:latin typeface="Times New Roman"/>
                <a:cs typeface="Times New Roman"/>
              </a:rPr>
              <a:t>mouse. </a:t>
            </a:r>
            <a:r>
              <a:rPr sz="1200" dirty="0">
                <a:latin typeface="Times New Roman"/>
                <a:cs typeface="Times New Roman"/>
              </a:rPr>
              <a:t>Coming</a:t>
            </a:r>
            <a:r>
              <a:rPr sz="1200" spc="-20" dirty="0">
                <a:latin typeface="Times New Roman"/>
                <a:cs typeface="Times New Roman"/>
              </a:rPr>
              <a:t> </a:t>
            </a:r>
            <a:r>
              <a:rPr sz="1200" dirty="0">
                <a:latin typeface="Times New Roman"/>
                <a:cs typeface="Times New Roman"/>
              </a:rPr>
              <a:t>up</a:t>
            </a:r>
            <a:r>
              <a:rPr sz="1200" spc="-15"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piece</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techniques</a:t>
            </a:r>
            <a:r>
              <a:rPr sz="1200" spc="-2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were</a:t>
            </a:r>
            <a:r>
              <a:rPr sz="1200" spc="-25" dirty="0">
                <a:latin typeface="Times New Roman"/>
                <a:cs typeface="Times New Roman"/>
              </a:rPr>
              <a:t> </a:t>
            </a:r>
            <a:r>
              <a:rPr sz="1200" spc="-10" dirty="0">
                <a:latin typeface="Times New Roman"/>
                <a:cs typeface="Times New Roman"/>
              </a:rPr>
              <a:t>used:-</a:t>
            </a:r>
            <a:endParaRPr lang="en-US" sz="1200" spc="-10" dirty="0">
              <a:latin typeface="Times New Roman"/>
              <a:cs typeface="Times New Roman"/>
            </a:endParaRPr>
          </a:p>
          <a:p>
            <a:pPr marL="12700" marR="6350" indent="456565" algn="just">
              <a:lnSpc>
                <a:spcPct val="143700"/>
              </a:lnSpc>
              <a:spcBef>
                <a:spcPts val="800"/>
              </a:spcBef>
            </a:pPr>
            <a:r>
              <a:rPr sz="1200" dirty="0">
                <a:latin typeface="Times New Roman"/>
                <a:cs typeface="Times New Roman"/>
              </a:rPr>
              <a:t>1)</a:t>
            </a:r>
            <a:r>
              <a:rPr sz="1200" spc="-45" dirty="0">
                <a:latin typeface="Times New Roman"/>
                <a:cs typeface="Times New Roman"/>
              </a:rPr>
              <a:t> </a:t>
            </a:r>
            <a:r>
              <a:rPr sz="1200" dirty="0">
                <a:latin typeface="Times New Roman"/>
                <a:cs typeface="Times New Roman"/>
              </a:rPr>
              <a:t>Camera</a:t>
            </a:r>
            <a:r>
              <a:rPr sz="1200" spc="-40" dirty="0">
                <a:latin typeface="Times New Roman"/>
                <a:cs typeface="Times New Roman"/>
              </a:rPr>
              <a:t> </a:t>
            </a:r>
            <a:r>
              <a:rPr sz="1200" dirty="0">
                <a:latin typeface="Times New Roman"/>
                <a:cs typeface="Times New Roman"/>
              </a:rPr>
              <a:t>Used</a:t>
            </a:r>
            <a:r>
              <a:rPr sz="1200" spc="-4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spc="-10" dirty="0">
                <a:latin typeface="Times New Roman"/>
                <a:cs typeface="Times New Roman"/>
              </a:rPr>
              <a:t>Virtual</a:t>
            </a:r>
            <a:r>
              <a:rPr sz="1200" spc="-35" dirty="0">
                <a:latin typeface="Times New Roman"/>
                <a:cs typeface="Times New Roman"/>
              </a:rPr>
              <a:t> </a:t>
            </a:r>
            <a:r>
              <a:rPr sz="1200" dirty="0">
                <a:latin typeface="Times New Roman"/>
                <a:cs typeface="Times New Roman"/>
              </a:rPr>
              <a:t>Gesture</a:t>
            </a:r>
            <a:r>
              <a:rPr sz="1200" spc="-40" dirty="0">
                <a:latin typeface="Times New Roman"/>
                <a:cs typeface="Times New Roman"/>
              </a:rPr>
              <a:t> </a:t>
            </a:r>
            <a:r>
              <a:rPr sz="1200" dirty="0">
                <a:latin typeface="Times New Roman"/>
                <a:cs typeface="Times New Roman"/>
              </a:rPr>
              <a:t>Mouse</a:t>
            </a:r>
            <a:r>
              <a:rPr sz="1200" spc="-40" dirty="0">
                <a:latin typeface="Times New Roman"/>
                <a:cs typeface="Times New Roman"/>
              </a:rPr>
              <a:t> </a:t>
            </a:r>
            <a:r>
              <a:rPr sz="1200" dirty="0">
                <a:latin typeface="Times New Roman"/>
                <a:cs typeface="Times New Roman"/>
              </a:rPr>
              <a:t>project:</a:t>
            </a:r>
            <a:r>
              <a:rPr sz="1200" spc="-30" dirty="0">
                <a:latin typeface="Times New Roman"/>
                <a:cs typeface="Times New Roman"/>
              </a:rPr>
              <a:t> </a:t>
            </a:r>
            <a:r>
              <a:rPr sz="1200" dirty="0">
                <a:latin typeface="Times New Roman"/>
                <a:cs typeface="Times New Roman"/>
              </a:rPr>
              <a:t>Open-</a:t>
            </a:r>
            <a:r>
              <a:rPr sz="1200" spc="-45" dirty="0">
                <a:latin typeface="Times New Roman"/>
                <a:cs typeface="Times New Roman"/>
              </a:rPr>
              <a:t> </a:t>
            </a:r>
            <a:r>
              <a:rPr sz="1200" dirty="0">
                <a:latin typeface="Times New Roman"/>
                <a:cs typeface="Times New Roman"/>
              </a:rPr>
              <a:t>CV</a:t>
            </a:r>
            <a:r>
              <a:rPr sz="1200" spc="-6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python</a:t>
            </a:r>
            <a:r>
              <a:rPr sz="1200" spc="-25" dirty="0">
                <a:latin typeface="Times New Roman"/>
                <a:cs typeface="Times New Roman"/>
              </a:rPr>
              <a:t> </a:t>
            </a:r>
            <a:r>
              <a:rPr sz="1200" dirty="0">
                <a:latin typeface="Times New Roman"/>
                <a:cs typeface="Times New Roman"/>
              </a:rPr>
              <a:t>vision</a:t>
            </a:r>
            <a:r>
              <a:rPr sz="1200" spc="-30" dirty="0">
                <a:latin typeface="Times New Roman"/>
                <a:cs typeface="Times New Roman"/>
              </a:rPr>
              <a:t> </a:t>
            </a:r>
            <a:r>
              <a:rPr sz="1200" dirty="0">
                <a:latin typeface="Times New Roman"/>
                <a:cs typeface="Times New Roman"/>
              </a:rPr>
              <a:t>library</a:t>
            </a:r>
            <a:r>
              <a:rPr sz="1200" spc="-45" dirty="0">
                <a:latin typeface="Times New Roman"/>
                <a:cs typeface="Times New Roman"/>
              </a:rPr>
              <a:t> </a:t>
            </a:r>
            <a:r>
              <a:rPr sz="1200" spc="-20" dirty="0">
                <a:latin typeface="Times New Roman"/>
                <a:cs typeface="Times New Roman"/>
              </a:rPr>
              <a:t>that contains</a:t>
            </a:r>
            <a:r>
              <a:rPr sz="1200" spc="-55" dirty="0">
                <a:latin typeface="Times New Roman"/>
                <a:cs typeface="Times New Roman"/>
              </a:rPr>
              <a:t> </a:t>
            </a:r>
            <a:r>
              <a:rPr sz="1200" dirty="0">
                <a:latin typeface="Times New Roman"/>
                <a:cs typeface="Times New Roman"/>
              </a:rPr>
              <a:t>Associate</a:t>
            </a:r>
            <a:r>
              <a:rPr sz="1200" spc="-75" dirty="0">
                <a:latin typeface="Times New Roman"/>
                <a:cs typeface="Times New Roman"/>
              </a:rPr>
              <a:t> </a:t>
            </a:r>
            <a:r>
              <a:rPr sz="1200" dirty="0">
                <a:latin typeface="Times New Roman"/>
                <a:cs typeface="Times New Roman"/>
              </a:rPr>
              <a:t>in</a:t>
            </a:r>
            <a:r>
              <a:rPr sz="1200" spc="-6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20" dirty="0">
                <a:latin typeface="Times New Roman"/>
                <a:cs typeface="Times New Roman"/>
              </a:rPr>
              <a:t>organized</a:t>
            </a:r>
            <a:r>
              <a:rPr sz="1200" spc="-55" dirty="0">
                <a:latin typeface="Times New Roman"/>
                <a:cs typeface="Times New Roman"/>
              </a:rPr>
              <a:t> </a:t>
            </a:r>
            <a:r>
              <a:rPr sz="1200" dirty="0">
                <a:latin typeface="Times New Roman"/>
                <a:cs typeface="Times New Roman"/>
              </a:rPr>
              <a:t>AI</a:t>
            </a:r>
            <a:r>
              <a:rPr sz="1200" spc="-30" dirty="0">
                <a:latin typeface="Times New Roman"/>
                <a:cs typeface="Times New Roman"/>
              </a:rPr>
              <a:t> </a:t>
            </a:r>
            <a:r>
              <a:rPr sz="1200" dirty="0">
                <a:latin typeface="Times New Roman"/>
                <a:cs typeface="Times New Roman"/>
              </a:rPr>
              <a:t>virtual</a:t>
            </a:r>
            <a:r>
              <a:rPr sz="1200" spc="-35" dirty="0">
                <a:latin typeface="Times New Roman"/>
                <a:cs typeface="Times New Roman"/>
              </a:rPr>
              <a:t> </a:t>
            </a:r>
            <a:r>
              <a:rPr sz="1200" dirty="0">
                <a:latin typeface="Times New Roman"/>
                <a:cs typeface="Times New Roman"/>
              </a:rPr>
              <a:t>mouse</a:t>
            </a:r>
            <a:r>
              <a:rPr sz="1200" spc="-40" dirty="0">
                <a:latin typeface="Times New Roman"/>
                <a:cs typeface="Times New Roman"/>
              </a:rPr>
              <a:t> </a:t>
            </a:r>
            <a:r>
              <a:rPr sz="1200" spc="-10" dirty="0">
                <a:latin typeface="Times New Roman"/>
                <a:cs typeface="Times New Roman"/>
              </a:rPr>
              <a:t>structure</a:t>
            </a:r>
            <a:r>
              <a:rPr sz="1200" spc="-30" dirty="0">
                <a:latin typeface="Times New Roman"/>
                <a:cs typeface="Times New Roman"/>
              </a:rPr>
              <a:t> </a:t>
            </a:r>
            <a:r>
              <a:rPr sz="1200" dirty="0">
                <a:latin typeface="Times New Roman"/>
                <a:cs typeface="Times New Roman"/>
              </a:rPr>
              <a:t>depends</a:t>
            </a:r>
            <a:r>
              <a:rPr sz="1200" spc="-35" dirty="0">
                <a:latin typeface="Times New Roman"/>
                <a:cs typeface="Times New Roman"/>
              </a:rPr>
              <a:t> </a:t>
            </a:r>
            <a:r>
              <a:rPr sz="1200" dirty="0">
                <a:latin typeface="Times New Roman"/>
                <a:cs typeface="Times New Roman"/>
              </a:rPr>
              <a:t>upon</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edges</a:t>
            </a:r>
            <a:r>
              <a:rPr sz="1200" spc="-35"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are</a:t>
            </a:r>
            <a:r>
              <a:rPr sz="1200" spc="-40" dirty="0">
                <a:latin typeface="Times New Roman"/>
                <a:cs typeface="Times New Roman"/>
              </a:rPr>
              <a:t> </a:t>
            </a:r>
            <a:r>
              <a:rPr sz="1200" spc="-10" dirty="0">
                <a:latin typeface="Times New Roman"/>
                <a:cs typeface="Times New Roman"/>
              </a:rPr>
              <a:t>gotten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camera</a:t>
            </a:r>
            <a:r>
              <a:rPr sz="1200" spc="-25" dirty="0">
                <a:latin typeface="Times New Roman"/>
                <a:cs typeface="Times New Roman"/>
              </a:rPr>
              <a:t> </a:t>
            </a:r>
            <a:r>
              <a:rPr sz="1200" spc="-10" dirty="0">
                <a:latin typeface="Times New Roman"/>
                <a:cs typeface="Times New Roman"/>
              </a:rPr>
              <a:t>in</a:t>
            </a:r>
            <a:r>
              <a:rPr sz="1200" spc="-70" dirty="0">
                <a:latin typeface="Times New Roman"/>
                <a:cs typeface="Times New Roman"/>
              </a:rPr>
              <a:t> </a:t>
            </a:r>
            <a:r>
              <a:rPr sz="1200" dirty="0">
                <a:latin typeface="Times New Roman"/>
                <a:cs typeface="Times New Roman"/>
              </a:rPr>
              <a:t>Associate</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nursing</a:t>
            </a:r>
            <a:r>
              <a:rPr sz="1200" spc="-15" dirty="0">
                <a:latin typeface="Times New Roman"/>
                <a:cs typeface="Times New Roman"/>
              </a:rPr>
              <a:t> </a:t>
            </a:r>
            <a:r>
              <a:rPr sz="1200" dirty="0">
                <a:latin typeface="Times New Roman"/>
                <a:cs typeface="Times New Roman"/>
              </a:rPr>
              <a:t>passing</a:t>
            </a:r>
            <a:r>
              <a:rPr sz="1200" spc="-20" dirty="0">
                <a:latin typeface="Times New Roman"/>
                <a:cs typeface="Times New Roman"/>
              </a:rPr>
              <a:t> </a:t>
            </a:r>
            <a:r>
              <a:rPr sz="1200" spc="-10" dirty="0">
                <a:latin typeface="Times New Roman"/>
                <a:cs typeface="Times New Roman"/>
              </a:rPr>
              <a:t>computer.</a:t>
            </a:r>
            <a:endParaRPr lang="en-US" sz="1200" spc="-10" dirty="0">
              <a:latin typeface="Times New Roman"/>
              <a:cs typeface="Times New Roman"/>
            </a:endParaRPr>
          </a:p>
          <a:p>
            <a:pPr marL="12700" marR="5080" indent="456565" algn="just">
              <a:lnSpc>
                <a:spcPct val="143700"/>
              </a:lnSpc>
              <a:spcBef>
                <a:spcPts val="810"/>
              </a:spcBef>
            </a:pPr>
            <a:r>
              <a:rPr lang="en-US" sz="1200" spc="-10" dirty="0">
                <a:latin typeface="Times New Roman"/>
                <a:cs typeface="Times New Roman"/>
              </a:rPr>
              <a:t>2) </a:t>
            </a:r>
            <a:r>
              <a:rPr lang="en-US" sz="1200" dirty="0">
                <a:latin typeface="Times New Roman"/>
                <a:cs typeface="Times New Roman"/>
              </a:rPr>
              <a:t>Providing</a:t>
            </a:r>
            <a:r>
              <a:rPr lang="en-US" sz="1200" spc="100" dirty="0">
                <a:latin typeface="Times New Roman"/>
                <a:cs typeface="Times New Roman"/>
              </a:rPr>
              <a:t> </a:t>
            </a:r>
            <a:r>
              <a:rPr lang="en-US" sz="1200" dirty="0">
                <a:latin typeface="Times New Roman"/>
                <a:cs typeface="Times New Roman"/>
              </a:rPr>
              <a:t>Input:</a:t>
            </a:r>
            <a:r>
              <a:rPr lang="en-US" sz="1200" spc="105" dirty="0">
                <a:latin typeface="Times New Roman"/>
                <a:cs typeface="Times New Roman"/>
              </a:rPr>
              <a:t> </a:t>
            </a:r>
            <a:r>
              <a:rPr lang="en-US" sz="1200" dirty="0">
                <a:latin typeface="Times New Roman"/>
                <a:cs typeface="Times New Roman"/>
              </a:rPr>
              <a:t>Pictures</a:t>
            </a:r>
            <a:r>
              <a:rPr lang="en-US" sz="1200" spc="105" dirty="0">
                <a:latin typeface="Times New Roman"/>
                <a:cs typeface="Times New Roman"/>
              </a:rPr>
              <a:t> </a:t>
            </a:r>
            <a:r>
              <a:rPr lang="en-US" sz="1200" dirty="0">
                <a:latin typeface="Times New Roman"/>
                <a:cs typeface="Times New Roman"/>
              </a:rPr>
              <a:t>in</a:t>
            </a:r>
            <a:r>
              <a:rPr lang="en-US" sz="1200" spc="110" dirty="0">
                <a:latin typeface="Times New Roman"/>
                <a:cs typeface="Times New Roman"/>
              </a:rPr>
              <a:t> </a:t>
            </a:r>
            <a:r>
              <a:rPr lang="en-US" sz="1200" dirty="0">
                <a:latin typeface="Times New Roman"/>
                <a:cs typeface="Times New Roman"/>
              </a:rPr>
              <a:t>Computer</a:t>
            </a:r>
            <a:r>
              <a:rPr lang="en-US" sz="1200" spc="65" dirty="0">
                <a:latin typeface="Times New Roman"/>
                <a:cs typeface="Times New Roman"/>
              </a:rPr>
              <a:t> </a:t>
            </a:r>
            <a:r>
              <a:rPr lang="en-US" sz="1200" dirty="0">
                <a:latin typeface="Times New Roman"/>
                <a:cs typeface="Times New Roman"/>
              </a:rPr>
              <a:t>Vision</a:t>
            </a:r>
            <a:r>
              <a:rPr lang="en-US" sz="1200" spc="105" dirty="0">
                <a:latin typeface="Times New Roman"/>
                <a:cs typeface="Times New Roman"/>
              </a:rPr>
              <a:t> </a:t>
            </a:r>
            <a:r>
              <a:rPr lang="en-US" sz="1200" dirty="0">
                <a:latin typeface="Times New Roman"/>
                <a:cs typeface="Times New Roman"/>
              </a:rPr>
              <a:t>are</a:t>
            </a:r>
            <a:r>
              <a:rPr lang="en-US" sz="1200" spc="95" dirty="0">
                <a:latin typeface="Times New Roman"/>
                <a:cs typeface="Times New Roman"/>
              </a:rPr>
              <a:t> </a:t>
            </a:r>
            <a:r>
              <a:rPr lang="en-US" sz="1200" dirty="0">
                <a:latin typeface="Times New Roman"/>
                <a:cs typeface="Times New Roman"/>
              </a:rPr>
              <a:t>portrayed</a:t>
            </a:r>
            <a:r>
              <a:rPr lang="en-US" sz="1200" spc="105" dirty="0">
                <a:latin typeface="Times New Roman"/>
                <a:cs typeface="Times New Roman"/>
              </a:rPr>
              <a:t> </a:t>
            </a:r>
            <a:r>
              <a:rPr lang="en-US" sz="1200" dirty="0">
                <a:latin typeface="Times New Roman"/>
                <a:cs typeface="Times New Roman"/>
              </a:rPr>
              <a:t>as</a:t>
            </a:r>
            <a:r>
              <a:rPr lang="en-US" sz="1200" spc="105" dirty="0">
                <a:latin typeface="Times New Roman"/>
                <a:cs typeface="Times New Roman"/>
              </a:rPr>
              <a:t> </a:t>
            </a:r>
            <a:r>
              <a:rPr lang="en-US" sz="1200" dirty="0">
                <a:latin typeface="Times New Roman"/>
                <a:cs typeface="Times New Roman"/>
              </a:rPr>
              <a:t>associations</a:t>
            </a:r>
            <a:r>
              <a:rPr lang="en-US" sz="1200" spc="105" dirty="0">
                <a:latin typeface="Times New Roman"/>
                <a:cs typeface="Times New Roman"/>
              </a:rPr>
              <a:t> </a:t>
            </a:r>
            <a:r>
              <a:rPr lang="en-US" sz="1200" dirty="0">
                <a:latin typeface="Times New Roman"/>
                <a:cs typeface="Times New Roman"/>
              </a:rPr>
              <a:t>of</a:t>
            </a:r>
            <a:r>
              <a:rPr lang="en-US" sz="1200" spc="100" dirty="0">
                <a:latin typeface="Times New Roman"/>
                <a:cs typeface="Times New Roman"/>
              </a:rPr>
              <a:t> </a:t>
            </a:r>
            <a:r>
              <a:rPr lang="en-US" sz="1200" spc="-10" dirty="0">
                <a:latin typeface="Times New Roman"/>
                <a:cs typeface="Times New Roman"/>
              </a:rPr>
              <a:t>numbers </a:t>
            </a:r>
            <a:r>
              <a:rPr lang="en-US" sz="1200" dirty="0">
                <a:latin typeface="Times New Roman"/>
                <a:cs typeface="Times New Roman"/>
              </a:rPr>
              <a:t>watching</a:t>
            </a:r>
            <a:r>
              <a:rPr lang="en-US" sz="1200" spc="-15" dirty="0">
                <a:latin typeface="Times New Roman"/>
                <a:cs typeface="Times New Roman"/>
              </a:rPr>
              <a:t> </a:t>
            </a:r>
            <a:r>
              <a:rPr lang="en-US" sz="1200" dirty="0">
                <a:latin typeface="Times New Roman"/>
                <a:cs typeface="Times New Roman"/>
              </a:rPr>
              <a:t>out</a:t>
            </a:r>
            <a:r>
              <a:rPr lang="en-US" sz="1200" spc="-5" dirty="0">
                <a:latin typeface="Times New Roman"/>
                <a:cs typeface="Times New Roman"/>
              </a:rPr>
              <a:t> </a:t>
            </a:r>
            <a:r>
              <a:rPr lang="en-US" sz="1200" dirty="0">
                <a:latin typeface="Times New Roman"/>
                <a:cs typeface="Times New Roman"/>
              </a:rPr>
              <a:t>for</a:t>
            </a:r>
            <a:r>
              <a:rPr lang="en-US" sz="1200" spc="-15" dirty="0">
                <a:latin typeface="Times New Roman"/>
                <a:cs typeface="Times New Roman"/>
              </a:rPr>
              <a:t> </a:t>
            </a:r>
            <a:r>
              <a:rPr lang="en-US" sz="1200" dirty="0">
                <a:latin typeface="Times New Roman"/>
                <a:cs typeface="Times New Roman"/>
              </a:rPr>
              <a:t>the</a:t>
            </a:r>
            <a:r>
              <a:rPr lang="en-US" sz="1200" spc="-10" dirty="0">
                <a:latin typeface="Times New Roman"/>
                <a:cs typeface="Times New Roman"/>
              </a:rPr>
              <a:t> </a:t>
            </a:r>
            <a:r>
              <a:rPr lang="en-US" sz="1200" dirty="0">
                <a:latin typeface="Times New Roman"/>
                <a:cs typeface="Times New Roman"/>
              </a:rPr>
              <a:t>discrete</a:t>
            </a:r>
            <a:r>
              <a:rPr lang="en-US" sz="1200" spc="-10" dirty="0">
                <a:latin typeface="Times New Roman"/>
                <a:cs typeface="Times New Roman"/>
              </a:rPr>
              <a:t> </a:t>
            </a:r>
            <a:r>
              <a:rPr lang="en-US" sz="1200" dirty="0">
                <a:latin typeface="Times New Roman"/>
                <a:cs typeface="Times New Roman"/>
              </a:rPr>
              <a:t>eclipsing</a:t>
            </a:r>
            <a:r>
              <a:rPr lang="en-US" sz="1200" spc="-5" dirty="0">
                <a:latin typeface="Times New Roman"/>
                <a:cs typeface="Times New Roman"/>
              </a:rPr>
              <a:t> </a:t>
            </a:r>
            <a:r>
              <a:rPr lang="en-US" sz="1200" dirty="0">
                <a:latin typeface="Times New Roman"/>
                <a:cs typeface="Times New Roman"/>
              </a:rPr>
              <a:t>or</a:t>
            </a:r>
            <a:r>
              <a:rPr lang="en-US" sz="1200" spc="-15" dirty="0">
                <a:latin typeface="Times New Roman"/>
                <a:cs typeface="Times New Roman"/>
              </a:rPr>
              <a:t> </a:t>
            </a:r>
            <a:r>
              <a:rPr lang="en-US" sz="1200" dirty="0">
                <a:latin typeface="Times New Roman"/>
                <a:cs typeface="Times New Roman"/>
              </a:rPr>
              <a:t>power</a:t>
            </a:r>
            <a:r>
              <a:rPr lang="en-US" sz="1200" spc="-15" dirty="0">
                <a:latin typeface="Times New Roman"/>
                <a:cs typeface="Times New Roman"/>
              </a:rPr>
              <a:t> </a:t>
            </a:r>
            <a:r>
              <a:rPr lang="en-US" sz="1200" dirty="0">
                <a:latin typeface="Times New Roman"/>
                <a:cs typeface="Times New Roman"/>
              </a:rPr>
              <a:t>values</a:t>
            </a:r>
            <a:r>
              <a:rPr lang="en-US" sz="1200" spc="-10" dirty="0">
                <a:latin typeface="Times New Roman"/>
                <a:cs typeface="Times New Roman"/>
              </a:rPr>
              <a:t> </a:t>
            </a:r>
            <a:r>
              <a:rPr lang="en-US" sz="1200" dirty="0">
                <a:latin typeface="Times New Roman"/>
                <a:cs typeface="Times New Roman"/>
              </a:rPr>
              <a:t>present</a:t>
            </a:r>
            <a:r>
              <a:rPr lang="en-US" sz="1200" spc="-5" dirty="0">
                <a:latin typeface="Times New Roman"/>
                <a:cs typeface="Times New Roman"/>
              </a:rPr>
              <a:t> </a:t>
            </a:r>
            <a:r>
              <a:rPr lang="en-US" sz="1200" dirty="0">
                <a:latin typeface="Times New Roman"/>
                <a:cs typeface="Times New Roman"/>
              </a:rPr>
              <a:t>in</a:t>
            </a:r>
            <a:r>
              <a:rPr lang="en-US" sz="1200" spc="-10" dirty="0">
                <a:latin typeface="Times New Roman"/>
                <a:cs typeface="Times New Roman"/>
              </a:rPr>
              <a:t> </a:t>
            </a:r>
            <a:r>
              <a:rPr lang="en-US" sz="1200" dirty="0">
                <a:latin typeface="Times New Roman"/>
                <a:cs typeface="Times New Roman"/>
              </a:rPr>
              <a:t>each</a:t>
            </a:r>
            <a:r>
              <a:rPr lang="en-US" sz="1200" spc="-10" dirty="0">
                <a:latin typeface="Times New Roman"/>
                <a:cs typeface="Times New Roman"/>
              </a:rPr>
              <a:t> </a:t>
            </a:r>
            <a:r>
              <a:rPr lang="en-US" sz="1200" dirty="0">
                <a:latin typeface="Times New Roman"/>
                <a:cs typeface="Times New Roman"/>
              </a:rPr>
              <a:t>picture</a:t>
            </a:r>
            <a:r>
              <a:rPr lang="en-US" sz="1200" spc="-20" dirty="0">
                <a:latin typeface="Times New Roman"/>
                <a:cs typeface="Times New Roman"/>
              </a:rPr>
              <a:t> </a:t>
            </a:r>
            <a:r>
              <a:rPr lang="en-US" sz="1200" dirty="0">
                <a:latin typeface="Times New Roman"/>
                <a:cs typeface="Times New Roman"/>
              </a:rPr>
              <a:t>pixel.</a:t>
            </a:r>
            <a:r>
              <a:rPr lang="en-US" sz="1200" spc="-10" dirty="0">
                <a:latin typeface="Times New Roman"/>
                <a:cs typeface="Times New Roman"/>
              </a:rPr>
              <a:t> </a:t>
            </a:r>
            <a:r>
              <a:rPr lang="en-US" sz="1200" dirty="0">
                <a:latin typeface="Times New Roman"/>
                <a:cs typeface="Times New Roman"/>
              </a:rPr>
              <a:t>Each</a:t>
            </a:r>
            <a:r>
              <a:rPr lang="en-US" sz="1200" spc="-10" dirty="0">
                <a:latin typeface="Times New Roman"/>
                <a:cs typeface="Times New Roman"/>
              </a:rPr>
              <a:t> </a:t>
            </a:r>
            <a:r>
              <a:rPr lang="en-US" sz="1200" dirty="0">
                <a:latin typeface="Times New Roman"/>
                <a:cs typeface="Times New Roman"/>
              </a:rPr>
              <a:t>picture</a:t>
            </a:r>
            <a:r>
              <a:rPr lang="en-US" sz="1200" spc="-15" dirty="0">
                <a:latin typeface="Times New Roman"/>
                <a:cs typeface="Times New Roman"/>
              </a:rPr>
              <a:t> </a:t>
            </a:r>
            <a:r>
              <a:rPr lang="en-US" sz="1200" spc="-25" dirty="0">
                <a:latin typeface="Times New Roman"/>
                <a:cs typeface="Times New Roman"/>
              </a:rPr>
              <a:t>is </a:t>
            </a:r>
            <a:r>
              <a:rPr lang="en-US" sz="1200" spc="-10" dirty="0">
                <a:latin typeface="Times New Roman"/>
                <a:cs typeface="Times New Roman"/>
              </a:rPr>
              <a:t>considered</a:t>
            </a:r>
            <a:r>
              <a:rPr lang="en-US" sz="1200" spc="-30" dirty="0">
                <a:latin typeface="Times New Roman"/>
                <a:cs typeface="Times New Roman"/>
              </a:rPr>
              <a:t> </a:t>
            </a:r>
            <a:r>
              <a:rPr lang="en-US" sz="1200" dirty="0">
                <a:latin typeface="Times New Roman"/>
                <a:cs typeface="Times New Roman"/>
              </a:rPr>
              <a:t>as</a:t>
            </a:r>
            <a:r>
              <a:rPr lang="en-US" sz="1200" spc="-40" dirty="0">
                <a:latin typeface="Times New Roman"/>
                <a:cs typeface="Times New Roman"/>
              </a:rPr>
              <a:t> </a:t>
            </a:r>
            <a:r>
              <a:rPr lang="en-US" sz="1200" spc="-10" dirty="0">
                <a:latin typeface="Times New Roman"/>
                <a:cs typeface="Times New Roman"/>
              </a:rPr>
              <a:t>information</a:t>
            </a:r>
            <a:r>
              <a:rPr lang="en-US" sz="1200" spc="-40" dirty="0">
                <a:latin typeface="Times New Roman"/>
                <a:cs typeface="Times New Roman"/>
              </a:rPr>
              <a:t> </a:t>
            </a:r>
            <a:r>
              <a:rPr lang="en-US" sz="1200" spc="-10" dirty="0">
                <a:latin typeface="Times New Roman"/>
                <a:cs typeface="Times New Roman"/>
              </a:rPr>
              <a:t>displayable</a:t>
            </a:r>
            <a:r>
              <a:rPr lang="en-US" sz="1200" spc="-45" dirty="0">
                <a:latin typeface="Times New Roman"/>
                <a:cs typeface="Times New Roman"/>
              </a:rPr>
              <a:t> </a:t>
            </a:r>
            <a:r>
              <a:rPr lang="en-US" sz="1200" dirty="0">
                <a:latin typeface="Times New Roman"/>
                <a:cs typeface="Times New Roman"/>
              </a:rPr>
              <a:t>in</a:t>
            </a:r>
            <a:r>
              <a:rPr lang="en-US" sz="1200" spc="-40" dirty="0">
                <a:latin typeface="Times New Roman"/>
                <a:cs typeface="Times New Roman"/>
              </a:rPr>
              <a:t> </a:t>
            </a:r>
            <a:r>
              <a:rPr lang="en-US" sz="1200" spc="-10" dirty="0">
                <a:latin typeface="Times New Roman"/>
                <a:cs typeface="Times New Roman"/>
              </a:rPr>
              <a:t>various</a:t>
            </a:r>
            <a:r>
              <a:rPr lang="en-US" sz="1200" spc="-30" dirty="0">
                <a:latin typeface="Times New Roman"/>
                <a:cs typeface="Times New Roman"/>
              </a:rPr>
              <a:t> </a:t>
            </a:r>
            <a:r>
              <a:rPr lang="en-US" sz="1200" spc="-10" dirty="0">
                <a:latin typeface="Times New Roman"/>
                <a:cs typeface="Times New Roman"/>
              </a:rPr>
              <a:t>ways,</a:t>
            </a:r>
            <a:r>
              <a:rPr lang="en-US" sz="1200" spc="-40" dirty="0">
                <a:latin typeface="Times New Roman"/>
                <a:cs typeface="Times New Roman"/>
              </a:rPr>
              <a:t> </a:t>
            </a:r>
            <a:r>
              <a:rPr lang="en-US" sz="1200" spc="-10" dirty="0">
                <a:latin typeface="Times New Roman"/>
                <a:cs typeface="Times New Roman"/>
              </a:rPr>
              <a:t>whether</a:t>
            </a:r>
            <a:r>
              <a:rPr lang="en-US" sz="1200" spc="-45" dirty="0">
                <a:latin typeface="Times New Roman"/>
                <a:cs typeface="Times New Roman"/>
              </a:rPr>
              <a:t> </a:t>
            </a:r>
            <a:r>
              <a:rPr lang="en-US" sz="1200" dirty="0">
                <a:latin typeface="Times New Roman"/>
                <a:cs typeface="Times New Roman"/>
              </a:rPr>
              <a:t>as</a:t>
            </a:r>
            <a:r>
              <a:rPr lang="en-US" sz="1200" spc="-25" dirty="0">
                <a:latin typeface="Times New Roman"/>
                <a:cs typeface="Times New Roman"/>
              </a:rPr>
              <a:t> </a:t>
            </a:r>
            <a:r>
              <a:rPr lang="en-US" sz="1200" spc="-10" dirty="0">
                <a:latin typeface="Times New Roman"/>
                <a:cs typeface="Times New Roman"/>
              </a:rPr>
              <a:t>collections</a:t>
            </a:r>
            <a:r>
              <a:rPr lang="en-US" sz="1200" spc="-40" dirty="0">
                <a:latin typeface="Times New Roman"/>
                <a:cs typeface="Times New Roman"/>
              </a:rPr>
              <a:t> </a:t>
            </a:r>
            <a:r>
              <a:rPr lang="en-US" sz="1200" dirty="0">
                <a:latin typeface="Times New Roman"/>
                <a:cs typeface="Times New Roman"/>
              </a:rPr>
              <a:t>of</a:t>
            </a:r>
            <a:r>
              <a:rPr lang="en-US" sz="1200" spc="-45" dirty="0">
                <a:latin typeface="Times New Roman"/>
                <a:cs typeface="Times New Roman"/>
              </a:rPr>
              <a:t> </a:t>
            </a:r>
            <a:r>
              <a:rPr lang="en-US" sz="1200" spc="-10" dirty="0">
                <a:latin typeface="Times New Roman"/>
                <a:cs typeface="Times New Roman"/>
              </a:rPr>
              <a:t>pixel</a:t>
            </a:r>
            <a:r>
              <a:rPr lang="en-US" sz="1200" spc="-40" dirty="0">
                <a:latin typeface="Times New Roman"/>
                <a:cs typeface="Times New Roman"/>
              </a:rPr>
              <a:t> </a:t>
            </a:r>
            <a:r>
              <a:rPr lang="en-US" sz="1200" spc="-10" dirty="0">
                <a:latin typeface="Times New Roman"/>
                <a:cs typeface="Times New Roman"/>
              </a:rPr>
              <a:t>values</a:t>
            </a:r>
            <a:r>
              <a:rPr lang="en-US" sz="1200" spc="-45" dirty="0">
                <a:latin typeface="Times New Roman"/>
                <a:cs typeface="Times New Roman"/>
              </a:rPr>
              <a:t> </a:t>
            </a:r>
            <a:r>
              <a:rPr lang="en-US" sz="1200" dirty="0">
                <a:latin typeface="Times New Roman"/>
                <a:cs typeface="Times New Roman"/>
              </a:rPr>
              <a:t>or</a:t>
            </a:r>
            <a:r>
              <a:rPr lang="en-US" sz="1200" spc="-35" dirty="0">
                <a:latin typeface="Times New Roman"/>
                <a:cs typeface="Times New Roman"/>
              </a:rPr>
              <a:t> </a:t>
            </a:r>
            <a:r>
              <a:rPr lang="en-US" sz="1200" spc="-10" dirty="0">
                <a:latin typeface="Times New Roman"/>
                <a:cs typeface="Times New Roman"/>
              </a:rPr>
              <a:t>either </a:t>
            </a:r>
            <a:r>
              <a:rPr lang="en-US" sz="1200" dirty="0">
                <a:latin typeface="Times New Roman"/>
                <a:cs typeface="Times New Roman"/>
              </a:rPr>
              <a:t>complex</a:t>
            </a:r>
            <a:r>
              <a:rPr lang="en-US" sz="1200" spc="-25" dirty="0">
                <a:latin typeface="Times New Roman"/>
                <a:cs typeface="Times New Roman"/>
              </a:rPr>
              <a:t> </a:t>
            </a:r>
            <a:r>
              <a:rPr lang="en-US" sz="1200" dirty="0">
                <a:latin typeface="Times New Roman"/>
                <a:cs typeface="Times New Roman"/>
              </a:rPr>
              <a:t>plots</a:t>
            </a:r>
            <a:r>
              <a:rPr lang="en-US" sz="1200" spc="-25" dirty="0">
                <a:latin typeface="Times New Roman"/>
                <a:cs typeface="Times New Roman"/>
              </a:rPr>
              <a:t> </a:t>
            </a:r>
            <a:r>
              <a:rPr lang="en-US" sz="1200" dirty="0">
                <a:latin typeface="Times New Roman"/>
                <a:cs typeface="Times New Roman"/>
              </a:rPr>
              <a:t>keeping</a:t>
            </a:r>
            <a:r>
              <a:rPr lang="en-US" sz="1200" spc="-20" dirty="0">
                <a:latin typeface="Times New Roman"/>
                <a:cs typeface="Times New Roman"/>
              </a:rPr>
              <a:t> </a:t>
            </a:r>
            <a:r>
              <a:rPr lang="en-US" sz="1200" dirty="0">
                <a:latin typeface="Times New Roman"/>
                <a:cs typeface="Times New Roman"/>
              </a:rPr>
              <a:t>an</a:t>
            </a:r>
            <a:r>
              <a:rPr lang="en-US" sz="1200" spc="-20" dirty="0">
                <a:latin typeface="Times New Roman"/>
                <a:cs typeface="Times New Roman"/>
              </a:rPr>
              <a:t> </a:t>
            </a:r>
            <a:r>
              <a:rPr lang="en-US" sz="1200" dirty="0">
                <a:latin typeface="Times New Roman"/>
                <a:cs typeface="Times New Roman"/>
              </a:rPr>
              <a:t>eye</a:t>
            </a:r>
            <a:r>
              <a:rPr lang="en-US" sz="1200" spc="-25" dirty="0">
                <a:latin typeface="Times New Roman"/>
                <a:cs typeface="Times New Roman"/>
              </a:rPr>
              <a:t> </a:t>
            </a:r>
            <a:r>
              <a:rPr lang="en-US" sz="1200" dirty="0">
                <a:latin typeface="Times New Roman"/>
                <a:cs typeface="Times New Roman"/>
              </a:rPr>
              <a:t>on</a:t>
            </a:r>
            <a:r>
              <a:rPr lang="en-US" sz="1200" spc="-20" dirty="0">
                <a:latin typeface="Times New Roman"/>
                <a:cs typeface="Times New Roman"/>
              </a:rPr>
              <a:t> </a:t>
            </a:r>
            <a:r>
              <a:rPr lang="en-US" sz="1200" dirty="0">
                <a:latin typeface="Times New Roman"/>
                <a:cs typeface="Times New Roman"/>
              </a:rPr>
              <a:t>the</a:t>
            </a:r>
            <a:r>
              <a:rPr lang="en-US" sz="1200" spc="-20" dirty="0">
                <a:latin typeface="Times New Roman"/>
                <a:cs typeface="Times New Roman"/>
              </a:rPr>
              <a:t> </a:t>
            </a:r>
            <a:r>
              <a:rPr lang="en-US" sz="1200" dirty="0">
                <a:latin typeface="Times New Roman"/>
                <a:cs typeface="Times New Roman"/>
              </a:rPr>
              <a:t>course</a:t>
            </a:r>
            <a:r>
              <a:rPr lang="en-US" sz="1200" spc="-30" dirty="0">
                <a:latin typeface="Times New Roman"/>
                <a:cs typeface="Times New Roman"/>
              </a:rPr>
              <a:t> </a:t>
            </a:r>
            <a:r>
              <a:rPr lang="en-US" sz="1200" dirty="0">
                <a:latin typeface="Times New Roman"/>
                <a:cs typeface="Times New Roman"/>
              </a:rPr>
              <a:t>of</a:t>
            </a:r>
            <a:r>
              <a:rPr lang="en-US" sz="1200" spc="-25" dirty="0">
                <a:latin typeface="Times New Roman"/>
                <a:cs typeface="Times New Roman"/>
              </a:rPr>
              <a:t> </a:t>
            </a:r>
            <a:r>
              <a:rPr lang="en-US" sz="1200" dirty="0">
                <a:latin typeface="Times New Roman"/>
                <a:cs typeface="Times New Roman"/>
              </a:rPr>
              <a:t>pixel</a:t>
            </a:r>
            <a:r>
              <a:rPr lang="en-US" sz="1200" spc="-20" dirty="0">
                <a:latin typeface="Times New Roman"/>
                <a:cs typeface="Times New Roman"/>
              </a:rPr>
              <a:t> </a:t>
            </a:r>
            <a:r>
              <a:rPr lang="en-US" sz="1200" spc="-10" dirty="0">
                <a:latin typeface="Times New Roman"/>
                <a:cs typeface="Times New Roman"/>
              </a:rPr>
              <a:t>powers.</a:t>
            </a:r>
            <a:endParaRPr lang="en-US" sz="1200" dirty="0">
              <a:latin typeface="Times New Roman"/>
              <a:cs typeface="Times New Roman"/>
            </a:endParaRPr>
          </a:p>
          <a:p>
            <a:pPr marL="12700" marR="5080" indent="456565" algn="just">
              <a:lnSpc>
                <a:spcPct val="143700"/>
              </a:lnSpc>
              <a:spcBef>
                <a:spcPts val="810"/>
              </a:spcBef>
            </a:pP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8" name="object 8"/>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76200">
              <a:lnSpc>
                <a:spcPts val="1410"/>
              </a:lnSpc>
            </a:pPr>
            <a:r>
              <a:rPr lang="en-US" spc="-50" dirty="0"/>
              <a:t>7</a:t>
            </a:r>
            <a:endParaRPr spc="-50" dirty="0"/>
          </a:p>
        </p:txBody>
      </p:sp>
      <p:sp>
        <p:nvSpPr>
          <p:cNvPr id="9" name="object 9"/>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3" name="object 3"/>
          <p:cNvSpPr/>
          <p:nvPr/>
        </p:nvSpPr>
        <p:spPr>
          <a:xfrm>
            <a:off x="933450" y="831900"/>
            <a:ext cx="6058535" cy="57150"/>
          </a:xfrm>
          <a:custGeom>
            <a:avLst/>
            <a:gdLst/>
            <a:ahLst/>
            <a:cxnLst/>
            <a:rect l="l" t="t" r="r" b="b"/>
            <a:pathLst>
              <a:path w="6058534" h="57150">
                <a:moveTo>
                  <a:pt x="6049378" y="0"/>
                </a:moveTo>
                <a:lnTo>
                  <a:pt x="0" y="0"/>
                </a:lnTo>
                <a:lnTo>
                  <a:pt x="0" y="8204"/>
                </a:lnTo>
                <a:lnTo>
                  <a:pt x="6049378" y="8204"/>
                </a:lnTo>
                <a:lnTo>
                  <a:pt x="6049378" y="0"/>
                </a:lnTo>
                <a:close/>
              </a:path>
              <a:path w="6058534" h="57150">
                <a:moveTo>
                  <a:pt x="6057925" y="27800"/>
                </a:moveTo>
                <a:lnTo>
                  <a:pt x="5994" y="27800"/>
                </a:lnTo>
                <a:lnTo>
                  <a:pt x="5994" y="57099"/>
                </a:lnTo>
                <a:lnTo>
                  <a:pt x="6057925" y="57099"/>
                </a:lnTo>
                <a:lnTo>
                  <a:pt x="6057925" y="27800"/>
                </a:lnTo>
                <a:close/>
              </a:path>
            </a:pathLst>
          </a:custGeom>
          <a:solidFill>
            <a:srgbClr val="823909"/>
          </a:solidFill>
        </p:spPr>
        <p:txBody>
          <a:bodyPr wrap="square" lIns="0" tIns="0" rIns="0" bIns="0" rtlCol="0"/>
          <a:lstStyle/>
          <a:p>
            <a:endParaRPr/>
          </a:p>
        </p:txBody>
      </p:sp>
      <p:sp>
        <p:nvSpPr>
          <p:cNvPr id="4" name="object 4"/>
          <p:cNvSpPr txBox="1"/>
          <p:nvPr/>
        </p:nvSpPr>
        <p:spPr>
          <a:xfrm>
            <a:off x="886764" y="540511"/>
            <a:ext cx="6146165" cy="2750176"/>
          </a:xfrm>
          <a:prstGeom prst="rect">
            <a:avLst/>
          </a:prstGeom>
        </p:spPr>
        <p:txBody>
          <a:bodyPr vert="horz" wrap="square" lIns="0" tIns="96520" rIns="0" bIns="0" rtlCol="0">
            <a:spAutoFit/>
          </a:bodyPr>
          <a:lstStyle/>
          <a:p>
            <a:pPr marL="58419" algn="just">
              <a:lnSpc>
                <a:spcPct val="100000"/>
              </a:lnSpc>
              <a:spcBef>
                <a:spcPts val="760"/>
              </a:spcBef>
              <a:tabLst>
                <a:tab pos="5062220"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Literature</a:t>
            </a:r>
            <a:r>
              <a:rPr sz="1200" spc="-70" dirty="0">
                <a:latin typeface="Times New Roman"/>
                <a:cs typeface="Times New Roman"/>
              </a:rPr>
              <a:t> </a:t>
            </a:r>
            <a:r>
              <a:rPr sz="1200" spc="-10" dirty="0">
                <a:latin typeface="Times New Roman"/>
                <a:cs typeface="Times New Roman"/>
              </a:rPr>
              <a:t>Survey</a:t>
            </a:r>
            <a:endParaRPr sz="1200" dirty="0">
              <a:latin typeface="Times New Roman"/>
              <a:cs typeface="Times New Roman"/>
            </a:endParaRPr>
          </a:p>
          <a:p>
            <a:pPr marL="12700" marR="5715" lvl="6" indent="167005" algn="just">
              <a:lnSpc>
                <a:spcPct val="147700"/>
              </a:lnSpc>
              <a:spcBef>
                <a:spcPts val="750"/>
              </a:spcBef>
              <a:buAutoNum type="arabicParenR" startAt="3"/>
              <a:tabLst>
                <a:tab pos="179705" algn="l"/>
              </a:tabLst>
            </a:pPr>
            <a:r>
              <a:rPr lang="en-US" sz="1200" dirty="0">
                <a:latin typeface="Times New Roman"/>
                <a:cs typeface="Times New Roman"/>
              </a:rPr>
              <a:t>Moving</a:t>
            </a:r>
            <a:r>
              <a:rPr lang="en-US" sz="1200" spc="155" dirty="0">
                <a:latin typeface="Times New Roman"/>
                <a:cs typeface="Times New Roman"/>
              </a:rPr>
              <a:t> </a:t>
            </a:r>
            <a:r>
              <a:rPr lang="en-US" sz="1200" dirty="0">
                <a:latin typeface="Times New Roman"/>
                <a:cs typeface="Times New Roman"/>
              </a:rPr>
              <a:t>hand</a:t>
            </a:r>
            <a:r>
              <a:rPr lang="en-US" sz="1200" spc="160" dirty="0">
                <a:latin typeface="Times New Roman"/>
                <a:cs typeface="Times New Roman"/>
              </a:rPr>
              <a:t> </a:t>
            </a:r>
            <a:r>
              <a:rPr lang="en-US" sz="1200" dirty="0">
                <a:latin typeface="Times New Roman"/>
                <a:cs typeface="Times New Roman"/>
              </a:rPr>
              <a:t>through</a:t>
            </a:r>
            <a:r>
              <a:rPr lang="en-US" sz="1200" spc="190" dirty="0">
                <a:latin typeface="Times New Roman"/>
                <a:cs typeface="Times New Roman"/>
              </a:rPr>
              <a:t> </a:t>
            </a:r>
            <a:r>
              <a:rPr lang="en-US" sz="1200" dirty="0">
                <a:latin typeface="Times New Roman"/>
                <a:cs typeface="Times New Roman"/>
              </a:rPr>
              <a:t>the</a:t>
            </a:r>
            <a:r>
              <a:rPr lang="en-US" sz="1200" spc="170" dirty="0">
                <a:latin typeface="Times New Roman"/>
                <a:cs typeface="Times New Roman"/>
              </a:rPr>
              <a:t> </a:t>
            </a:r>
            <a:r>
              <a:rPr lang="en-US" sz="1200" dirty="0">
                <a:latin typeface="Times New Roman"/>
                <a:cs typeface="Times New Roman"/>
              </a:rPr>
              <a:t>Window</a:t>
            </a:r>
            <a:r>
              <a:rPr lang="en-US" sz="1200" spc="170" dirty="0">
                <a:latin typeface="Times New Roman"/>
                <a:cs typeface="Times New Roman"/>
              </a:rPr>
              <a:t> </a:t>
            </a:r>
            <a:r>
              <a:rPr lang="en-US" sz="1200" dirty="0">
                <a:latin typeface="Times New Roman"/>
                <a:cs typeface="Times New Roman"/>
              </a:rPr>
              <a:t>using</a:t>
            </a:r>
            <a:r>
              <a:rPr lang="en-US" sz="1200" spc="160" dirty="0">
                <a:latin typeface="Times New Roman"/>
                <a:cs typeface="Times New Roman"/>
              </a:rPr>
              <a:t> </a:t>
            </a:r>
            <a:r>
              <a:rPr lang="en-US" sz="1200" dirty="0">
                <a:latin typeface="Times New Roman"/>
                <a:cs typeface="Times New Roman"/>
              </a:rPr>
              <a:t>rectangular</a:t>
            </a:r>
            <a:r>
              <a:rPr lang="en-US" sz="1200" spc="170" dirty="0">
                <a:latin typeface="Times New Roman"/>
                <a:cs typeface="Times New Roman"/>
              </a:rPr>
              <a:t> </a:t>
            </a:r>
            <a:r>
              <a:rPr lang="en-US" sz="1200" dirty="0">
                <a:latin typeface="Times New Roman"/>
                <a:cs typeface="Times New Roman"/>
              </a:rPr>
              <a:t>area:</a:t>
            </a:r>
            <a:r>
              <a:rPr lang="en-US" sz="1200" spc="180" dirty="0">
                <a:latin typeface="Times New Roman"/>
                <a:cs typeface="Times New Roman"/>
              </a:rPr>
              <a:t> </a:t>
            </a:r>
            <a:r>
              <a:rPr lang="en-US" sz="1200" dirty="0">
                <a:latin typeface="Times New Roman"/>
                <a:cs typeface="Times New Roman"/>
              </a:rPr>
              <a:t>The</a:t>
            </a:r>
            <a:r>
              <a:rPr lang="en-US" sz="1200" spc="180" dirty="0">
                <a:latin typeface="Times New Roman"/>
                <a:cs typeface="Times New Roman"/>
              </a:rPr>
              <a:t> </a:t>
            </a:r>
            <a:r>
              <a:rPr lang="en-US" sz="1200" dirty="0">
                <a:latin typeface="Times New Roman"/>
                <a:cs typeface="Times New Roman"/>
              </a:rPr>
              <a:t>AI</a:t>
            </a:r>
            <a:r>
              <a:rPr lang="en-US" sz="1200" spc="170" dirty="0">
                <a:latin typeface="Times New Roman"/>
                <a:cs typeface="Times New Roman"/>
              </a:rPr>
              <a:t> </a:t>
            </a:r>
            <a:r>
              <a:rPr lang="en-US" sz="1200" dirty="0">
                <a:latin typeface="Times New Roman"/>
                <a:cs typeface="Times New Roman"/>
              </a:rPr>
              <a:t>virtual</a:t>
            </a:r>
            <a:r>
              <a:rPr lang="en-US" sz="1200" spc="170" dirty="0">
                <a:latin typeface="Times New Roman"/>
                <a:cs typeface="Times New Roman"/>
              </a:rPr>
              <a:t> </a:t>
            </a:r>
            <a:r>
              <a:rPr lang="en-US" sz="1200" dirty="0">
                <a:latin typeface="Times New Roman"/>
                <a:cs typeface="Times New Roman"/>
              </a:rPr>
              <a:t>mouse</a:t>
            </a:r>
            <a:r>
              <a:rPr lang="en-US" sz="1200" spc="170" dirty="0">
                <a:latin typeface="Times New Roman"/>
                <a:cs typeface="Times New Roman"/>
              </a:rPr>
              <a:t> </a:t>
            </a:r>
            <a:r>
              <a:rPr lang="en-US" sz="1200" dirty="0">
                <a:latin typeface="Times New Roman"/>
                <a:cs typeface="Times New Roman"/>
              </a:rPr>
              <a:t>structure</a:t>
            </a:r>
            <a:r>
              <a:rPr lang="en-US" sz="1200" spc="170" dirty="0">
                <a:latin typeface="Times New Roman"/>
                <a:cs typeface="Times New Roman"/>
              </a:rPr>
              <a:t> </a:t>
            </a:r>
            <a:r>
              <a:rPr lang="en-US" sz="1200" spc="-20" dirty="0">
                <a:latin typeface="Times New Roman"/>
                <a:cs typeface="Times New Roman"/>
              </a:rPr>
              <a:t>uses </a:t>
            </a:r>
            <a:r>
              <a:rPr lang="en-US" sz="1200" dirty="0">
                <a:latin typeface="Times New Roman"/>
                <a:cs typeface="Times New Roman"/>
              </a:rPr>
              <a:t>the</a:t>
            </a:r>
            <a:r>
              <a:rPr lang="en-US" sz="1200" spc="325" dirty="0">
                <a:latin typeface="Times New Roman"/>
                <a:cs typeface="Times New Roman"/>
              </a:rPr>
              <a:t> </a:t>
            </a:r>
            <a:r>
              <a:rPr lang="en-US" sz="1200" dirty="0">
                <a:latin typeface="Times New Roman"/>
                <a:cs typeface="Times New Roman"/>
              </a:rPr>
              <a:t>informative</a:t>
            </a:r>
            <a:r>
              <a:rPr lang="en-US" sz="1200" spc="325" dirty="0">
                <a:latin typeface="Times New Roman"/>
                <a:cs typeface="Times New Roman"/>
              </a:rPr>
              <a:t> </a:t>
            </a:r>
            <a:r>
              <a:rPr lang="en-US" sz="1200" dirty="0">
                <a:latin typeface="Times New Roman"/>
                <a:cs typeface="Times New Roman"/>
              </a:rPr>
              <a:t>algorithmic</a:t>
            </a:r>
            <a:r>
              <a:rPr lang="en-US" sz="1200" spc="340" dirty="0">
                <a:latin typeface="Times New Roman"/>
                <a:cs typeface="Times New Roman"/>
              </a:rPr>
              <a:t> </a:t>
            </a:r>
            <a:r>
              <a:rPr lang="en-US" sz="1200" dirty="0">
                <a:latin typeface="Times New Roman"/>
                <a:cs typeface="Times New Roman"/>
              </a:rPr>
              <a:t>rule,</a:t>
            </a:r>
            <a:r>
              <a:rPr lang="en-US" sz="1200" spc="340" dirty="0">
                <a:latin typeface="Times New Roman"/>
                <a:cs typeface="Times New Roman"/>
              </a:rPr>
              <a:t> </a:t>
            </a:r>
            <a:r>
              <a:rPr lang="en-US" sz="1200" dirty="0">
                <a:latin typeface="Times New Roman"/>
                <a:cs typeface="Times New Roman"/>
              </a:rPr>
              <a:t>and</a:t>
            </a:r>
            <a:r>
              <a:rPr lang="en-US" sz="1200" spc="325" dirty="0">
                <a:latin typeface="Times New Roman"/>
                <a:cs typeface="Times New Roman"/>
              </a:rPr>
              <a:t> </a:t>
            </a:r>
            <a:r>
              <a:rPr lang="en-US" sz="1200" dirty="0">
                <a:latin typeface="Times New Roman"/>
                <a:cs typeface="Times New Roman"/>
              </a:rPr>
              <a:t>it</a:t>
            </a:r>
            <a:r>
              <a:rPr lang="en-US" sz="1200" spc="310" dirty="0">
                <a:latin typeface="Times New Roman"/>
                <a:cs typeface="Times New Roman"/>
              </a:rPr>
              <a:t> </a:t>
            </a:r>
            <a:r>
              <a:rPr lang="en-US" sz="1200" dirty="0">
                <a:latin typeface="Times New Roman"/>
                <a:cs typeface="Times New Roman"/>
              </a:rPr>
              <a:t>changes</a:t>
            </a:r>
            <a:r>
              <a:rPr lang="en-US" sz="1200" spc="320" dirty="0">
                <a:latin typeface="Times New Roman"/>
                <a:cs typeface="Times New Roman"/>
              </a:rPr>
              <a:t> </a:t>
            </a:r>
            <a:r>
              <a:rPr lang="en-US" sz="1200" dirty="0">
                <a:latin typeface="Times New Roman"/>
                <a:cs typeface="Times New Roman"/>
              </a:rPr>
              <a:t>over</a:t>
            </a:r>
            <a:r>
              <a:rPr lang="en-US" sz="1200" spc="325" dirty="0">
                <a:latin typeface="Times New Roman"/>
                <a:cs typeface="Times New Roman"/>
              </a:rPr>
              <a:t> </a:t>
            </a:r>
            <a:r>
              <a:rPr lang="en-US" sz="1200" dirty="0">
                <a:latin typeface="Times New Roman"/>
                <a:cs typeface="Times New Roman"/>
              </a:rPr>
              <a:t>the</a:t>
            </a:r>
            <a:r>
              <a:rPr lang="en-US" sz="1200" spc="340" dirty="0">
                <a:latin typeface="Times New Roman"/>
                <a:cs typeface="Times New Roman"/>
              </a:rPr>
              <a:t> </a:t>
            </a:r>
            <a:r>
              <a:rPr lang="en-US" sz="1200" spc="-10" dirty="0">
                <a:latin typeface="Times New Roman"/>
                <a:cs typeface="Times New Roman"/>
              </a:rPr>
              <a:t>co-</a:t>
            </a:r>
            <a:r>
              <a:rPr lang="en-US" sz="1200" dirty="0">
                <a:latin typeface="Times New Roman"/>
                <a:cs typeface="Times New Roman"/>
              </a:rPr>
              <a:t>ordinates</a:t>
            </a:r>
            <a:r>
              <a:rPr lang="en-US" sz="1200" spc="330" dirty="0">
                <a:latin typeface="Times New Roman"/>
                <a:cs typeface="Times New Roman"/>
              </a:rPr>
              <a:t> </a:t>
            </a:r>
            <a:r>
              <a:rPr lang="en-US" sz="1200" dirty="0">
                <a:latin typeface="Times New Roman"/>
                <a:cs typeface="Times New Roman"/>
              </a:rPr>
              <a:t>of</a:t>
            </a:r>
            <a:r>
              <a:rPr lang="en-US" sz="1200" spc="325" dirty="0">
                <a:latin typeface="Times New Roman"/>
                <a:cs typeface="Times New Roman"/>
              </a:rPr>
              <a:t> </a:t>
            </a:r>
            <a:r>
              <a:rPr lang="en-US" sz="1200" dirty="0">
                <a:latin typeface="Times New Roman"/>
                <a:cs typeface="Times New Roman"/>
              </a:rPr>
              <a:t>tip</a:t>
            </a:r>
            <a:r>
              <a:rPr lang="en-US" sz="1200" spc="325" dirty="0">
                <a:latin typeface="Times New Roman"/>
                <a:cs typeface="Times New Roman"/>
              </a:rPr>
              <a:t> </a:t>
            </a:r>
            <a:r>
              <a:rPr lang="en-US" sz="1200" dirty="0">
                <a:latin typeface="Times New Roman"/>
                <a:cs typeface="Times New Roman"/>
              </a:rPr>
              <a:t>from</a:t>
            </a:r>
            <a:r>
              <a:rPr lang="en-US" sz="1200" spc="335" dirty="0">
                <a:latin typeface="Times New Roman"/>
                <a:cs typeface="Times New Roman"/>
              </a:rPr>
              <a:t> </a:t>
            </a:r>
            <a:r>
              <a:rPr lang="en-US" sz="1200" dirty="0">
                <a:latin typeface="Times New Roman"/>
                <a:cs typeface="Times New Roman"/>
              </a:rPr>
              <a:t>the</a:t>
            </a:r>
            <a:r>
              <a:rPr lang="en-US" sz="1200" spc="330" dirty="0">
                <a:latin typeface="Times New Roman"/>
                <a:cs typeface="Times New Roman"/>
              </a:rPr>
              <a:t> </a:t>
            </a:r>
            <a:r>
              <a:rPr lang="en-US" sz="1200" spc="-10" dirty="0">
                <a:latin typeface="Times New Roman"/>
                <a:cs typeface="Times New Roman"/>
              </a:rPr>
              <a:t>camera </a:t>
            </a:r>
            <a:r>
              <a:rPr lang="en-US" sz="1200" dirty="0">
                <a:latin typeface="Times New Roman"/>
                <a:cs typeface="Times New Roman"/>
              </a:rPr>
              <a:t>screen</a:t>
            </a:r>
            <a:r>
              <a:rPr lang="en-US" sz="1200" spc="20" dirty="0">
                <a:latin typeface="Times New Roman"/>
                <a:cs typeface="Times New Roman"/>
              </a:rPr>
              <a:t> </a:t>
            </a:r>
            <a:r>
              <a:rPr lang="en-US" sz="1200" dirty="0">
                <a:latin typeface="Times New Roman"/>
                <a:cs typeface="Times New Roman"/>
              </a:rPr>
              <a:t>to</a:t>
            </a:r>
            <a:r>
              <a:rPr lang="en-US" sz="1200" spc="45" dirty="0">
                <a:latin typeface="Times New Roman"/>
                <a:cs typeface="Times New Roman"/>
              </a:rPr>
              <a:t> </a:t>
            </a:r>
            <a:r>
              <a:rPr lang="en-US" sz="1200" dirty="0">
                <a:latin typeface="Times New Roman"/>
                <a:cs typeface="Times New Roman"/>
              </a:rPr>
              <a:t>the</a:t>
            </a:r>
            <a:r>
              <a:rPr lang="en-US" sz="1200" spc="45" dirty="0">
                <a:latin typeface="Times New Roman"/>
                <a:cs typeface="Times New Roman"/>
              </a:rPr>
              <a:t> </a:t>
            </a:r>
            <a:r>
              <a:rPr lang="en-US" sz="1200" dirty="0">
                <a:latin typeface="Times New Roman"/>
                <a:cs typeface="Times New Roman"/>
              </a:rPr>
              <a:t>pc</a:t>
            </a:r>
            <a:r>
              <a:rPr lang="en-US" sz="1200" spc="35" dirty="0">
                <a:latin typeface="Times New Roman"/>
                <a:cs typeface="Times New Roman"/>
              </a:rPr>
              <a:t> </a:t>
            </a:r>
            <a:r>
              <a:rPr lang="en-US" sz="1200" dirty="0">
                <a:latin typeface="Times New Roman"/>
                <a:cs typeface="Times New Roman"/>
              </a:rPr>
              <a:t>window</a:t>
            </a:r>
            <a:r>
              <a:rPr lang="en-US" sz="1200" spc="5" dirty="0">
                <a:latin typeface="Times New Roman"/>
                <a:cs typeface="Times New Roman"/>
              </a:rPr>
              <a:t> </a:t>
            </a:r>
            <a:r>
              <a:rPr lang="en-US" sz="1200" dirty="0">
                <a:latin typeface="Times New Roman"/>
                <a:cs typeface="Times New Roman"/>
              </a:rPr>
              <a:t>full</a:t>
            </a:r>
            <a:r>
              <a:rPr lang="en-US" sz="1200" spc="40" dirty="0">
                <a:latin typeface="Times New Roman"/>
                <a:cs typeface="Times New Roman"/>
              </a:rPr>
              <a:t> </a:t>
            </a:r>
            <a:r>
              <a:rPr lang="en-US" sz="1200" dirty="0">
                <a:latin typeface="Times New Roman"/>
                <a:cs typeface="Times New Roman"/>
              </a:rPr>
              <a:t>screen</a:t>
            </a:r>
            <a:r>
              <a:rPr lang="en-US" sz="1200" spc="20" dirty="0">
                <a:latin typeface="Times New Roman"/>
                <a:cs typeface="Times New Roman"/>
              </a:rPr>
              <a:t> </a:t>
            </a:r>
            <a:r>
              <a:rPr lang="en-US" sz="1200" dirty="0">
                <a:latin typeface="Times New Roman"/>
                <a:cs typeface="Times New Roman"/>
              </a:rPr>
              <a:t>for the</a:t>
            </a:r>
            <a:r>
              <a:rPr lang="en-US" sz="1200" spc="35" dirty="0">
                <a:latin typeface="Times New Roman"/>
                <a:cs typeface="Times New Roman"/>
              </a:rPr>
              <a:t> </a:t>
            </a:r>
            <a:r>
              <a:rPr lang="en-US" sz="1200" spc="-10" dirty="0">
                <a:latin typeface="Times New Roman"/>
                <a:cs typeface="Times New Roman"/>
              </a:rPr>
              <a:t>mouse.</a:t>
            </a:r>
            <a:endParaRPr lang="en-US" sz="1200" dirty="0">
              <a:latin typeface="Times New Roman"/>
              <a:cs typeface="Times New Roman"/>
            </a:endParaRPr>
          </a:p>
          <a:p>
            <a:pPr>
              <a:lnSpc>
                <a:spcPct val="100000"/>
              </a:lnSpc>
              <a:spcBef>
                <a:spcPts val="114"/>
              </a:spcBef>
              <a:buFont typeface="Times New Roman"/>
              <a:buAutoNum type="arabicParenR" startAt="3"/>
            </a:pPr>
            <a:endParaRPr lang="en-US" sz="1200" dirty="0">
              <a:latin typeface="Times New Roman"/>
              <a:cs typeface="Times New Roman"/>
            </a:endParaRPr>
          </a:p>
          <a:p>
            <a:pPr marL="160655" indent="-147955" algn="just">
              <a:lnSpc>
                <a:spcPct val="100000"/>
              </a:lnSpc>
              <a:buAutoNum type="arabicParenR" startAt="3"/>
              <a:tabLst>
                <a:tab pos="160655" algn="l"/>
              </a:tabLst>
            </a:pPr>
            <a:r>
              <a:rPr lang="en-US" sz="1200" dirty="0">
                <a:latin typeface="Times New Roman"/>
                <a:cs typeface="Times New Roman"/>
              </a:rPr>
              <a:t>Detect</a:t>
            </a:r>
            <a:r>
              <a:rPr lang="en-US" sz="1200" spc="45" dirty="0">
                <a:latin typeface="Times New Roman"/>
                <a:cs typeface="Times New Roman"/>
              </a:rPr>
              <a:t> </a:t>
            </a:r>
            <a:r>
              <a:rPr lang="en-US" sz="1200" dirty="0">
                <a:latin typeface="Times New Roman"/>
                <a:cs typeface="Times New Roman"/>
              </a:rPr>
              <a:t>the</a:t>
            </a:r>
            <a:r>
              <a:rPr lang="en-US" sz="1200" spc="40" dirty="0">
                <a:latin typeface="Times New Roman"/>
                <a:cs typeface="Times New Roman"/>
              </a:rPr>
              <a:t> </a:t>
            </a:r>
            <a:r>
              <a:rPr lang="en-US" sz="1200" dirty="0">
                <a:latin typeface="Times New Roman"/>
                <a:cs typeface="Times New Roman"/>
              </a:rPr>
              <a:t>Finger</a:t>
            </a:r>
            <a:r>
              <a:rPr lang="en-US" sz="1200" spc="40" dirty="0">
                <a:latin typeface="Times New Roman"/>
                <a:cs typeface="Times New Roman"/>
              </a:rPr>
              <a:t> </a:t>
            </a:r>
            <a:r>
              <a:rPr lang="en-US" sz="1200" dirty="0">
                <a:latin typeface="Times New Roman"/>
                <a:cs typeface="Times New Roman"/>
              </a:rPr>
              <a:t>tips</a:t>
            </a:r>
            <a:r>
              <a:rPr lang="en-US" sz="1200" spc="45" dirty="0">
                <a:latin typeface="Times New Roman"/>
                <a:cs typeface="Times New Roman"/>
              </a:rPr>
              <a:t> </a:t>
            </a:r>
            <a:r>
              <a:rPr lang="en-US" sz="1200" dirty="0">
                <a:latin typeface="Times New Roman"/>
                <a:cs typeface="Times New Roman"/>
              </a:rPr>
              <a:t>and</a:t>
            </a:r>
            <a:r>
              <a:rPr lang="en-US" sz="1200" spc="30" dirty="0">
                <a:latin typeface="Times New Roman"/>
                <a:cs typeface="Times New Roman"/>
              </a:rPr>
              <a:t> </a:t>
            </a:r>
            <a:r>
              <a:rPr lang="en-US" sz="1200" dirty="0">
                <a:latin typeface="Times New Roman"/>
                <a:cs typeface="Times New Roman"/>
              </a:rPr>
              <a:t>doing</a:t>
            </a:r>
            <a:r>
              <a:rPr lang="en-US" sz="1200" spc="25" dirty="0">
                <a:latin typeface="Times New Roman"/>
                <a:cs typeface="Times New Roman"/>
              </a:rPr>
              <a:t> </a:t>
            </a:r>
            <a:r>
              <a:rPr lang="en-US" sz="1200" dirty="0">
                <a:latin typeface="Times New Roman"/>
                <a:cs typeface="Times New Roman"/>
              </a:rPr>
              <a:t>the</a:t>
            </a:r>
            <a:r>
              <a:rPr lang="en-US" sz="1200" spc="55" dirty="0">
                <a:latin typeface="Times New Roman"/>
                <a:cs typeface="Times New Roman"/>
              </a:rPr>
              <a:t> </a:t>
            </a:r>
            <a:r>
              <a:rPr lang="en-US" sz="1200" dirty="0">
                <a:latin typeface="Times New Roman"/>
                <a:cs typeface="Times New Roman"/>
              </a:rPr>
              <a:t>Mouse</a:t>
            </a:r>
            <a:r>
              <a:rPr lang="en-US" sz="1200" spc="10" dirty="0">
                <a:latin typeface="Times New Roman"/>
                <a:cs typeface="Times New Roman"/>
              </a:rPr>
              <a:t> </a:t>
            </a:r>
            <a:r>
              <a:rPr lang="en-US" sz="1200" dirty="0">
                <a:latin typeface="Times New Roman"/>
                <a:cs typeface="Times New Roman"/>
              </a:rPr>
              <a:t>Cursor</a:t>
            </a:r>
            <a:r>
              <a:rPr lang="en-US" sz="1200" spc="25" dirty="0">
                <a:latin typeface="Times New Roman"/>
                <a:cs typeface="Times New Roman"/>
              </a:rPr>
              <a:t> </a:t>
            </a:r>
            <a:r>
              <a:rPr lang="en-US" sz="1200" spc="-10" dirty="0">
                <a:latin typeface="Times New Roman"/>
                <a:cs typeface="Times New Roman"/>
              </a:rPr>
              <a:t>improvements</a:t>
            </a:r>
            <a:endParaRPr lang="en-US" sz="1200" dirty="0">
              <a:latin typeface="Times New Roman"/>
              <a:cs typeface="Times New Roman"/>
            </a:endParaRPr>
          </a:p>
          <a:p>
            <a:pPr marL="12700" marR="5715" indent="185420" algn="just">
              <a:lnSpc>
                <a:spcPct val="147600"/>
              </a:lnSpc>
              <a:spcBef>
                <a:spcPts val="755"/>
              </a:spcBef>
              <a:buAutoNum type="arabicParenR" startAt="3"/>
              <a:tabLst>
                <a:tab pos="198120" algn="l"/>
              </a:tabLst>
            </a:pPr>
            <a:r>
              <a:rPr lang="en-US" sz="1200" dirty="0">
                <a:latin typeface="Times New Roman"/>
                <a:cs typeface="Times New Roman"/>
              </a:rPr>
              <a:t>In</a:t>
            </a:r>
            <a:r>
              <a:rPr lang="en-US" sz="1200" spc="295" dirty="0">
                <a:latin typeface="Times New Roman"/>
                <a:cs typeface="Times New Roman"/>
              </a:rPr>
              <a:t> </a:t>
            </a:r>
            <a:r>
              <a:rPr lang="en-US" sz="1200" dirty="0">
                <a:latin typeface="Times New Roman"/>
                <a:cs typeface="Times New Roman"/>
              </a:rPr>
              <a:t>this</a:t>
            </a:r>
            <a:r>
              <a:rPr lang="en-US" sz="1200" spc="295" dirty="0">
                <a:latin typeface="Times New Roman"/>
                <a:cs typeface="Times New Roman"/>
              </a:rPr>
              <a:t> </a:t>
            </a:r>
            <a:r>
              <a:rPr lang="en-US" sz="1200" dirty="0">
                <a:latin typeface="Times New Roman"/>
                <a:cs typeface="Times New Roman"/>
              </a:rPr>
              <a:t>construction,</a:t>
            </a:r>
            <a:r>
              <a:rPr lang="en-US" sz="1200" spc="285" dirty="0">
                <a:latin typeface="Times New Roman"/>
                <a:cs typeface="Times New Roman"/>
              </a:rPr>
              <a:t> </a:t>
            </a:r>
            <a:r>
              <a:rPr lang="en-US" sz="1200" dirty="0">
                <a:latin typeface="Times New Roman"/>
                <a:cs typeface="Times New Roman"/>
              </a:rPr>
              <a:t>AI</a:t>
            </a:r>
            <a:r>
              <a:rPr lang="en-US" sz="1200" spc="280" dirty="0">
                <a:latin typeface="Times New Roman"/>
                <a:cs typeface="Times New Roman"/>
              </a:rPr>
              <a:t> </a:t>
            </a:r>
            <a:r>
              <a:rPr lang="en-US" sz="1200" dirty="0">
                <a:latin typeface="Times New Roman"/>
                <a:cs typeface="Times New Roman"/>
              </a:rPr>
              <a:t>mouse</a:t>
            </a:r>
            <a:r>
              <a:rPr lang="en-US" sz="1200" spc="300" dirty="0">
                <a:latin typeface="Times New Roman"/>
                <a:cs typeface="Times New Roman"/>
              </a:rPr>
              <a:t> </a:t>
            </a:r>
            <a:r>
              <a:rPr lang="en-US" sz="1200" dirty="0">
                <a:latin typeface="Times New Roman"/>
                <a:cs typeface="Times New Roman"/>
              </a:rPr>
              <a:t>is</a:t>
            </a:r>
            <a:r>
              <a:rPr lang="en-US" sz="1200" spc="300" dirty="0">
                <a:latin typeface="Times New Roman"/>
                <a:cs typeface="Times New Roman"/>
              </a:rPr>
              <a:t> </a:t>
            </a:r>
            <a:r>
              <a:rPr lang="en-US" sz="1200" dirty="0">
                <a:latin typeface="Times New Roman"/>
                <a:cs typeface="Times New Roman"/>
              </a:rPr>
              <a:t>police</a:t>
            </a:r>
            <a:r>
              <a:rPr lang="en-US" sz="1200" spc="290" dirty="0">
                <a:latin typeface="Times New Roman"/>
                <a:cs typeface="Times New Roman"/>
              </a:rPr>
              <a:t> </a:t>
            </a:r>
            <a:r>
              <a:rPr lang="en-US" sz="1200" dirty="0">
                <a:latin typeface="Times New Roman"/>
                <a:cs typeface="Times New Roman"/>
              </a:rPr>
              <a:t>evaluation</a:t>
            </a:r>
            <a:r>
              <a:rPr lang="en-US" sz="1200" spc="300" dirty="0">
                <a:latin typeface="Times New Roman"/>
                <a:cs typeface="Times New Roman"/>
              </a:rPr>
              <a:t> </a:t>
            </a:r>
            <a:r>
              <a:rPr lang="en-US" sz="1200" dirty="0">
                <a:latin typeface="Times New Roman"/>
                <a:cs typeface="Times New Roman"/>
              </a:rPr>
              <a:t>that</a:t>
            </a:r>
            <a:r>
              <a:rPr lang="en-US" sz="1200" spc="295" dirty="0">
                <a:latin typeface="Times New Roman"/>
                <a:cs typeface="Times New Roman"/>
              </a:rPr>
              <a:t> </a:t>
            </a:r>
            <a:r>
              <a:rPr lang="en-US" sz="1200" dirty="0">
                <a:latin typeface="Times New Roman"/>
                <a:cs typeface="Times New Roman"/>
              </a:rPr>
              <a:t>finger</a:t>
            </a:r>
            <a:r>
              <a:rPr lang="en-US" sz="1200" spc="295" dirty="0">
                <a:latin typeface="Times New Roman"/>
                <a:cs typeface="Times New Roman"/>
              </a:rPr>
              <a:t> </a:t>
            </a:r>
            <a:r>
              <a:rPr lang="en-US" sz="1200" dirty="0">
                <a:latin typeface="Times New Roman"/>
                <a:cs typeface="Times New Roman"/>
              </a:rPr>
              <a:t>is</a:t>
            </a:r>
            <a:r>
              <a:rPr lang="en-US" sz="1200" spc="295" dirty="0">
                <a:latin typeface="Times New Roman"/>
                <a:cs typeface="Times New Roman"/>
              </a:rPr>
              <a:t> </a:t>
            </a:r>
            <a:r>
              <a:rPr lang="en-US" sz="1200" dirty="0">
                <a:latin typeface="Times New Roman"/>
                <a:cs typeface="Times New Roman"/>
              </a:rPr>
              <a:t>up</a:t>
            </a:r>
            <a:r>
              <a:rPr lang="en-US" sz="1200" spc="300" dirty="0">
                <a:latin typeface="Times New Roman"/>
                <a:cs typeface="Times New Roman"/>
              </a:rPr>
              <a:t> </a:t>
            </a:r>
            <a:r>
              <a:rPr lang="en-US" sz="1200" dirty="0">
                <a:latin typeface="Times New Roman"/>
                <a:cs typeface="Times New Roman"/>
              </a:rPr>
              <a:t>deceiving</a:t>
            </a:r>
            <a:r>
              <a:rPr lang="en-US" sz="1200" spc="280" dirty="0">
                <a:latin typeface="Times New Roman"/>
                <a:cs typeface="Times New Roman"/>
              </a:rPr>
              <a:t> </a:t>
            </a:r>
            <a:r>
              <a:rPr lang="en-US" sz="1200" dirty="0">
                <a:latin typeface="Times New Roman"/>
                <a:cs typeface="Times New Roman"/>
              </a:rPr>
              <a:t>the</a:t>
            </a:r>
            <a:r>
              <a:rPr lang="en-US" sz="1200" spc="290" dirty="0">
                <a:latin typeface="Times New Roman"/>
                <a:cs typeface="Times New Roman"/>
              </a:rPr>
              <a:t> </a:t>
            </a:r>
            <a:r>
              <a:rPr lang="en-US" sz="1200" dirty="0">
                <a:latin typeface="Times New Roman"/>
                <a:cs typeface="Times New Roman"/>
              </a:rPr>
              <a:t>spot</a:t>
            </a:r>
            <a:r>
              <a:rPr lang="en-US" sz="1200" spc="300" dirty="0">
                <a:latin typeface="Times New Roman"/>
                <a:cs typeface="Times New Roman"/>
              </a:rPr>
              <a:t> </a:t>
            </a:r>
            <a:r>
              <a:rPr lang="en-US" sz="1200" spc="-25" dirty="0">
                <a:latin typeface="Times New Roman"/>
                <a:cs typeface="Times New Roman"/>
              </a:rPr>
              <a:t>co- </a:t>
            </a:r>
            <a:r>
              <a:rPr lang="en-US" sz="1200" dirty="0">
                <a:latin typeface="Times New Roman"/>
                <a:cs typeface="Times New Roman"/>
              </a:rPr>
              <a:t>ordinate</a:t>
            </a:r>
            <a:r>
              <a:rPr lang="en-US" sz="1200" spc="20" dirty="0">
                <a:latin typeface="Times New Roman"/>
                <a:cs typeface="Times New Roman"/>
              </a:rPr>
              <a:t> </a:t>
            </a:r>
            <a:r>
              <a:rPr lang="en-US" sz="1200" dirty="0">
                <a:latin typeface="Times New Roman"/>
                <a:cs typeface="Times New Roman"/>
              </a:rPr>
              <a:t>of</a:t>
            </a:r>
            <a:r>
              <a:rPr lang="en-US" sz="1200" spc="25" dirty="0">
                <a:latin typeface="Times New Roman"/>
                <a:cs typeface="Times New Roman"/>
              </a:rPr>
              <a:t> </a:t>
            </a:r>
            <a:r>
              <a:rPr lang="en-US" sz="1200" dirty="0">
                <a:latin typeface="Times New Roman"/>
                <a:cs typeface="Times New Roman"/>
              </a:rPr>
              <a:t>the</a:t>
            </a:r>
            <a:r>
              <a:rPr lang="en-US" sz="1200" spc="25" dirty="0">
                <a:latin typeface="Times New Roman"/>
                <a:cs typeface="Times New Roman"/>
              </a:rPr>
              <a:t> </a:t>
            </a:r>
            <a:r>
              <a:rPr lang="en-US" sz="1200" dirty="0">
                <a:latin typeface="Times New Roman"/>
                <a:cs typeface="Times New Roman"/>
              </a:rPr>
              <a:t>particular finger</a:t>
            </a:r>
            <a:r>
              <a:rPr lang="en-US" sz="1200" spc="10" dirty="0">
                <a:latin typeface="Times New Roman"/>
                <a:cs typeface="Times New Roman"/>
              </a:rPr>
              <a:t> </a:t>
            </a:r>
            <a:r>
              <a:rPr lang="en-US" sz="1200" dirty="0">
                <a:latin typeface="Times New Roman"/>
                <a:cs typeface="Times New Roman"/>
              </a:rPr>
              <a:t>that</a:t>
            </a:r>
            <a:r>
              <a:rPr lang="en-US" sz="1200" spc="20" dirty="0">
                <a:latin typeface="Times New Roman"/>
                <a:cs typeface="Times New Roman"/>
              </a:rPr>
              <a:t> </a:t>
            </a:r>
            <a:r>
              <a:rPr lang="en-US" sz="1200" dirty="0">
                <a:latin typeface="Times New Roman"/>
                <a:cs typeface="Times New Roman"/>
              </a:rPr>
              <a:t>it'll</a:t>
            </a:r>
            <a:r>
              <a:rPr lang="en-US" sz="1200" spc="20" dirty="0">
                <a:latin typeface="Times New Roman"/>
                <a:cs typeface="Times New Roman"/>
              </a:rPr>
              <a:t> </a:t>
            </a:r>
            <a:r>
              <a:rPr lang="en-US" sz="1200" dirty="0">
                <a:latin typeface="Times New Roman"/>
                <a:cs typeface="Times New Roman"/>
              </a:rPr>
              <a:t>found</a:t>
            </a:r>
            <a:r>
              <a:rPr lang="en-US" sz="1200" spc="5" dirty="0">
                <a:latin typeface="Times New Roman"/>
                <a:cs typeface="Times New Roman"/>
              </a:rPr>
              <a:t> </a:t>
            </a:r>
            <a:r>
              <a:rPr lang="en-US" sz="1200" dirty="0">
                <a:latin typeface="Times New Roman"/>
                <a:cs typeface="Times New Roman"/>
              </a:rPr>
              <a:t>abuse</a:t>
            </a:r>
            <a:r>
              <a:rPr lang="en-US" sz="1200" spc="35" dirty="0">
                <a:latin typeface="Times New Roman"/>
                <a:cs typeface="Times New Roman"/>
              </a:rPr>
              <a:t> </a:t>
            </a:r>
            <a:r>
              <a:rPr lang="en-US" sz="1200" dirty="0">
                <a:latin typeface="Times New Roman"/>
                <a:cs typeface="Times New Roman"/>
              </a:rPr>
              <a:t>the</a:t>
            </a:r>
            <a:r>
              <a:rPr lang="en-US" sz="1200" spc="25" dirty="0">
                <a:latin typeface="Times New Roman"/>
                <a:cs typeface="Times New Roman"/>
              </a:rPr>
              <a:t> </a:t>
            </a:r>
            <a:r>
              <a:rPr lang="en-US" sz="1200" spc="-10" dirty="0">
                <a:latin typeface="Times New Roman"/>
                <a:cs typeface="Times New Roman"/>
              </a:rPr>
              <a:t>Media-</a:t>
            </a:r>
            <a:r>
              <a:rPr lang="en-US" sz="1200" dirty="0">
                <a:latin typeface="Times New Roman"/>
                <a:cs typeface="Times New Roman"/>
              </a:rPr>
              <a:t>Pipe</a:t>
            </a:r>
            <a:r>
              <a:rPr lang="en-US" sz="1200" spc="25" dirty="0">
                <a:latin typeface="Times New Roman"/>
                <a:cs typeface="Times New Roman"/>
              </a:rPr>
              <a:t> </a:t>
            </a:r>
            <a:r>
              <a:rPr lang="en-US" sz="1200" dirty="0">
                <a:latin typeface="Times New Roman"/>
                <a:cs typeface="Times New Roman"/>
              </a:rPr>
              <a:t>and</a:t>
            </a:r>
            <a:r>
              <a:rPr lang="en-US" sz="1200" spc="10" dirty="0">
                <a:latin typeface="Times New Roman"/>
                <a:cs typeface="Times New Roman"/>
              </a:rPr>
              <a:t> </a:t>
            </a:r>
            <a:r>
              <a:rPr lang="en-US" sz="1200" dirty="0">
                <a:latin typeface="Times New Roman"/>
                <a:cs typeface="Times New Roman"/>
              </a:rPr>
              <a:t>along</a:t>
            </a:r>
            <a:r>
              <a:rPr lang="en-US" sz="1200" spc="15" dirty="0">
                <a:latin typeface="Times New Roman"/>
                <a:cs typeface="Times New Roman"/>
              </a:rPr>
              <a:t> </a:t>
            </a:r>
            <a:r>
              <a:rPr lang="en-US" sz="1200" dirty="0">
                <a:latin typeface="Times New Roman"/>
                <a:cs typeface="Times New Roman"/>
              </a:rPr>
              <a:t>these</a:t>
            </a:r>
            <a:r>
              <a:rPr lang="en-US" sz="1200" spc="25" dirty="0">
                <a:latin typeface="Times New Roman"/>
                <a:cs typeface="Times New Roman"/>
              </a:rPr>
              <a:t> </a:t>
            </a:r>
            <a:r>
              <a:rPr lang="en-US" sz="1200" dirty="0">
                <a:latin typeface="Times New Roman"/>
                <a:cs typeface="Times New Roman"/>
              </a:rPr>
              <a:t>lines</a:t>
            </a:r>
            <a:r>
              <a:rPr lang="en-US" sz="1200" spc="20" dirty="0">
                <a:latin typeface="Times New Roman"/>
                <a:cs typeface="Times New Roman"/>
              </a:rPr>
              <a:t> </a:t>
            </a:r>
            <a:r>
              <a:rPr lang="en-US" sz="1200" dirty="0">
                <a:latin typeface="Times New Roman"/>
                <a:cs typeface="Times New Roman"/>
              </a:rPr>
              <a:t>the</a:t>
            </a:r>
            <a:r>
              <a:rPr lang="en-US" sz="1200" spc="35" dirty="0">
                <a:latin typeface="Times New Roman"/>
                <a:cs typeface="Times New Roman"/>
              </a:rPr>
              <a:t> </a:t>
            </a:r>
            <a:r>
              <a:rPr lang="en-US" sz="1200" spc="-10" dirty="0">
                <a:latin typeface="Times New Roman"/>
                <a:cs typeface="Times New Roman"/>
              </a:rPr>
              <a:t>specific </a:t>
            </a:r>
            <a:r>
              <a:rPr lang="en-US" sz="1200" dirty="0">
                <a:latin typeface="Times New Roman"/>
                <a:cs typeface="Times New Roman"/>
              </a:rPr>
              <a:t>bits</a:t>
            </a:r>
            <a:r>
              <a:rPr lang="en-US" sz="1200" spc="105" dirty="0">
                <a:latin typeface="Times New Roman"/>
                <a:cs typeface="Times New Roman"/>
              </a:rPr>
              <a:t> </a:t>
            </a:r>
            <a:r>
              <a:rPr lang="en-US" sz="1200" dirty="0">
                <a:latin typeface="Times New Roman"/>
                <a:cs typeface="Times New Roman"/>
              </a:rPr>
              <a:t>of</a:t>
            </a:r>
            <a:r>
              <a:rPr lang="en-US" sz="1200" spc="120" dirty="0">
                <a:latin typeface="Times New Roman"/>
                <a:cs typeface="Times New Roman"/>
              </a:rPr>
              <a:t> </a:t>
            </a:r>
            <a:r>
              <a:rPr lang="en-US" sz="1200" dirty="0">
                <a:latin typeface="Times New Roman"/>
                <a:cs typeface="Times New Roman"/>
              </a:rPr>
              <a:t>the</a:t>
            </a:r>
            <a:r>
              <a:rPr lang="en-US" sz="1200" spc="100" dirty="0">
                <a:latin typeface="Times New Roman"/>
                <a:cs typeface="Times New Roman"/>
              </a:rPr>
              <a:t> </a:t>
            </a:r>
            <a:r>
              <a:rPr lang="en-US" sz="1200" dirty="0">
                <a:latin typeface="Times New Roman"/>
                <a:cs typeface="Times New Roman"/>
              </a:rPr>
              <a:t>fingers</a:t>
            </a:r>
            <a:r>
              <a:rPr lang="en-US" sz="1200" spc="110" dirty="0">
                <a:latin typeface="Times New Roman"/>
                <a:cs typeface="Times New Roman"/>
              </a:rPr>
              <a:t> </a:t>
            </a:r>
            <a:r>
              <a:rPr lang="en-US" sz="1200" dirty="0">
                <a:latin typeface="Times New Roman"/>
                <a:cs typeface="Times New Roman"/>
              </a:rPr>
              <a:t>that</a:t>
            </a:r>
            <a:r>
              <a:rPr lang="en-US" sz="1200" spc="114" dirty="0">
                <a:latin typeface="Times New Roman"/>
                <a:cs typeface="Times New Roman"/>
              </a:rPr>
              <a:t> </a:t>
            </a:r>
            <a:r>
              <a:rPr lang="en-US" sz="1200" dirty="0">
                <a:latin typeface="Times New Roman"/>
                <a:cs typeface="Times New Roman"/>
              </a:rPr>
              <a:t>region</a:t>
            </a:r>
            <a:r>
              <a:rPr lang="en-US" sz="1200" spc="114" dirty="0">
                <a:latin typeface="Times New Roman"/>
                <a:cs typeface="Times New Roman"/>
              </a:rPr>
              <a:t> </a:t>
            </a:r>
            <a:r>
              <a:rPr lang="en-US" sz="1200" dirty="0">
                <a:latin typeface="Times New Roman"/>
                <a:cs typeface="Times New Roman"/>
              </a:rPr>
              <a:t>unit</a:t>
            </a:r>
            <a:r>
              <a:rPr lang="en-US" sz="1200" spc="100" dirty="0">
                <a:latin typeface="Times New Roman"/>
                <a:cs typeface="Times New Roman"/>
              </a:rPr>
              <a:t> </a:t>
            </a:r>
            <a:r>
              <a:rPr lang="en-US" sz="1200" dirty="0">
                <a:latin typeface="Times New Roman"/>
                <a:cs typeface="Times New Roman"/>
              </a:rPr>
              <a:t>up,</a:t>
            </a:r>
            <a:r>
              <a:rPr lang="en-US" sz="1200" spc="105" dirty="0">
                <a:latin typeface="Times New Roman"/>
                <a:cs typeface="Times New Roman"/>
              </a:rPr>
              <a:t> </a:t>
            </a:r>
            <a:r>
              <a:rPr lang="en-US" sz="1200" dirty="0">
                <a:latin typeface="Times New Roman"/>
                <a:cs typeface="Times New Roman"/>
              </a:rPr>
              <a:t>and</a:t>
            </a:r>
            <a:r>
              <a:rPr lang="en-US" sz="1200" spc="110" dirty="0">
                <a:latin typeface="Times New Roman"/>
                <a:cs typeface="Times New Roman"/>
              </a:rPr>
              <a:t> </a:t>
            </a:r>
            <a:r>
              <a:rPr lang="en-US" sz="1200" dirty="0">
                <a:latin typeface="Times New Roman"/>
                <a:cs typeface="Times New Roman"/>
              </a:rPr>
              <a:t>according</a:t>
            </a:r>
            <a:r>
              <a:rPr lang="en-US" sz="1200" spc="105" dirty="0">
                <a:latin typeface="Times New Roman"/>
                <a:cs typeface="Times New Roman"/>
              </a:rPr>
              <a:t> </a:t>
            </a:r>
            <a:r>
              <a:rPr lang="en-US" sz="1200" dirty="0">
                <a:latin typeface="Times New Roman"/>
                <a:cs typeface="Times New Roman"/>
              </a:rPr>
              <a:t>to</a:t>
            </a:r>
            <a:r>
              <a:rPr lang="en-US" sz="1200" spc="120" dirty="0">
                <a:latin typeface="Times New Roman"/>
                <a:cs typeface="Times New Roman"/>
              </a:rPr>
              <a:t> </a:t>
            </a:r>
            <a:r>
              <a:rPr lang="en-US" sz="1200" dirty="0">
                <a:latin typeface="Times New Roman"/>
                <a:cs typeface="Times New Roman"/>
              </a:rPr>
              <a:t>that,</a:t>
            </a:r>
            <a:r>
              <a:rPr lang="en-US" sz="1200" spc="120" dirty="0">
                <a:latin typeface="Times New Roman"/>
                <a:cs typeface="Times New Roman"/>
              </a:rPr>
              <a:t> </a:t>
            </a:r>
            <a:r>
              <a:rPr lang="en-US" sz="1200" dirty="0">
                <a:latin typeface="Times New Roman"/>
                <a:cs typeface="Times New Roman"/>
              </a:rPr>
              <a:t>the</a:t>
            </a:r>
            <a:r>
              <a:rPr lang="en-US" sz="1200" spc="105" dirty="0">
                <a:latin typeface="Times New Roman"/>
                <a:cs typeface="Times New Roman"/>
              </a:rPr>
              <a:t> </a:t>
            </a:r>
            <a:r>
              <a:rPr lang="en-US" sz="1200" dirty="0">
                <a:latin typeface="Times New Roman"/>
                <a:cs typeface="Times New Roman"/>
              </a:rPr>
              <a:t>authentic</a:t>
            </a:r>
            <a:r>
              <a:rPr lang="en-US" sz="1200" spc="100" dirty="0">
                <a:latin typeface="Times New Roman"/>
                <a:cs typeface="Times New Roman"/>
              </a:rPr>
              <a:t> </a:t>
            </a:r>
            <a:r>
              <a:rPr lang="en-US" sz="1200" dirty="0">
                <a:latin typeface="Times New Roman"/>
                <a:cs typeface="Times New Roman"/>
              </a:rPr>
              <a:t>mouse</a:t>
            </a:r>
            <a:r>
              <a:rPr lang="en-US" sz="1200" spc="120" dirty="0">
                <a:latin typeface="Times New Roman"/>
                <a:cs typeface="Times New Roman"/>
              </a:rPr>
              <a:t> </a:t>
            </a:r>
            <a:r>
              <a:rPr lang="en-US" sz="1200" dirty="0">
                <a:latin typeface="Times New Roman"/>
                <a:cs typeface="Times New Roman"/>
              </a:rPr>
              <a:t>perform</a:t>
            </a:r>
            <a:r>
              <a:rPr lang="en-US" sz="1200" spc="110" dirty="0">
                <a:latin typeface="Times New Roman"/>
                <a:cs typeface="Times New Roman"/>
              </a:rPr>
              <a:t> </a:t>
            </a:r>
            <a:r>
              <a:rPr lang="en-US" sz="1200" dirty="0">
                <a:latin typeface="Times New Roman"/>
                <a:cs typeface="Times New Roman"/>
              </a:rPr>
              <a:t>is</a:t>
            </a:r>
            <a:r>
              <a:rPr lang="en-US" sz="1200" spc="140" dirty="0">
                <a:latin typeface="Times New Roman"/>
                <a:cs typeface="Times New Roman"/>
              </a:rPr>
              <a:t> </a:t>
            </a:r>
            <a:r>
              <a:rPr lang="en-US" sz="1200" spc="-10" dirty="0">
                <a:latin typeface="Times New Roman"/>
                <a:cs typeface="Times New Roman"/>
              </a:rPr>
              <a:t>played </a:t>
            </a:r>
            <a:r>
              <a:rPr lang="en-US" sz="1200" dirty="0">
                <a:latin typeface="Times New Roman"/>
                <a:cs typeface="Times New Roman"/>
              </a:rPr>
              <a:t>out</a:t>
            </a:r>
            <a:r>
              <a:rPr lang="en-US" sz="1200" spc="25" dirty="0">
                <a:latin typeface="Times New Roman"/>
                <a:cs typeface="Times New Roman"/>
              </a:rPr>
              <a:t> </a:t>
            </a:r>
            <a:r>
              <a:rPr lang="en-US" sz="1200" dirty="0">
                <a:latin typeface="Times New Roman"/>
                <a:cs typeface="Times New Roman"/>
              </a:rPr>
              <a:t>its</a:t>
            </a:r>
            <a:r>
              <a:rPr lang="en-US" sz="1200" spc="25" dirty="0">
                <a:latin typeface="Times New Roman"/>
                <a:cs typeface="Times New Roman"/>
              </a:rPr>
              <a:t> </a:t>
            </a:r>
            <a:r>
              <a:rPr lang="en-US" sz="1200" spc="-10" dirty="0">
                <a:latin typeface="Times New Roman"/>
                <a:cs typeface="Times New Roman"/>
              </a:rPr>
              <a:t>assignments.</a:t>
            </a:r>
            <a:endParaRPr lang="en-US" sz="12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6" name="object 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76200">
              <a:lnSpc>
                <a:spcPts val="1410"/>
              </a:lnSpc>
            </a:pPr>
            <a:r>
              <a:rPr lang="en-US" spc="-50" dirty="0"/>
              <a:t>8</a:t>
            </a:r>
            <a:endParaRPr spc="-50" dirty="0"/>
          </a:p>
        </p:txBody>
      </p:sp>
      <p:sp>
        <p:nvSpPr>
          <p:cNvPr id="7" name="object 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86764" y="889761"/>
            <a:ext cx="6145530" cy="9094156"/>
          </a:xfrm>
          <a:prstGeom prst="rect">
            <a:avLst/>
          </a:prstGeom>
        </p:spPr>
        <p:txBody>
          <a:bodyPr vert="horz" wrap="square" lIns="0" tIns="12065" rIns="0" bIns="0" rtlCol="0">
            <a:spAutoFit/>
          </a:bodyPr>
          <a:lstStyle/>
          <a:p>
            <a:pPr marL="12700">
              <a:lnSpc>
                <a:spcPct val="100000"/>
              </a:lnSpc>
              <a:spcBef>
                <a:spcPts val="95"/>
              </a:spcBef>
            </a:pPr>
            <a:r>
              <a:rPr lang="en-US" sz="1600" b="1" dirty="0">
                <a:latin typeface="Times New Roman"/>
                <a:cs typeface="Times New Roman"/>
              </a:rPr>
              <a:t>CHAPTER</a:t>
            </a:r>
            <a:r>
              <a:rPr lang="en-US" sz="1600" b="1" spc="-45" dirty="0">
                <a:latin typeface="Times New Roman"/>
                <a:cs typeface="Times New Roman"/>
              </a:rPr>
              <a:t> </a:t>
            </a:r>
            <a:r>
              <a:rPr lang="en-US" sz="1600" b="1" spc="-50" dirty="0">
                <a:latin typeface="Times New Roman"/>
                <a:cs typeface="Times New Roman"/>
              </a:rPr>
              <a:t>3</a:t>
            </a:r>
            <a:endParaRPr lang="en-US" sz="1600" dirty="0">
              <a:latin typeface="Times New Roman"/>
              <a:cs typeface="Times New Roman"/>
            </a:endParaRPr>
          </a:p>
          <a:p>
            <a:pPr marL="705485">
              <a:lnSpc>
                <a:spcPct val="100000"/>
              </a:lnSpc>
              <a:spcBef>
                <a:spcPts val="1625"/>
              </a:spcBef>
            </a:pPr>
            <a:r>
              <a:rPr lang="en-US" sz="1800" b="1" dirty="0">
                <a:latin typeface="Times New Roman"/>
                <a:cs typeface="Times New Roman"/>
              </a:rPr>
              <a:t>SYSTEM</a:t>
            </a:r>
            <a:r>
              <a:rPr lang="en-US" sz="1800" b="1" spc="-35" dirty="0">
                <a:latin typeface="Times New Roman"/>
                <a:cs typeface="Times New Roman"/>
              </a:rPr>
              <a:t> </a:t>
            </a:r>
            <a:r>
              <a:rPr lang="en-US" sz="1800" b="1" dirty="0">
                <a:latin typeface="Times New Roman"/>
                <a:cs typeface="Times New Roman"/>
              </a:rPr>
              <a:t>REQUIREMENTS</a:t>
            </a:r>
            <a:r>
              <a:rPr lang="en-US" sz="1800" b="1" spc="-45" dirty="0">
                <a:latin typeface="Times New Roman"/>
                <a:cs typeface="Times New Roman"/>
              </a:rPr>
              <a:t> </a:t>
            </a:r>
            <a:r>
              <a:rPr lang="en-US" sz="1800" b="1" spc="-10" dirty="0">
                <a:latin typeface="Times New Roman"/>
                <a:cs typeface="Times New Roman"/>
              </a:rPr>
              <a:t>SPECIFICATION</a:t>
            </a:r>
            <a:endParaRPr lang="en-US" sz="1800" dirty="0">
              <a:latin typeface="Times New Roman"/>
              <a:cs typeface="Times New Roman"/>
            </a:endParaRPr>
          </a:p>
          <a:p>
            <a:pPr marL="12700" marR="5080" indent="427990" algn="just">
              <a:lnSpc>
                <a:spcPct val="150000"/>
              </a:lnSpc>
              <a:spcBef>
                <a:spcPts val="825"/>
              </a:spcBef>
            </a:pPr>
            <a:r>
              <a:rPr lang="en-US" sz="1200" dirty="0">
                <a:latin typeface="Times New Roman" panose="02020603050405020304" pitchFamily="18" charset="0"/>
                <a:cs typeface="Times New Roman" panose="02020603050405020304" pitchFamily="18" charset="0"/>
              </a:rPr>
              <a:t>A System Requirement Specification is a document that defines the technical requirements necessary for a system to function </a:t>
            </a:r>
            <a:r>
              <a:rPr lang="en-US" sz="1200" dirty="0" err="1">
                <a:latin typeface="Times New Roman" panose="02020603050405020304" pitchFamily="18" charset="0"/>
                <a:cs typeface="Times New Roman" panose="02020603050405020304" pitchFamily="18" charset="0"/>
              </a:rPr>
              <a:t>effectively.It</a:t>
            </a:r>
            <a:r>
              <a:rPr lang="en-US" sz="1200" dirty="0">
                <a:latin typeface="Times New Roman" panose="02020603050405020304" pitchFamily="18" charset="0"/>
                <a:cs typeface="Times New Roman" panose="02020603050405020304" pitchFamily="18" charset="0"/>
              </a:rPr>
              <a:t> serves as a crucial reference in software development </a:t>
            </a:r>
            <a:r>
              <a:rPr lang="en-US" sz="1200" dirty="0" err="1">
                <a:latin typeface="Times New Roman" panose="02020603050405020304" pitchFamily="18" charset="0"/>
                <a:cs typeface="Times New Roman" panose="02020603050405020304" pitchFamily="18" charset="0"/>
              </a:rPr>
              <a:t>projects,ensuring</a:t>
            </a:r>
            <a:r>
              <a:rPr lang="en-US" sz="1200" dirty="0">
                <a:latin typeface="Times New Roman" panose="02020603050405020304" pitchFamily="18" charset="0"/>
                <a:cs typeface="Times New Roman" panose="02020603050405020304" pitchFamily="18" charset="0"/>
              </a:rPr>
              <a:t> that all stakeholders have a clear and shared understanding of the system’s needs, functionalities, and constraints.</a:t>
            </a:r>
          </a:p>
          <a:p>
            <a:pPr marL="12700" lvl="1">
              <a:lnSpc>
                <a:spcPct val="150000"/>
              </a:lnSpc>
              <a:tabLst>
                <a:tab pos="316865" algn="l"/>
              </a:tabLst>
            </a:pPr>
            <a:r>
              <a:rPr lang="en-US" sz="1600" b="1" spc="-10" dirty="0">
                <a:latin typeface="Times New Roman"/>
                <a:cs typeface="Times New Roman"/>
              </a:rPr>
              <a:t>3.1 Introduction</a:t>
            </a:r>
            <a:endParaRPr lang="en-US" sz="1600" dirty="0">
              <a:latin typeface="Times New Roman"/>
              <a:cs typeface="Times New Roman"/>
            </a:endParaRPr>
          </a:p>
          <a:p>
            <a:pPr marL="12700" marR="5080" indent="427990" algn="just">
              <a:lnSpc>
                <a:spcPct val="150000"/>
              </a:lnSpc>
              <a:spcBef>
                <a:spcPts val="710"/>
              </a:spcBef>
            </a:pPr>
            <a:r>
              <a:rPr lang="en-US" sz="1200" dirty="0">
                <a:latin typeface="Times New Roman"/>
                <a:cs typeface="Times New Roman"/>
              </a:rPr>
              <a:t>A</a:t>
            </a:r>
            <a:r>
              <a:rPr lang="en-US" sz="1200" spc="95" dirty="0">
                <a:latin typeface="Times New Roman"/>
                <a:cs typeface="Times New Roman"/>
              </a:rPr>
              <a:t> </a:t>
            </a:r>
            <a:r>
              <a:rPr lang="en-US" sz="1200" dirty="0">
                <a:latin typeface="Times New Roman"/>
                <a:cs typeface="Times New Roman"/>
              </a:rPr>
              <a:t>System</a:t>
            </a:r>
            <a:r>
              <a:rPr lang="en-US" sz="1200" spc="90" dirty="0">
                <a:latin typeface="Times New Roman"/>
                <a:cs typeface="Times New Roman"/>
              </a:rPr>
              <a:t> </a:t>
            </a:r>
            <a:r>
              <a:rPr lang="en-US" sz="1200" dirty="0">
                <a:latin typeface="Times New Roman"/>
                <a:cs typeface="Times New Roman"/>
              </a:rPr>
              <a:t>Requirements</a:t>
            </a:r>
            <a:r>
              <a:rPr lang="en-US" sz="1200" spc="105" dirty="0">
                <a:latin typeface="Times New Roman"/>
                <a:cs typeface="Times New Roman"/>
              </a:rPr>
              <a:t> </a:t>
            </a:r>
            <a:r>
              <a:rPr lang="en-US" sz="1200" dirty="0">
                <a:latin typeface="Times New Roman"/>
                <a:cs typeface="Times New Roman"/>
              </a:rPr>
              <a:t>Specification</a:t>
            </a:r>
            <a:r>
              <a:rPr lang="en-US" sz="1200" spc="100" dirty="0">
                <a:latin typeface="Times New Roman"/>
                <a:cs typeface="Times New Roman"/>
              </a:rPr>
              <a:t> </a:t>
            </a:r>
            <a:r>
              <a:rPr lang="en-US" sz="1200" dirty="0">
                <a:latin typeface="Times New Roman"/>
                <a:cs typeface="Times New Roman"/>
              </a:rPr>
              <a:t>(SRS)</a:t>
            </a:r>
            <a:r>
              <a:rPr lang="en-US" sz="1200" spc="100" dirty="0">
                <a:latin typeface="Times New Roman"/>
                <a:cs typeface="Times New Roman"/>
              </a:rPr>
              <a:t> </a:t>
            </a:r>
            <a:r>
              <a:rPr lang="en-US" sz="1200" dirty="0">
                <a:latin typeface="Times New Roman"/>
                <a:cs typeface="Times New Roman"/>
              </a:rPr>
              <a:t>is</a:t>
            </a:r>
            <a:r>
              <a:rPr lang="en-US" sz="1200" spc="100" dirty="0">
                <a:latin typeface="Times New Roman"/>
                <a:cs typeface="Times New Roman"/>
              </a:rPr>
              <a:t> </a:t>
            </a:r>
            <a:r>
              <a:rPr lang="en-US" sz="1200" dirty="0">
                <a:latin typeface="Times New Roman"/>
                <a:cs typeface="Times New Roman"/>
              </a:rPr>
              <a:t>a</a:t>
            </a:r>
            <a:r>
              <a:rPr lang="en-US" sz="1200" spc="100" dirty="0">
                <a:latin typeface="Times New Roman"/>
                <a:cs typeface="Times New Roman"/>
              </a:rPr>
              <a:t> </a:t>
            </a:r>
            <a:r>
              <a:rPr lang="en-US" sz="1200" dirty="0">
                <a:latin typeface="Times New Roman"/>
                <a:cs typeface="Times New Roman"/>
              </a:rPr>
              <a:t>formal</a:t>
            </a:r>
            <a:r>
              <a:rPr lang="en-US" sz="1200" spc="100" dirty="0">
                <a:latin typeface="Times New Roman"/>
                <a:cs typeface="Times New Roman"/>
              </a:rPr>
              <a:t> </a:t>
            </a:r>
            <a:r>
              <a:rPr lang="en-US" sz="1200" dirty="0">
                <a:latin typeface="Times New Roman"/>
                <a:cs typeface="Times New Roman"/>
              </a:rPr>
              <a:t>document</a:t>
            </a:r>
            <a:r>
              <a:rPr lang="en-US" sz="1200" spc="95" dirty="0">
                <a:latin typeface="Times New Roman"/>
                <a:cs typeface="Times New Roman"/>
              </a:rPr>
              <a:t> </a:t>
            </a:r>
            <a:r>
              <a:rPr lang="en-US" sz="1200" dirty="0">
                <a:latin typeface="Times New Roman"/>
                <a:cs typeface="Times New Roman"/>
              </a:rPr>
              <a:t>that</a:t>
            </a:r>
            <a:r>
              <a:rPr lang="en-US" sz="1200" spc="100" dirty="0">
                <a:latin typeface="Times New Roman"/>
                <a:cs typeface="Times New Roman"/>
              </a:rPr>
              <a:t> </a:t>
            </a:r>
            <a:r>
              <a:rPr lang="en-US" sz="1200" dirty="0">
                <a:latin typeface="Times New Roman"/>
                <a:cs typeface="Times New Roman"/>
              </a:rPr>
              <a:t>defines</a:t>
            </a:r>
            <a:r>
              <a:rPr lang="en-US" sz="1200" spc="105" dirty="0">
                <a:latin typeface="Times New Roman"/>
                <a:cs typeface="Times New Roman"/>
              </a:rPr>
              <a:t> </a:t>
            </a:r>
            <a:r>
              <a:rPr lang="en-US" sz="1200" dirty="0">
                <a:latin typeface="Times New Roman"/>
                <a:cs typeface="Times New Roman"/>
              </a:rPr>
              <a:t>the</a:t>
            </a:r>
            <a:r>
              <a:rPr lang="en-US" sz="1200" spc="110" dirty="0">
                <a:latin typeface="Times New Roman"/>
                <a:cs typeface="Times New Roman"/>
              </a:rPr>
              <a:t> </a:t>
            </a:r>
            <a:r>
              <a:rPr lang="en-US" sz="1200" spc="-10" dirty="0">
                <a:latin typeface="Times New Roman"/>
                <a:cs typeface="Times New Roman"/>
              </a:rPr>
              <a:t>expected </a:t>
            </a:r>
            <a:r>
              <a:rPr lang="en-US" sz="1200" dirty="0">
                <a:latin typeface="Times New Roman"/>
                <a:cs typeface="Times New Roman"/>
              </a:rPr>
              <a:t>features,</a:t>
            </a:r>
            <a:r>
              <a:rPr lang="en-US" sz="1200" spc="95" dirty="0">
                <a:latin typeface="Times New Roman"/>
                <a:cs typeface="Times New Roman"/>
              </a:rPr>
              <a:t> </a:t>
            </a:r>
            <a:r>
              <a:rPr lang="en-US" sz="1200" dirty="0">
                <a:latin typeface="Times New Roman"/>
                <a:cs typeface="Times New Roman"/>
              </a:rPr>
              <a:t>behavior,</a:t>
            </a:r>
            <a:r>
              <a:rPr lang="en-US" sz="1200" spc="105" dirty="0">
                <a:latin typeface="Times New Roman"/>
                <a:cs typeface="Times New Roman"/>
              </a:rPr>
              <a:t> </a:t>
            </a:r>
            <a:r>
              <a:rPr lang="en-US" sz="1200" dirty="0">
                <a:latin typeface="Times New Roman"/>
                <a:cs typeface="Times New Roman"/>
              </a:rPr>
              <a:t>and</a:t>
            </a:r>
            <a:r>
              <a:rPr lang="en-US" sz="1200" spc="110" dirty="0">
                <a:latin typeface="Times New Roman"/>
                <a:cs typeface="Times New Roman"/>
              </a:rPr>
              <a:t> </a:t>
            </a:r>
            <a:r>
              <a:rPr lang="en-US" sz="1200" dirty="0">
                <a:latin typeface="Times New Roman"/>
                <a:cs typeface="Times New Roman"/>
              </a:rPr>
              <a:t>functionality</a:t>
            </a:r>
            <a:r>
              <a:rPr lang="en-US" sz="1200" spc="80" dirty="0">
                <a:latin typeface="Times New Roman"/>
                <a:cs typeface="Times New Roman"/>
              </a:rPr>
              <a:t> </a:t>
            </a:r>
            <a:r>
              <a:rPr lang="en-US" sz="1200" dirty="0">
                <a:latin typeface="Times New Roman"/>
                <a:cs typeface="Times New Roman"/>
              </a:rPr>
              <a:t>of</a:t>
            </a:r>
            <a:r>
              <a:rPr lang="en-US" sz="1200" spc="120" dirty="0">
                <a:latin typeface="Times New Roman"/>
                <a:cs typeface="Times New Roman"/>
              </a:rPr>
              <a:t> </a:t>
            </a:r>
            <a:r>
              <a:rPr lang="en-US" sz="1200" dirty="0">
                <a:latin typeface="Times New Roman"/>
                <a:cs typeface="Times New Roman"/>
              </a:rPr>
              <a:t>a</a:t>
            </a:r>
            <a:r>
              <a:rPr lang="en-US" sz="1200" spc="90" dirty="0">
                <a:latin typeface="Times New Roman"/>
                <a:cs typeface="Times New Roman"/>
              </a:rPr>
              <a:t> </a:t>
            </a:r>
            <a:r>
              <a:rPr lang="en-US" sz="1200" dirty="0">
                <a:latin typeface="Times New Roman"/>
                <a:cs typeface="Times New Roman"/>
              </a:rPr>
              <a:t>system</a:t>
            </a:r>
            <a:r>
              <a:rPr lang="en-US" sz="1200" spc="110" dirty="0">
                <a:latin typeface="Times New Roman"/>
                <a:cs typeface="Times New Roman"/>
              </a:rPr>
              <a:t> </a:t>
            </a:r>
            <a:r>
              <a:rPr lang="en-US" sz="1200" dirty="0">
                <a:latin typeface="Times New Roman"/>
                <a:cs typeface="Times New Roman"/>
              </a:rPr>
              <a:t>or</a:t>
            </a:r>
            <a:r>
              <a:rPr lang="en-US" sz="1200" spc="75" dirty="0">
                <a:latin typeface="Times New Roman"/>
                <a:cs typeface="Times New Roman"/>
              </a:rPr>
              <a:t> </a:t>
            </a:r>
            <a:r>
              <a:rPr lang="en-US" sz="1200" dirty="0">
                <a:latin typeface="Times New Roman"/>
                <a:cs typeface="Times New Roman"/>
              </a:rPr>
              <a:t>software</a:t>
            </a:r>
            <a:r>
              <a:rPr lang="en-US" sz="1200" spc="114" dirty="0">
                <a:latin typeface="Times New Roman"/>
                <a:cs typeface="Times New Roman"/>
              </a:rPr>
              <a:t> </a:t>
            </a:r>
            <a:r>
              <a:rPr lang="en-US" sz="1200" dirty="0">
                <a:latin typeface="Times New Roman"/>
                <a:cs typeface="Times New Roman"/>
              </a:rPr>
              <a:t>application.</a:t>
            </a:r>
            <a:r>
              <a:rPr lang="en-US" sz="1200" spc="120" dirty="0">
                <a:latin typeface="Times New Roman"/>
                <a:cs typeface="Times New Roman"/>
              </a:rPr>
              <a:t> </a:t>
            </a:r>
            <a:r>
              <a:rPr lang="en-US" sz="1200" dirty="0">
                <a:latin typeface="Times New Roman"/>
                <a:cs typeface="Times New Roman"/>
              </a:rPr>
              <a:t>It</a:t>
            </a:r>
            <a:r>
              <a:rPr lang="en-US" sz="1200" spc="95" dirty="0">
                <a:latin typeface="Times New Roman"/>
                <a:cs typeface="Times New Roman"/>
              </a:rPr>
              <a:t> </a:t>
            </a:r>
            <a:r>
              <a:rPr lang="en-US" sz="1200" dirty="0">
                <a:latin typeface="Times New Roman"/>
                <a:cs typeface="Times New Roman"/>
              </a:rPr>
              <a:t>serves</a:t>
            </a:r>
            <a:r>
              <a:rPr lang="en-US" sz="1200" spc="110" dirty="0">
                <a:latin typeface="Times New Roman"/>
                <a:cs typeface="Times New Roman"/>
              </a:rPr>
              <a:t> </a:t>
            </a:r>
            <a:r>
              <a:rPr lang="en-US" sz="1200" dirty="0">
                <a:latin typeface="Times New Roman"/>
                <a:cs typeface="Times New Roman"/>
              </a:rPr>
              <a:t>as</a:t>
            </a:r>
            <a:r>
              <a:rPr lang="en-US" sz="1200" spc="110" dirty="0">
                <a:latin typeface="Times New Roman"/>
                <a:cs typeface="Times New Roman"/>
              </a:rPr>
              <a:t> </a:t>
            </a:r>
            <a:r>
              <a:rPr lang="en-US" sz="1200" dirty="0">
                <a:latin typeface="Times New Roman"/>
                <a:cs typeface="Times New Roman"/>
              </a:rPr>
              <a:t>a</a:t>
            </a:r>
            <a:r>
              <a:rPr lang="en-US" sz="1200" spc="90" dirty="0">
                <a:latin typeface="Times New Roman"/>
                <a:cs typeface="Times New Roman"/>
              </a:rPr>
              <a:t> </a:t>
            </a:r>
            <a:r>
              <a:rPr lang="en-US" sz="1200" dirty="0">
                <a:latin typeface="Times New Roman"/>
                <a:cs typeface="Times New Roman"/>
              </a:rPr>
              <a:t>blueprint</a:t>
            </a:r>
            <a:r>
              <a:rPr lang="en-US" sz="1200" spc="95" dirty="0">
                <a:latin typeface="Times New Roman"/>
                <a:cs typeface="Times New Roman"/>
              </a:rPr>
              <a:t> </a:t>
            </a:r>
            <a:r>
              <a:rPr lang="en-US" sz="1200" spc="-25" dirty="0">
                <a:latin typeface="Times New Roman"/>
                <a:cs typeface="Times New Roman"/>
              </a:rPr>
              <a:t>for </a:t>
            </a:r>
            <a:r>
              <a:rPr lang="en-US" sz="1200" dirty="0">
                <a:latin typeface="Times New Roman"/>
                <a:cs typeface="Times New Roman"/>
              </a:rPr>
              <a:t>both</a:t>
            </a:r>
            <a:r>
              <a:rPr lang="en-US" sz="1200" spc="180" dirty="0">
                <a:latin typeface="Times New Roman"/>
                <a:cs typeface="Times New Roman"/>
              </a:rPr>
              <a:t> </a:t>
            </a:r>
            <a:r>
              <a:rPr lang="en-US" sz="1200" dirty="0">
                <a:latin typeface="Times New Roman"/>
                <a:cs typeface="Times New Roman"/>
              </a:rPr>
              <a:t>developers</a:t>
            </a:r>
            <a:r>
              <a:rPr lang="en-US" sz="1200" spc="204" dirty="0">
                <a:latin typeface="Times New Roman"/>
                <a:cs typeface="Times New Roman"/>
              </a:rPr>
              <a:t> </a:t>
            </a:r>
            <a:r>
              <a:rPr lang="en-US" sz="1200" dirty="0">
                <a:latin typeface="Times New Roman"/>
                <a:cs typeface="Times New Roman"/>
              </a:rPr>
              <a:t>and</a:t>
            </a:r>
            <a:r>
              <a:rPr lang="en-US" sz="1200" spc="160" dirty="0">
                <a:latin typeface="Times New Roman"/>
                <a:cs typeface="Times New Roman"/>
              </a:rPr>
              <a:t> </a:t>
            </a:r>
            <a:r>
              <a:rPr lang="en-US" sz="1200" dirty="0">
                <a:latin typeface="Times New Roman"/>
                <a:cs typeface="Times New Roman"/>
              </a:rPr>
              <a:t>stakeholders,</a:t>
            </a:r>
            <a:r>
              <a:rPr lang="en-US" sz="1200" spc="185" dirty="0">
                <a:latin typeface="Times New Roman"/>
                <a:cs typeface="Times New Roman"/>
              </a:rPr>
              <a:t> </a:t>
            </a:r>
            <a:r>
              <a:rPr lang="en-US" sz="1200" dirty="0">
                <a:latin typeface="Times New Roman"/>
                <a:cs typeface="Times New Roman"/>
              </a:rPr>
              <a:t>ensuring</a:t>
            </a:r>
            <a:r>
              <a:rPr lang="en-US" sz="1200" spc="175" dirty="0">
                <a:latin typeface="Times New Roman"/>
                <a:cs typeface="Times New Roman"/>
              </a:rPr>
              <a:t> </a:t>
            </a:r>
            <a:r>
              <a:rPr lang="en-US" sz="1200" dirty="0">
                <a:latin typeface="Times New Roman"/>
                <a:cs typeface="Times New Roman"/>
              </a:rPr>
              <a:t>a</a:t>
            </a:r>
            <a:r>
              <a:rPr lang="en-US" sz="1200" spc="180" dirty="0">
                <a:latin typeface="Times New Roman"/>
                <a:cs typeface="Times New Roman"/>
              </a:rPr>
              <a:t> </a:t>
            </a:r>
            <a:r>
              <a:rPr lang="en-US" sz="1200" dirty="0">
                <a:latin typeface="Times New Roman"/>
                <a:cs typeface="Times New Roman"/>
              </a:rPr>
              <a:t>shared</a:t>
            </a:r>
            <a:r>
              <a:rPr lang="en-US" sz="1200" spc="185" dirty="0">
                <a:latin typeface="Times New Roman"/>
                <a:cs typeface="Times New Roman"/>
              </a:rPr>
              <a:t> </a:t>
            </a:r>
            <a:r>
              <a:rPr lang="en-US" sz="1200" dirty="0">
                <a:latin typeface="Times New Roman"/>
                <a:cs typeface="Times New Roman"/>
              </a:rPr>
              <a:t>understanding</a:t>
            </a:r>
            <a:r>
              <a:rPr lang="en-US" sz="1200" spc="175" dirty="0">
                <a:latin typeface="Times New Roman"/>
                <a:cs typeface="Times New Roman"/>
              </a:rPr>
              <a:t> </a:t>
            </a:r>
            <a:r>
              <a:rPr lang="en-US" sz="1200" dirty="0">
                <a:latin typeface="Times New Roman"/>
                <a:cs typeface="Times New Roman"/>
              </a:rPr>
              <a:t>of</a:t>
            </a:r>
            <a:r>
              <a:rPr lang="en-US" sz="1200" spc="195" dirty="0">
                <a:latin typeface="Times New Roman"/>
                <a:cs typeface="Times New Roman"/>
              </a:rPr>
              <a:t> </a:t>
            </a:r>
            <a:r>
              <a:rPr lang="en-US" sz="1200" dirty="0">
                <a:latin typeface="Times New Roman"/>
                <a:cs typeface="Times New Roman"/>
              </a:rPr>
              <a:t>the</a:t>
            </a:r>
            <a:r>
              <a:rPr lang="en-US" sz="1200" spc="185" dirty="0">
                <a:latin typeface="Times New Roman"/>
                <a:cs typeface="Times New Roman"/>
              </a:rPr>
              <a:t> </a:t>
            </a:r>
            <a:r>
              <a:rPr lang="en-US" sz="1200" dirty="0">
                <a:latin typeface="Times New Roman"/>
                <a:cs typeface="Times New Roman"/>
              </a:rPr>
              <a:t>system’s</a:t>
            </a:r>
            <a:r>
              <a:rPr lang="en-US" sz="1200" spc="190" dirty="0">
                <a:latin typeface="Times New Roman"/>
                <a:cs typeface="Times New Roman"/>
              </a:rPr>
              <a:t> </a:t>
            </a:r>
            <a:r>
              <a:rPr lang="en-US" sz="1200" dirty="0">
                <a:latin typeface="Times New Roman"/>
                <a:cs typeface="Times New Roman"/>
              </a:rPr>
              <a:t>objectives</a:t>
            </a:r>
            <a:r>
              <a:rPr lang="en-US" sz="1200" spc="204" dirty="0">
                <a:latin typeface="Times New Roman"/>
                <a:cs typeface="Times New Roman"/>
              </a:rPr>
              <a:t> </a:t>
            </a:r>
            <a:r>
              <a:rPr lang="en-US" sz="1200" spc="-25" dirty="0">
                <a:latin typeface="Times New Roman"/>
                <a:cs typeface="Times New Roman"/>
              </a:rPr>
              <a:t>and </a:t>
            </a:r>
            <a:r>
              <a:rPr lang="en-US" sz="1200" spc="-10" dirty="0">
                <a:latin typeface="Times New Roman"/>
                <a:cs typeface="Times New Roman"/>
              </a:rPr>
              <a:t>constraints.</a:t>
            </a:r>
            <a:endParaRPr lang="en-US" sz="1200" dirty="0">
              <a:latin typeface="Times New Roman"/>
              <a:cs typeface="Times New Roman"/>
            </a:endParaRPr>
          </a:p>
          <a:p>
            <a:pPr marL="12700" marR="5080" indent="464184" algn="just">
              <a:lnSpc>
                <a:spcPct val="150000"/>
              </a:lnSpc>
              <a:spcBef>
                <a:spcPts val="930"/>
              </a:spcBef>
            </a:pPr>
            <a:r>
              <a:rPr lang="en-US" sz="1200" dirty="0">
                <a:latin typeface="Times New Roman"/>
                <a:cs typeface="Times New Roman"/>
              </a:rPr>
              <a:t>An</a:t>
            </a:r>
            <a:r>
              <a:rPr lang="en-US" sz="1200" spc="280" dirty="0">
                <a:latin typeface="Times New Roman"/>
                <a:cs typeface="Times New Roman"/>
              </a:rPr>
              <a:t> </a:t>
            </a:r>
            <a:r>
              <a:rPr lang="en-US" sz="1200" dirty="0">
                <a:latin typeface="Times New Roman"/>
                <a:cs typeface="Times New Roman"/>
              </a:rPr>
              <a:t>SRS</a:t>
            </a:r>
            <a:r>
              <a:rPr lang="en-US" sz="1200" spc="275" dirty="0">
                <a:latin typeface="Times New Roman"/>
                <a:cs typeface="Times New Roman"/>
              </a:rPr>
              <a:t> </a:t>
            </a:r>
            <a:r>
              <a:rPr lang="en-US" sz="1200" dirty="0">
                <a:latin typeface="Times New Roman"/>
                <a:cs typeface="Times New Roman"/>
              </a:rPr>
              <a:t>outlines</a:t>
            </a:r>
            <a:r>
              <a:rPr lang="en-US" sz="1200" spc="285" dirty="0">
                <a:latin typeface="Times New Roman"/>
                <a:cs typeface="Times New Roman"/>
              </a:rPr>
              <a:t> </a:t>
            </a:r>
            <a:r>
              <a:rPr lang="en-US" sz="1200" dirty="0">
                <a:latin typeface="Times New Roman"/>
                <a:cs typeface="Times New Roman"/>
              </a:rPr>
              <a:t>the</a:t>
            </a:r>
            <a:r>
              <a:rPr lang="en-US" sz="1200" spc="275" dirty="0">
                <a:latin typeface="Times New Roman"/>
                <a:cs typeface="Times New Roman"/>
              </a:rPr>
              <a:t> </a:t>
            </a:r>
            <a:r>
              <a:rPr lang="en-US" sz="1200" dirty="0">
                <a:latin typeface="Times New Roman"/>
                <a:cs typeface="Times New Roman"/>
              </a:rPr>
              <a:t>main</a:t>
            </a:r>
            <a:r>
              <a:rPr lang="en-US" sz="1200" spc="285" dirty="0">
                <a:latin typeface="Times New Roman"/>
                <a:cs typeface="Times New Roman"/>
              </a:rPr>
              <a:t> </a:t>
            </a:r>
            <a:r>
              <a:rPr lang="en-US" sz="1200" dirty="0">
                <a:latin typeface="Times New Roman"/>
                <a:cs typeface="Times New Roman"/>
              </a:rPr>
              <a:t>business</a:t>
            </a:r>
            <a:r>
              <a:rPr lang="en-US" sz="1200" spc="280" dirty="0">
                <a:latin typeface="Times New Roman"/>
                <a:cs typeface="Times New Roman"/>
              </a:rPr>
              <a:t> </a:t>
            </a:r>
            <a:r>
              <a:rPr lang="en-US" sz="1200" dirty="0">
                <a:latin typeface="Times New Roman"/>
                <a:cs typeface="Times New Roman"/>
              </a:rPr>
              <a:t>processes</a:t>
            </a:r>
            <a:r>
              <a:rPr lang="en-US" sz="1200" spc="270" dirty="0">
                <a:latin typeface="Times New Roman"/>
                <a:cs typeface="Times New Roman"/>
              </a:rPr>
              <a:t> </a:t>
            </a:r>
            <a:r>
              <a:rPr lang="en-US" sz="1200" dirty="0">
                <a:latin typeface="Times New Roman"/>
                <a:cs typeface="Times New Roman"/>
              </a:rPr>
              <a:t>the</a:t>
            </a:r>
            <a:r>
              <a:rPr lang="en-US" sz="1200" spc="280" dirty="0">
                <a:latin typeface="Times New Roman"/>
                <a:cs typeface="Times New Roman"/>
              </a:rPr>
              <a:t> </a:t>
            </a:r>
            <a:r>
              <a:rPr lang="en-US" sz="1200" dirty="0">
                <a:latin typeface="Times New Roman"/>
                <a:cs typeface="Times New Roman"/>
              </a:rPr>
              <a:t>system</a:t>
            </a:r>
            <a:r>
              <a:rPr lang="en-US" sz="1200" spc="285" dirty="0">
                <a:latin typeface="Times New Roman"/>
                <a:cs typeface="Times New Roman"/>
              </a:rPr>
              <a:t> </a:t>
            </a:r>
            <a:r>
              <a:rPr lang="en-US" sz="1200" dirty="0">
                <a:latin typeface="Times New Roman"/>
                <a:cs typeface="Times New Roman"/>
              </a:rPr>
              <a:t>will</a:t>
            </a:r>
            <a:r>
              <a:rPr lang="en-US" sz="1200" spc="290" dirty="0">
                <a:latin typeface="Times New Roman"/>
                <a:cs typeface="Times New Roman"/>
              </a:rPr>
              <a:t> </a:t>
            </a:r>
            <a:r>
              <a:rPr lang="en-US" sz="1200" dirty="0">
                <a:latin typeface="Times New Roman"/>
                <a:cs typeface="Times New Roman"/>
              </a:rPr>
              <a:t>support,</a:t>
            </a:r>
            <a:r>
              <a:rPr lang="en-US" sz="1200" spc="280" dirty="0">
                <a:latin typeface="Times New Roman"/>
                <a:cs typeface="Times New Roman"/>
              </a:rPr>
              <a:t> </a:t>
            </a:r>
            <a:r>
              <a:rPr lang="en-US" sz="1200" dirty="0">
                <a:latin typeface="Times New Roman"/>
                <a:cs typeface="Times New Roman"/>
              </a:rPr>
              <a:t>the</a:t>
            </a:r>
            <a:r>
              <a:rPr lang="en-US" sz="1200" spc="290" dirty="0">
                <a:latin typeface="Times New Roman"/>
                <a:cs typeface="Times New Roman"/>
              </a:rPr>
              <a:t> </a:t>
            </a:r>
            <a:r>
              <a:rPr lang="en-US" sz="1200" spc="-10" dirty="0">
                <a:latin typeface="Times New Roman"/>
                <a:cs typeface="Times New Roman"/>
              </a:rPr>
              <a:t>assumptions </a:t>
            </a:r>
            <a:r>
              <a:rPr lang="en-US" sz="1200" dirty="0">
                <a:latin typeface="Times New Roman"/>
                <a:cs typeface="Times New Roman"/>
              </a:rPr>
              <a:t>made</a:t>
            </a:r>
            <a:r>
              <a:rPr lang="en-US" sz="1200" spc="130" dirty="0">
                <a:latin typeface="Times New Roman"/>
                <a:cs typeface="Times New Roman"/>
              </a:rPr>
              <a:t> </a:t>
            </a:r>
            <a:r>
              <a:rPr lang="en-US" sz="1200" dirty="0">
                <a:latin typeface="Times New Roman"/>
                <a:cs typeface="Times New Roman"/>
              </a:rPr>
              <a:t>during</a:t>
            </a:r>
            <a:r>
              <a:rPr lang="en-US" sz="1200" spc="110" dirty="0">
                <a:latin typeface="Times New Roman"/>
                <a:cs typeface="Times New Roman"/>
              </a:rPr>
              <a:t> </a:t>
            </a:r>
            <a:r>
              <a:rPr lang="en-US" sz="1200" dirty="0">
                <a:latin typeface="Times New Roman"/>
                <a:cs typeface="Times New Roman"/>
              </a:rPr>
              <a:t>design,</a:t>
            </a:r>
            <a:r>
              <a:rPr lang="en-US" sz="1200" spc="120" dirty="0">
                <a:latin typeface="Times New Roman"/>
                <a:cs typeface="Times New Roman"/>
              </a:rPr>
              <a:t> </a:t>
            </a:r>
            <a:r>
              <a:rPr lang="en-US" sz="1200" dirty="0">
                <a:latin typeface="Times New Roman"/>
                <a:cs typeface="Times New Roman"/>
              </a:rPr>
              <a:t>and</a:t>
            </a:r>
            <a:r>
              <a:rPr lang="en-US" sz="1200" spc="120" dirty="0">
                <a:latin typeface="Times New Roman"/>
                <a:cs typeface="Times New Roman"/>
              </a:rPr>
              <a:t> </a:t>
            </a:r>
            <a:r>
              <a:rPr lang="en-US" sz="1200" dirty="0">
                <a:latin typeface="Times New Roman"/>
                <a:cs typeface="Times New Roman"/>
              </a:rPr>
              <a:t>the</a:t>
            </a:r>
            <a:r>
              <a:rPr lang="en-US" sz="1200" spc="130" dirty="0">
                <a:latin typeface="Times New Roman"/>
                <a:cs typeface="Times New Roman"/>
              </a:rPr>
              <a:t> </a:t>
            </a:r>
            <a:r>
              <a:rPr lang="en-US" sz="1200" dirty="0">
                <a:latin typeface="Times New Roman"/>
                <a:cs typeface="Times New Roman"/>
              </a:rPr>
              <a:t>key</a:t>
            </a:r>
            <a:r>
              <a:rPr lang="en-US" sz="1200" spc="110" dirty="0">
                <a:latin typeface="Times New Roman"/>
                <a:cs typeface="Times New Roman"/>
              </a:rPr>
              <a:t> </a:t>
            </a:r>
            <a:r>
              <a:rPr lang="en-US" sz="1200" dirty="0">
                <a:latin typeface="Times New Roman"/>
                <a:cs typeface="Times New Roman"/>
              </a:rPr>
              <a:t>performance</a:t>
            </a:r>
            <a:r>
              <a:rPr lang="en-US" sz="1200" spc="114" dirty="0">
                <a:latin typeface="Times New Roman"/>
                <a:cs typeface="Times New Roman"/>
              </a:rPr>
              <a:t> </a:t>
            </a:r>
            <a:r>
              <a:rPr lang="en-US" sz="1200" dirty="0">
                <a:latin typeface="Times New Roman"/>
                <a:cs typeface="Times New Roman"/>
              </a:rPr>
              <a:t>and</a:t>
            </a:r>
            <a:r>
              <a:rPr lang="en-US" sz="1200" spc="120" dirty="0">
                <a:latin typeface="Times New Roman"/>
                <a:cs typeface="Times New Roman"/>
              </a:rPr>
              <a:t> </a:t>
            </a:r>
            <a:r>
              <a:rPr lang="en-US" sz="1200" dirty="0">
                <a:latin typeface="Times New Roman"/>
                <a:cs typeface="Times New Roman"/>
              </a:rPr>
              <a:t>quality</a:t>
            </a:r>
            <a:r>
              <a:rPr lang="en-US" sz="1200" spc="95" dirty="0">
                <a:latin typeface="Times New Roman"/>
                <a:cs typeface="Times New Roman"/>
              </a:rPr>
              <a:t> </a:t>
            </a:r>
            <a:r>
              <a:rPr lang="en-US" sz="1200" dirty="0">
                <a:latin typeface="Times New Roman"/>
                <a:cs typeface="Times New Roman"/>
              </a:rPr>
              <a:t>parameters</a:t>
            </a:r>
            <a:r>
              <a:rPr lang="en-US" sz="1200" spc="140" dirty="0">
                <a:latin typeface="Times New Roman"/>
                <a:cs typeface="Times New Roman"/>
              </a:rPr>
              <a:t> </a:t>
            </a:r>
            <a:r>
              <a:rPr lang="en-US" sz="1200" dirty="0">
                <a:latin typeface="Times New Roman"/>
                <a:cs typeface="Times New Roman"/>
              </a:rPr>
              <a:t>that</a:t>
            </a:r>
            <a:r>
              <a:rPr lang="en-US" sz="1200" spc="125" dirty="0">
                <a:latin typeface="Times New Roman"/>
                <a:cs typeface="Times New Roman"/>
              </a:rPr>
              <a:t> </a:t>
            </a:r>
            <a:r>
              <a:rPr lang="en-US" sz="1200" dirty="0">
                <a:latin typeface="Times New Roman"/>
                <a:cs typeface="Times New Roman"/>
              </a:rPr>
              <a:t>must</a:t>
            </a:r>
            <a:r>
              <a:rPr lang="en-US" sz="1200" spc="110" dirty="0">
                <a:latin typeface="Times New Roman"/>
                <a:cs typeface="Times New Roman"/>
              </a:rPr>
              <a:t> </a:t>
            </a:r>
            <a:r>
              <a:rPr lang="en-US" sz="1200" dirty="0">
                <a:latin typeface="Times New Roman"/>
                <a:cs typeface="Times New Roman"/>
              </a:rPr>
              <a:t>be</a:t>
            </a:r>
            <a:r>
              <a:rPr lang="en-US" sz="1200" spc="114" dirty="0">
                <a:latin typeface="Times New Roman"/>
                <a:cs typeface="Times New Roman"/>
              </a:rPr>
              <a:t> </a:t>
            </a:r>
            <a:r>
              <a:rPr lang="en-US" sz="1200" dirty="0">
                <a:latin typeface="Times New Roman"/>
                <a:cs typeface="Times New Roman"/>
              </a:rPr>
              <a:t>met.</a:t>
            </a:r>
            <a:r>
              <a:rPr lang="en-US" sz="1200" spc="130" dirty="0">
                <a:latin typeface="Times New Roman"/>
                <a:cs typeface="Times New Roman"/>
              </a:rPr>
              <a:t> </a:t>
            </a:r>
            <a:r>
              <a:rPr lang="en-US" sz="1200" spc="-10" dirty="0">
                <a:latin typeface="Times New Roman"/>
                <a:cs typeface="Times New Roman"/>
              </a:rPr>
              <a:t>Depending </a:t>
            </a:r>
            <a:r>
              <a:rPr lang="en-US" sz="1200" dirty="0">
                <a:latin typeface="Times New Roman"/>
                <a:cs typeface="Times New Roman"/>
              </a:rPr>
              <a:t>on</a:t>
            </a:r>
            <a:r>
              <a:rPr lang="en-US" sz="1200" spc="125" dirty="0">
                <a:latin typeface="Times New Roman"/>
                <a:cs typeface="Times New Roman"/>
              </a:rPr>
              <a:t> </a:t>
            </a:r>
            <a:r>
              <a:rPr lang="en-US" sz="1200" dirty="0">
                <a:latin typeface="Times New Roman"/>
                <a:cs typeface="Times New Roman"/>
              </a:rPr>
              <a:t>the</a:t>
            </a:r>
            <a:r>
              <a:rPr lang="en-US" sz="1200" spc="135" dirty="0">
                <a:latin typeface="Times New Roman"/>
                <a:cs typeface="Times New Roman"/>
              </a:rPr>
              <a:t> </a:t>
            </a:r>
            <a:r>
              <a:rPr lang="en-US" sz="1200" dirty="0">
                <a:latin typeface="Times New Roman"/>
                <a:cs typeface="Times New Roman"/>
              </a:rPr>
              <a:t>development</a:t>
            </a:r>
            <a:r>
              <a:rPr lang="en-US" sz="1200" spc="135" dirty="0">
                <a:latin typeface="Times New Roman"/>
                <a:cs typeface="Times New Roman"/>
              </a:rPr>
              <a:t> </a:t>
            </a:r>
            <a:r>
              <a:rPr lang="en-US" sz="1200" dirty="0">
                <a:latin typeface="Times New Roman"/>
                <a:cs typeface="Times New Roman"/>
              </a:rPr>
              <a:t>methodology,</a:t>
            </a:r>
            <a:r>
              <a:rPr lang="en-US" sz="1200" spc="125" dirty="0">
                <a:latin typeface="Times New Roman"/>
                <a:cs typeface="Times New Roman"/>
              </a:rPr>
              <a:t> </a:t>
            </a:r>
            <a:r>
              <a:rPr lang="en-US" sz="1200" dirty="0">
                <a:latin typeface="Times New Roman"/>
                <a:cs typeface="Times New Roman"/>
              </a:rPr>
              <a:t>the</a:t>
            </a:r>
            <a:r>
              <a:rPr lang="en-US" sz="1200" spc="125" dirty="0">
                <a:latin typeface="Times New Roman"/>
                <a:cs typeface="Times New Roman"/>
              </a:rPr>
              <a:t> </a:t>
            </a:r>
            <a:r>
              <a:rPr lang="en-US" sz="1200" dirty="0">
                <a:latin typeface="Times New Roman"/>
                <a:cs typeface="Times New Roman"/>
              </a:rPr>
              <a:t>level</a:t>
            </a:r>
            <a:r>
              <a:rPr lang="en-US" sz="1200" spc="135" dirty="0">
                <a:latin typeface="Times New Roman"/>
                <a:cs typeface="Times New Roman"/>
              </a:rPr>
              <a:t> </a:t>
            </a:r>
            <a:r>
              <a:rPr lang="en-US" sz="1200" dirty="0">
                <a:latin typeface="Times New Roman"/>
                <a:cs typeface="Times New Roman"/>
              </a:rPr>
              <a:t>of</a:t>
            </a:r>
            <a:r>
              <a:rPr lang="en-US" sz="1200" spc="135" dirty="0">
                <a:latin typeface="Times New Roman"/>
                <a:cs typeface="Times New Roman"/>
              </a:rPr>
              <a:t> </a:t>
            </a:r>
            <a:r>
              <a:rPr lang="en-US" sz="1200" dirty="0">
                <a:latin typeface="Times New Roman"/>
                <a:cs typeface="Times New Roman"/>
              </a:rPr>
              <a:t>detail</a:t>
            </a:r>
            <a:r>
              <a:rPr lang="en-US" sz="1200" spc="135" dirty="0">
                <a:latin typeface="Times New Roman"/>
                <a:cs typeface="Times New Roman"/>
              </a:rPr>
              <a:t> </a:t>
            </a:r>
            <a:r>
              <a:rPr lang="en-US" sz="1200" dirty="0">
                <a:latin typeface="Times New Roman"/>
                <a:cs typeface="Times New Roman"/>
              </a:rPr>
              <a:t>may</a:t>
            </a:r>
            <a:r>
              <a:rPr lang="en-US" sz="1200" spc="110" dirty="0">
                <a:latin typeface="Times New Roman"/>
                <a:cs typeface="Times New Roman"/>
              </a:rPr>
              <a:t> </a:t>
            </a:r>
            <a:r>
              <a:rPr lang="en-US" sz="1200" dirty="0">
                <a:latin typeface="Times New Roman"/>
                <a:cs typeface="Times New Roman"/>
              </a:rPr>
              <a:t>vary,</a:t>
            </a:r>
            <a:r>
              <a:rPr lang="en-US" sz="1200" spc="130" dirty="0">
                <a:latin typeface="Times New Roman"/>
                <a:cs typeface="Times New Roman"/>
              </a:rPr>
              <a:t> </a:t>
            </a:r>
            <a:r>
              <a:rPr lang="en-US" sz="1200" dirty="0">
                <a:latin typeface="Times New Roman"/>
                <a:cs typeface="Times New Roman"/>
              </a:rPr>
              <a:t>but</a:t>
            </a:r>
            <a:r>
              <a:rPr lang="en-US" sz="1200" spc="120" dirty="0">
                <a:latin typeface="Times New Roman"/>
                <a:cs typeface="Times New Roman"/>
              </a:rPr>
              <a:t> </a:t>
            </a:r>
            <a:r>
              <a:rPr lang="en-US" sz="1200" dirty="0">
                <a:latin typeface="Times New Roman"/>
                <a:cs typeface="Times New Roman"/>
              </a:rPr>
              <a:t>it</a:t>
            </a:r>
            <a:r>
              <a:rPr lang="en-US" sz="1200" spc="130" dirty="0">
                <a:latin typeface="Times New Roman"/>
                <a:cs typeface="Times New Roman"/>
              </a:rPr>
              <a:t> </a:t>
            </a:r>
            <a:r>
              <a:rPr lang="en-US" sz="1200" dirty="0">
                <a:latin typeface="Times New Roman"/>
                <a:cs typeface="Times New Roman"/>
              </a:rPr>
              <a:t>generally</a:t>
            </a:r>
            <a:r>
              <a:rPr lang="en-US" sz="1200" spc="114" dirty="0">
                <a:latin typeface="Times New Roman"/>
                <a:cs typeface="Times New Roman"/>
              </a:rPr>
              <a:t> </a:t>
            </a:r>
            <a:r>
              <a:rPr lang="en-US" sz="1200" dirty="0">
                <a:latin typeface="Times New Roman"/>
                <a:cs typeface="Times New Roman"/>
              </a:rPr>
              <a:t>includes</a:t>
            </a:r>
            <a:r>
              <a:rPr lang="en-US" sz="1200" spc="130" dirty="0">
                <a:latin typeface="Times New Roman"/>
                <a:cs typeface="Times New Roman"/>
              </a:rPr>
              <a:t> </a:t>
            </a:r>
            <a:r>
              <a:rPr lang="en-US" sz="1200" spc="-10" dirty="0">
                <a:latin typeface="Times New Roman"/>
                <a:cs typeface="Times New Roman"/>
              </a:rPr>
              <a:t>functional </a:t>
            </a:r>
            <a:r>
              <a:rPr lang="en-US" sz="1200" dirty="0">
                <a:latin typeface="Times New Roman"/>
                <a:cs typeface="Times New Roman"/>
              </a:rPr>
              <a:t>requirements,</a:t>
            </a:r>
            <a:r>
              <a:rPr lang="en-US" sz="1200" spc="365" dirty="0">
                <a:latin typeface="Times New Roman"/>
                <a:cs typeface="Times New Roman"/>
              </a:rPr>
              <a:t> </a:t>
            </a:r>
            <a:r>
              <a:rPr lang="en-US" sz="1200" dirty="0">
                <a:latin typeface="Times New Roman"/>
                <a:cs typeface="Times New Roman"/>
              </a:rPr>
              <a:t>non-functional</a:t>
            </a:r>
            <a:r>
              <a:rPr lang="en-US" sz="1200" spc="355" dirty="0">
                <a:latin typeface="Times New Roman"/>
                <a:cs typeface="Times New Roman"/>
              </a:rPr>
              <a:t> </a:t>
            </a:r>
            <a:r>
              <a:rPr lang="en-US" sz="1200" dirty="0">
                <a:latin typeface="Times New Roman"/>
                <a:cs typeface="Times New Roman"/>
              </a:rPr>
              <a:t>requirements,</a:t>
            </a:r>
            <a:r>
              <a:rPr lang="en-US" sz="1200" spc="335" dirty="0">
                <a:latin typeface="Times New Roman"/>
                <a:cs typeface="Times New Roman"/>
              </a:rPr>
              <a:t> </a:t>
            </a:r>
            <a:r>
              <a:rPr lang="en-US" sz="1200" dirty="0">
                <a:latin typeface="Times New Roman"/>
                <a:cs typeface="Times New Roman"/>
              </a:rPr>
              <a:t>software</a:t>
            </a:r>
            <a:r>
              <a:rPr lang="en-US" sz="1200" spc="365" dirty="0">
                <a:latin typeface="Times New Roman"/>
                <a:cs typeface="Times New Roman"/>
              </a:rPr>
              <a:t> </a:t>
            </a:r>
            <a:r>
              <a:rPr lang="en-US" sz="1200" dirty="0">
                <a:latin typeface="Times New Roman"/>
                <a:cs typeface="Times New Roman"/>
              </a:rPr>
              <a:t>specifications,</a:t>
            </a:r>
            <a:r>
              <a:rPr lang="en-US" sz="1200" spc="335" dirty="0">
                <a:latin typeface="Times New Roman"/>
                <a:cs typeface="Times New Roman"/>
              </a:rPr>
              <a:t> </a:t>
            </a:r>
            <a:r>
              <a:rPr lang="en-US" sz="1200" dirty="0">
                <a:latin typeface="Times New Roman"/>
                <a:cs typeface="Times New Roman"/>
              </a:rPr>
              <a:t>and</a:t>
            </a:r>
            <a:r>
              <a:rPr lang="en-US" sz="1200" spc="350" dirty="0">
                <a:latin typeface="Times New Roman"/>
                <a:cs typeface="Times New Roman"/>
              </a:rPr>
              <a:t> </a:t>
            </a:r>
            <a:r>
              <a:rPr lang="en-US" sz="1200" dirty="0">
                <a:latin typeface="Times New Roman"/>
                <a:cs typeface="Times New Roman"/>
              </a:rPr>
              <a:t>hardware</a:t>
            </a:r>
            <a:r>
              <a:rPr lang="en-US" sz="1200" spc="360" dirty="0">
                <a:latin typeface="Times New Roman"/>
                <a:cs typeface="Times New Roman"/>
              </a:rPr>
              <a:t> </a:t>
            </a:r>
            <a:r>
              <a:rPr lang="en-US" sz="1200" spc="-10" dirty="0">
                <a:latin typeface="Times New Roman"/>
                <a:cs typeface="Times New Roman"/>
              </a:rPr>
              <a:t>specifications.</a:t>
            </a:r>
            <a:endParaRPr lang="en-US" sz="1200" dirty="0">
              <a:latin typeface="Times New Roman"/>
              <a:cs typeface="Times New Roman"/>
            </a:endParaRPr>
          </a:p>
          <a:p>
            <a:pPr marL="12700">
              <a:lnSpc>
                <a:spcPct val="150000"/>
              </a:lnSpc>
            </a:pPr>
            <a:r>
              <a:rPr lang="en-US" sz="1400" b="1" dirty="0">
                <a:latin typeface="Times New Roman"/>
                <a:cs typeface="Times New Roman"/>
              </a:rPr>
              <a:t>3.1.1 Specification</a:t>
            </a:r>
            <a:r>
              <a:rPr lang="en-US" sz="1400" b="1" spc="-45" dirty="0">
                <a:latin typeface="Times New Roman"/>
                <a:cs typeface="Times New Roman"/>
              </a:rPr>
              <a:t> </a:t>
            </a:r>
            <a:r>
              <a:rPr lang="en-US" sz="1400" b="1" spc="-10" dirty="0">
                <a:latin typeface="Times New Roman"/>
                <a:cs typeface="Times New Roman"/>
              </a:rPr>
              <a:t>definition</a:t>
            </a:r>
          </a:p>
          <a:p>
            <a:pPr marL="12700">
              <a:lnSpc>
                <a:spcPct val="150000"/>
              </a:lnSpc>
            </a:pPr>
            <a:r>
              <a:rPr lang="en-US" sz="1200" dirty="0">
                <a:latin typeface="Times New Roman"/>
                <a:cs typeface="Times New Roman"/>
              </a:rPr>
              <a:t>This</a:t>
            </a:r>
            <a:r>
              <a:rPr lang="en-US" sz="1200" spc="-25" dirty="0">
                <a:latin typeface="Times New Roman"/>
                <a:cs typeface="Times New Roman"/>
              </a:rPr>
              <a:t> </a:t>
            </a:r>
            <a:r>
              <a:rPr lang="en-US" sz="1200" dirty="0">
                <a:latin typeface="Times New Roman"/>
                <a:cs typeface="Times New Roman"/>
              </a:rPr>
              <a:t>specification</a:t>
            </a:r>
            <a:r>
              <a:rPr lang="en-US" sz="1200" spc="-15" dirty="0">
                <a:latin typeface="Times New Roman"/>
                <a:cs typeface="Times New Roman"/>
              </a:rPr>
              <a:t> </a:t>
            </a:r>
            <a:r>
              <a:rPr lang="en-US" sz="1200" dirty="0">
                <a:latin typeface="Times New Roman"/>
                <a:cs typeface="Times New Roman"/>
              </a:rPr>
              <a:t>documents</a:t>
            </a:r>
            <a:r>
              <a:rPr lang="en-US" sz="1200" spc="-25" dirty="0">
                <a:latin typeface="Times New Roman"/>
                <a:cs typeface="Times New Roman"/>
              </a:rPr>
              <a:t> </a:t>
            </a:r>
            <a:r>
              <a:rPr lang="en-US" sz="1200" dirty="0">
                <a:latin typeface="Times New Roman"/>
                <a:cs typeface="Times New Roman"/>
              </a:rPr>
              <a:t>the</a:t>
            </a:r>
            <a:r>
              <a:rPr lang="en-US" sz="1200" spc="-20" dirty="0">
                <a:latin typeface="Times New Roman"/>
                <a:cs typeface="Times New Roman"/>
              </a:rPr>
              <a:t> </a:t>
            </a:r>
            <a:r>
              <a:rPr lang="en-US" sz="1200" spc="-10" dirty="0">
                <a:latin typeface="Times New Roman"/>
                <a:cs typeface="Times New Roman"/>
              </a:rPr>
              <a:t>system-</a:t>
            </a:r>
            <a:r>
              <a:rPr lang="en-US" sz="1200" dirty="0">
                <a:latin typeface="Times New Roman"/>
                <a:cs typeface="Times New Roman"/>
              </a:rPr>
              <a:t>level</a:t>
            </a:r>
            <a:r>
              <a:rPr lang="en-US" sz="1200" spc="-20" dirty="0">
                <a:latin typeface="Times New Roman"/>
                <a:cs typeface="Times New Roman"/>
              </a:rPr>
              <a:t> </a:t>
            </a:r>
            <a:r>
              <a:rPr lang="en-US" sz="1200" spc="-10" dirty="0">
                <a:latin typeface="Times New Roman"/>
                <a:cs typeface="Times New Roman"/>
              </a:rPr>
              <a:t>requirements</a:t>
            </a:r>
            <a:r>
              <a:rPr lang="en-US" sz="1200" spc="-20" dirty="0">
                <a:latin typeface="Times New Roman"/>
                <a:cs typeface="Times New Roman"/>
              </a:rPr>
              <a:t> </a:t>
            </a:r>
            <a:r>
              <a:rPr lang="en-US" sz="1200" dirty="0">
                <a:latin typeface="Times New Roman"/>
                <a:cs typeface="Times New Roman"/>
              </a:rPr>
              <a:t>for</a:t>
            </a:r>
            <a:r>
              <a:rPr lang="en-US" sz="1200" spc="-30" dirty="0">
                <a:latin typeface="Times New Roman"/>
                <a:cs typeface="Times New Roman"/>
              </a:rPr>
              <a:t> </a:t>
            </a:r>
            <a:r>
              <a:rPr lang="en-US" sz="1200" dirty="0">
                <a:latin typeface="Times New Roman"/>
                <a:cs typeface="Times New Roman"/>
              </a:rPr>
              <a:t>the</a:t>
            </a:r>
            <a:r>
              <a:rPr lang="en-US" sz="1200" spc="-15" dirty="0">
                <a:latin typeface="Times New Roman"/>
                <a:cs typeface="Times New Roman"/>
              </a:rPr>
              <a:t> </a:t>
            </a:r>
            <a:r>
              <a:rPr lang="en-US" sz="1200" dirty="0">
                <a:latin typeface="Times New Roman"/>
                <a:cs typeface="Times New Roman"/>
              </a:rPr>
              <a:t>GPM</a:t>
            </a:r>
            <a:r>
              <a:rPr lang="en-US" sz="1200" spc="-25" dirty="0">
                <a:latin typeface="Times New Roman"/>
                <a:cs typeface="Times New Roman"/>
              </a:rPr>
              <a:t> </a:t>
            </a:r>
            <a:r>
              <a:rPr lang="en-US" sz="1200" spc="-10" dirty="0">
                <a:latin typeface="Times New Roman"/>
                <a:cs typeface="Times New Roman"/>
              </a:rPr>
              <a:t>system.</a:t>
            </a:r>
            <a:endParaRPr lang="en-US" sz="1200" dirty="0">
              <a:latin typeface="Times New Roman"/>
              <a:cs typeface="Times New Roman"/>
            </a:endParaRPr>
          </a:p>
          <a:p>
            <a:pPr marL="12700">
              <a:lnSpc>
                <a:spcPct val="150000"/>
              </a:lnSpc>
              <a:spcBef>
                <a:spcPts val="5"/>
              </a:spcBef>
            </a:pPr>
            <a:r>
              <a:rPr lang="en-US" sz="1400" b="1" dirty="0">
                <a:latin typeface="Times New Roman"/>
                <a:cs typeface="Times New Roman"/>
              </a:rPr>
              <a:t>Specification</a:t>
            </a:r>
            <a:r>
              <a:rPr lang="en-US" sz="1400" b="1" spc="-60" dirty="0">
                <a:latin typeface="Times New Roman"/>
                <a:cs typeface="Times New Roman"/>
              </a:rPr>
              <a:t> </a:t>
            </a:r>
            <a:r>
              <a:rPr lang="en-US" sz="1400" b="1" spc="-10" dirty="0">
                <a:latin typeface="Times New Roman"/>
                <a:cs typeface="Times New Roman"/>
              </a:rPr>
              <a:t>objectives</a:t>
            </a:r>
          </a:p>
          <a:p>
            <a:pPr marL="12700">
              <a:lnSpc>
                <a:spcPct val="150000"/>
              </a:lnSpc>
              <a:spcBef>
                <a:spcPts val="5"/>
              </a:spcBef>
            </a:pPr>
            <a:r>
              <a:rPr lang="en-US" sz="1200" dirty="0">
                <a:latin typeface="Times New Roman"/>
                <a:cs typeface="Times New Roman"/>
              </a:rPr>
              <a:t>The</a:t>
            </a:r>
            <a:r>
              <a:rPr lang="en-US" sz="1200" spc="-40" dirty="0">
                <a:latin typeface="Times New Roman"/>
                <a:cs typeface="Times New Roman"/>
              </a:rPr>
              <a:t> </a:t>
            </a:r>
            <a:r>
              <a:rPr lang="en-US" sz="1200" dirty="0">
                <a:latin typeface="Times New Roman"/>
                <a:cs typeface="Times New Roman"/>
              </a:rPr>
              <a:t>objectives</a:t>
            </a:r>
            <a:r>
              <a:rPr lang="en-US" sz="1200" spc="-30" dirty="0">
                <a:latin typeface="Times New Roman"/>
                <a:cs typeface="Times New Roman"/>
              </a:rPr>
              <a:t> </a:t>
            </a:r>
            <a:r>
              <a:rPr lang="en-US" sz="1200" dirty="0">
                <a:latin typeface="Times New Roman"/>
                <a:cs typeface="Times New Roman"/>
              </a:rPr>
              <a:t>of</a:t>
            </a:r>
            <a:r>
              <a:rPr lang="en-US" sz="1200" spc="-25" dirty="0">
                <a:latin typeface="Times New Roman"/>
                <a:cs typeface="Times New Roman"/>
              </a:rPr>
              <a:t> </a:t>
            </a:r>
            <a:r>
              <a:rPr lang="en-US" sz="1200" dirty="0">
                <a:latin typeface="Times New Roman"/>
                <a:cs typeface="Times New Roman"/>
              </a:rPr>
              <a:t>this</a:t>
            </a:r>
            <a:r>
              <a:rPr lang="en-US" sz="1200" spc="-25" dirty="0">
                <a:latin typeface="Times New Roman"/>
                <a:cs typeface="Times New Roman"/>
              </a:rPr>
              <a:t> </a:t>
            </a:r>
            <a:r>
              <a:rPr lang="en-US" sz="1200" dirty="0">
                <a:latin typeface="Times New Roman"/>
                <a:cs typeface="Times New Roman"/>
              </a:rPr>
              <a:t>specification</a:t>
            </a:r>
            <a:r>
              <a:rPr lang="en-US" sz="1200" spc="-25" dirty="0">
                <a:latin typeface="Times New Roman"/>
                <a:cs typeface="Times New Roman"/>
              </a:rPr>
              <a:t> </a:t>
            </a:r>
            <a:r>
              <a:rPr lang="en-US" sz="1200" dirty="0">
                <a:latin typeface="Times New Roman"/>
                <a:cs typeface="Times New Roman"/>
              </a:rPr>
              <a:t>of</a:t>
            </a:r>
            <a:r>
              <a:rPr lang="en-US" sz="1200" spc="-30" dirty="0">
                <a:latin typeface="Times New Roman"/>
                <a:cs typeface="Times New Roman"/>
              </a:rPr>
              <a:t> </a:t>
            </a:r>
            <a:r>
              <a:rPr lang="en-US" sz="1200" dirty="0">
                <a:latin typeface="Times New Roman"/>
                <a:cs typeface="Times New Roman"/>
              </a:rPr>
              <a:t>the</a:t>
            </a:r>
            <a:r>
              <a:rPr lang="en-US" sz="1200" spc="-30" dirty="0">
                <a:latin typeface="Times New Roman"/>
                <a:cs typeface="Times New Roman"/>
              </a:rPr>
              <a:t> </a:t>
            </a:r>
            <a:r>
              <a:rPr lang="en-US" sz="1200" dirty="0">
                <a:latin typeface="Times New Roman"/>
                <a:cs typeface="Times New Roman"/>
              </a:rPr>
              <a:t>GPM</a:t>
            </a:r>
            <a:r>
              <a:rPr lang="en-US" sz="1200" spc="-30" dirty="0">
                <a:latin typeface="Times New Roman"/>
                <a:cs typeface="Times New Roman"/>
              </a:rPr>
              <a:t> </a:t>
            </a:r>
            <a:r>
              <a:rPr lang="en-US" sz="1200" dirty="0">
                <a:latin typeface="Times New Roman"/>
                <a:cs typeface="Times New Roman"/>
              </a:rPr>
              <a:t>are</a:t>
            </a:r>
            <a:r>
              <a:rPr lang="en-US" sz="1200" spc="-25" dirty="0">
                <a:latin typeface="Times New Roman"/>
                <a:cs typeface="Times New Roman"/>
              </a:rPr>
              <a:t> to: </a:t>
            </a:r>
            <a:endParaRPr lang="en-US" sz="1200" dirty="0">
              <a:latin typeface="Times New Roman"/>
              <a:cs typeface="Times New Roman"/>
            </a:endParaRPr>
          </a:p>
          <a:p>
            <a:pPr marL="469265" lvl="2" indent="-227965">
              <a:lnSpc>
                <a:spcPct val="150000"/>
              </a:lnSpc>
              <a:buFont typeface="Symbol"/>
              <a:buChar char=""/>
              <a:tabLst>
                <a:tab pos="469265" algn="l"/>
              </a:tabLst>
            </a:pPr>
            <a:r>
              <a:rPr lang="en-US" sz="1200" b="1" dirty="0">
                <a:latin typeface="Times New Roman"/>
                <a:cs typeface="Times New Roman"/>
              </a:rPr>
              <a:t>Define</a:t>
            </a:r>
            <a:r>
              <a:rPr lang="en-US" sz="1200" b="1" spc="-35" dirty="0">
                <a:latin typeface="Times New Roman"/>
                <a:cs typeface="Times New Roman"/>
              </a:rPr>
              <a:t> </a:t>
            </a:r>
            <a:r>
              <a:rPr lang="en-US" sz="1200" dirty="0">
                <a:latin typeface="Times New Roman"/>
                <a:cs typeface="Times New Roman"/>
              </a:rPr>
              <a:t>the</a:t>
            </a:r>
            <a:r>
              <a:rPr lang="en-US" sz="1200" spc="-30" dirty="0">
                <a:latin typeface="Times New Roman"/>
                <a:cs typeface="Times New Roman"/>
              </a:rPr>
              <a:t> </a:t>
            </a:r>
            <a:r>
              <a:rPr lang="en-US" sz="1200" dirty="0">
                <a:latin typeface="Times New Roman"/>
                <a:cs typeface="Times New Roman"/>
              </a:rPr>
              <a:t>system's</a:t>
            </a:r>
            <a:r>
              <a:rPr lang="en-US" sz="1200" spc="-35" dirty="0">
                <a:latin typeface="Times New Roman"/>
                <a:cs typeface="Times New Roman"/>
              </a:rPr>
              <a:t> </a:t>
            </a:r>
            <a:r>
              <a:rPr lang="en-US" sz="1200" dirty="0">
                <a:latin typeface="Times New Roman"/>
                <a:cs typeface="Times New Roman"/>
              </a:rPr>
              <a:t>goals</a:t>
            </a:r>
            <a:r>
              <a:rPr lang="en-US" sz="1200" spc="-20" dirty="0">
                <a:latin typeface="Times New Roman"/>
                <a:cs typeface="Times New Roman"/>
              </a:rPr>
              <a:t> </a:t>
            </a:r>
            <a:r>
              <a:rPr lang="en-US" sz="1200" dirty="0">
                <a:latin typeface="Times New Roman"/>
                <a:cs typeface="Times New Roman"/>
              </a:rPr>
              <a:t>and</a:t>
            </a:r>
            <a:r>
              <a:rPr lang="en-US" sz="1200" spc="-25" dirty="0">
                <a:latin typeface="Times New Roman"/>
                <a:cs typeface="Times New Roman"/>
              </a:rPr>
              <a:t> </a:t>
            </a:r>
            <a:r>
              <a:rPr lang="en-US" sz="1200" spc="-10" dirty="0">
                <a:latin typeface="Times New Roman"/>
                <a:cs typeface="Times New Roman"/>
              </a:rPr>
              <a:t>requirements.</a:t>
            </a:r>
            <a:endParaRPr lang="en-US" sz="1200" dirty="0">
              <a:latin typeface="Times New Roman"/>
              <a:cs typeface="Times New Roman"/>
            </a:endParaRPr>
          </a:p>
          <a:p>
            <a:pPr marL="469265" lvl="2" indent="-227965">
              <a:lnSpc>
                <a:spcPct val="150000"/>
              </a:lnSpc>
              <a:spcBef>
                <a:spcPts val="710"/>
              </a:spcBef>
              <a:buFont typeface="Symbol"/>
              <a:buChar char=""/>
              <a:tabLst>
                <a:tab pos="469265" algn="l"/>
              </a:tabLst>
            </a:pPr>
            <a:r>
              <a:rPr lang="en-US" sz="1200" b="1" dirty="0">
                <a:latin typeface="Times New Roman"/>
                <a:cs typeface="Times New Roman"/>
              </a:rPr>
              <a:t>Measure</a:t>
            </a:r>
            <a:r>
              <a:rPr lang="en-US" sz="1200" b="1" spc="-30" dirty="0">
                <a:latin typeface="Times New Roman"/>
                <a:cs typeface="Times New Roman"/>
              </a:rPr>
              <a:t> </a:t>
            </a:r>
            <a:r>
              <a:rPr lang="en-US" sz="1200" dirty="0">
                <a:latin typeface="Times New Roman"/>
                <a:cs typeface="Times New Roman"/>
              </a:rPr>
              <a:t>the</a:t>
            </a:r>
            <a:r>
              <a:rPr lang="en-US" sz="1200" spc="-25" dirty="0">
                <a:latin typeface="Times New Roman"/>
                <a:cs typeface="Times New Roman"/>
              </a:rPr>
              <a:t> </a:t>
            </a:r>
            <a:r>
              <a:rPr lang="en-US" sz="1200" dirty="0">
                <a:latin typeface="Times New Roman"/>
                <a:cs typeface="Times New Roman"/>
              </a:rPr>
              <a:t>system's</a:t>
            </a:r>
            <a:r>
              <a:rPr lang="en-US" sz="1200" spc="-30" dirty="0">
                <a:latin typeface="Times New Roman"/>
                <a:cs typeface="Times New Roman"/>
              </a:rPr>
              <a:t> </a:t>
            </a:r>
            <a:r>
              <a:rPr lang="en-US" sz="1200" spc="-10" dirty="0">
                <a:latin typeface="Times New Roman"/>
                <a:cs typeface="Times New Roman"/>
              </a:rPr>
              <a:t>performance</a:t>
            </a:r>
            <a:r>
              <a:rPr lang="en-US" sz="1200" spc="-25" dirty="0">
                <a:latin typeface="Times New Roman"/>
                <a:cs typeface="Times New Roman"/>
              </a:rPr>
              <a:t> </a:t>
            </a:r>
            <a:r>
              <a:rPr lang="en-US" sz="1200" dirty="0">
                <a:latin typeface="Times New Roman"/>
                <a:cs typeface="Times New Roman"/>
              </a:rPr>
              <a:t>using</a:t>
            </a:r>
            <a:r>
              <a:rPr lang="en-US" sz="1200" spc="-25" dirty="0">
                <a:latin typeface="Times New Roman"/>
                <a:cs typeface="Times New Roman"/>
              </a:rPr>
              <a:t> </a:t>
            </a:r>
            <a:r>
              <a:rPr lang="en-US" sz="1200" dirty="0">
                <a:latin typeface="Times New Roman"/>
                <a:cs typeface="Times New Roman"/>
              </a:rPr>
              <a:t>quantifiable</a:t>
            </a:r>
            <a:r>
              <a:rPr lang="en-US" sz="1200" spc="-25" dirty="0">
                <a:latin typeface="Times New Roman"/>
                <a:cs typeface="Times New Roman"/>
              </a:rPr>
              <a:t> </a:t>
            </a:r>
            <a:r>
              <a:rPr lang="en-US" sz="1200" spc="-10" dirty="0">
                <a:latin typeface="Times New Roman"/>
                <a:cs typeface="Times New Roman"/>
              </a:rPr>
              <a:t>metrics.</a:t>
            </a:r>
            <a:endParaRPr lang="en-US" sz="1200" dirty="0">
              <a:latin typeface="Times New Roman"/>
              <a:cs typeface="Times New Roman"/>
            </a:endParaRPr>
          </a:p>
          <a:p>
            <a:pPr marL="469265" lvl="2" indent="-227965">
              <a:lnSpc>
                <a:spcPct val="150000"/>
              </a:lnSpc>
              <a:spcBef>
                <a:spcPts val="720"/>
              </a:spcBef>
              <a:buFont typeface="Symbol"/>
              <a:buChar char=""/>
              <a:tabLst>
                <a:tab pos="469265" algn="l"/>
              </a:tabLst>
            </a:pPr>
            <a:r>
              <a:rPr lang="en-US" sz="1200" b="1" dirty="0">
                <a:latin typeface="Times New Roman"/>
                <a:cs typeface="Times New Roman"/>
              </a:rPr>
              <a:t>Achieve</a:t>
            </a:r>
            <a:r>
              <a:rPr lang="en-US" sz="1200" b="1" spc="-40" dirty="0">
                <a:latin typeface="Times New Roman"/>
                <a:cs typeface="Times New Roman"/>
              </a:rPr>
              <a:t> </a:t>
            </a:r>
            <a:r>
              <a:rPr lang="en-US" sz="1200" dirty="0">
                <a:latin typeface="Times New Roman"/>
                <a:cs typeface="Times New Roman"/>
              </a:rPr>
              <a:t>the</a:t>
            </a:r>
            <a:r>
              <a:rPr lang="en-US" sz="1200" spc="-30" dirty="0">
                <a:latin typeface="Times New Roman"/>
                <a:cs typeface="Times New Roman"/>
              </a:rPr>
              <a:t> </a:t>
            </a:r>
            <a:r>
              <a:rPr lang="en-US" sz="1200" dirty="0">
                <a:latin typeface="Times New Roman"/>
                <a:cs typeface="Times New Roman"/>
              </a:rPr>
              <a:t>system's</a:t>
            </a:r>
            <a:r>
              <a:rPr lang="en-US" sz="1200" spc="-35" dirty="0">
                <a:latin typeface="Times New Roman"/>
                <a:cs typeface="Times New Roman"/>
              </a:rPr>
              <a:t> </a:t>
            </a:r>
            <a:r>
              <a:rPr lang="en-US" sz="1200" dirty="0">
                <a:latin typeface="Times New Roman"/>
                <a:cs typeface="Times New Roman"/>
              </a:rPr>
              <a:t>premises</a:t>
            </a:r>
            <a:r>
              <a:rPr lang="en-US" sz="1200" spc="-35" dirty="0">
                <a:latin typeface="Times New Roman"/>
                <a:cs typeface="Times New Roman"/>
              </a:rPr>
              <a:t> </a:t>
            </a:r>
            <a:r>
              <a:rPr lang="en-US" sz="1200" dirty="0">
                <a:latin typeface="Times New Roman"/>
                <a:cs typeface="Times New Roman"/>
              </a:rPr>
              <a:t>and</a:t>
            </a:r>
            <a:r>
              <a:rPr lang="en-US" sz="1200" spc="-30" dirty="0">
                <a:latin typeface="Times New Roman"/>
                <a:cs typeface="Times New Roman"/>
              </a:rPr>
              <a:t> </a:t>
            </a:r>
            <a:r>
              <a:rPr lang="en-US" sz="1200" spc="-10" dirty="0">
                <a:latin typeface="Times New Roman"/>
                <a:cs typeface="Times New Roman"/>
              </a:rPr>
              <a:t>constraints.</a:t>
            </a:r>
            <a:endParaRPr lang="en-US" sz="1200" dirty="0">
              <a:latin typeface="Times New Roman"/>
              <a:cs typeface="Times New Roman"/>
            </a:endParaRPr>
          </a:p>
          <a:p>
            <a:pPr marL="469265" lvl="2" indent="-227965">
              <a:lnSpc>
                <a:spcPct val="150000"/>
              </a:lnSpc>
              <a:spcBef>
                <a:spcPts val="720"/>
              </a:spcBef>
              <a:buFont typeface="Symbol"/>
              <a:buChar char=""/>
              <a:tabLst>
                <a:tab pos="469265" algn="l"/>
              </a:tabLst>
            </a:pPr>
            <a:r>
              <a:rPr lang="en-US" sz="1200" b="1" dirty="0">
                <a:latin typeface="Times New Roman"/>
                <a:cs typeface="Times New Roman"/>
              </a:rPr>
              <a:t>Ensure</a:t>
            </a:r>
            <a:r>
              <a:rPr lang="en-US" sz="1200" b="1" spc="-35" dirty="0">
                <a:latin typeface="Times New Roman"/>
                <a:cs typeface="Times New Roman"/>
              </a:rPr>
              <a:t> </a:t>
            </a:r>
            <a:r>
              <a:rPr lang="en-US" sz="1200" dirty="0">
                <a:latin typeface="Times New Roman"/>
                <a:cs typeface="Times New Roman"/>
              </a:rPr>
              <a:t>consistency</a:t>
            </a:r>
            <a:r>
              <a:rPr lang="en-US" sz="1200" spc="-30" dirty="0">
                <a:latin typeface="Times New Roman"/>
                <a:cs typeface="Times New Roman"/>
              </a:rPr>
              <a:t> </a:t>
            </a:r>
            <a:r>
              <a:rPr lang="en-US" sz="1200" dirty="0">
                <a:latin typeface="Times New Roman"/>
                <a:cs typeface="Times New Roman"/>
              </a:rPr>
              <a:t>and</a:t>
            </a:r>
            <a:r>
              <a:rPr lang="en-US" sz="1200" spc="-15" dirty="0">
                <a:latin typeface="Times New Roman"/>
                <a:cs typeface="Times New Roman"/>
              </a:rPr>
              <a:t> </a:t>
            </a:r>
            <a:r>
              <a:rPr lang="en-US" sz="1200" dirty="0">
                <a:latin typeface="Times New Roman"/>
                <a:cs typeface="Times New Roman"/>
              </a:rPr>
              <a:t>clarity</a:t>
            </a:r>
            <a:r>
              <a:rPr lang="en-US" sz="1200" spc="-30" dirty="0">
                <a:latin typeface="Times New Roman"/>
                <a:cs typeface="Times New Roman"/>
              </a:rPr>
              <a:t> </a:t>
            </a:r>
            <a:r>
              <a:rPr lang="en-US" sz="1200" dirty="0">
                <a:latin typeface="Times New Roman"/>
                <a:cs typeface="Times New Roman"/>
              </a:rPr>
              <a:t>in</a:t>
            </a:r>
            <a:r>
              <a:rPr lang="en-US" sz="1200" spc="-30" dirty="0">
                <a:latin typeface="Times New Roman"/>
                <a:cs typeface="Times New Roman"/>
              </a:rPr>
              <a:t> </a:t>
            </a:r>
            <a:r>
              <a:rPr lang="en-US" sz="1200" dirty="0">
                <a:latin typeface="Times New Roman"/>
                <a:cs typeface="Times New Roman"/>
              </a:rPr>
              <a:t>the</a:t>
            </a:r>
            <a:r>
              <a:rPr lang="en-US" sz="1200" spc="-30" dirty="0">
                <a:latin typeface="Times New Roman"/>
                <a:cs typeface="Times New Roman"/>
              </a:rPr>
              <a:t> </a:t>
            </a:r>
            <a:r>
              <a:rPr lang="en-US" sz="1200" dirty="0">
                <a:latin typeface="Times New Roman"/>
                <a:cs typeface="Times New Roman"/>
              </a:rPr>
              <a:t>system's</a:t>
            </a:r>
            <a:r>
              <a:rPr lang="en-US" sz="1200" spc="-35" dirty="0">
                <a:latin typeface="Times New Roman"/>
                <a:cs typeface="Times New Roman"/>
              </a:rPr>
              <a:t> </a:t>
            </a:r>
            <a:r>
              <a:rPr lang="en-US" sz="1200" spc="-10" dirty="0">
                <a:latin typeface="Times New Roman"/>
                <a:cs typeface="Times New Roman"/>
              </a:rPr>
              <a:t>design.</a:t>
            </a:r>
            <a:endParaRPr lang="en-US" sz="1200" dirty="0">
              <a:latin typeface="Times New Roman"/>
              <a:cs typeface="Times New Roman"/>
            </a:endParaRPr>
          </a:p>
          <a:p>
            <a:pPr marL="469265" lvl="2" indent="-227965">
              <a:lnSpc>
                <a:spcPct val="150000"/>
              </a:lnSpc>
              <a:spcBef>
                <a:spcPts val="710"/>
              </a:spcBef>
              <a:buFont typeface="Symbol"/>
              <a:buChar char=""/>
              <a:tabLst>
                <a:tab pos="469265" algn="l"/>
              </a:tabLst>
            </a:pPr>
            <a:r>
              <a:rPr lang="en-US" sz="1200" b="1" dirty="0">
                <a:latin typeface="Times New Roman"/>
                <a:cs typeface="Times New Roman"/>
              </a:rPr>
              <a:t>Provide</a:t>
            </a:r>
            <a:r>
              <a:rPr lang="en-US" sz="1200" b="1" spc="-20" dirty="0">
                <a:latin typeface="Times New Roman"/>
                <a:cs typeface="Times New Roman"/>
              </a:rPr>
              <a:t> </a:t>
            </a:r>
            <a:r>
              <a:rPr lang="en-US" sz="1200" dirty="0">
                <a:latin typeface="Times New Roman"/>
                <a:cs typeface="Times New Roman"/>
              </a:rPr>
              <a:t>a</a:t>
            </a:r>
            <a:r>
              <a:rPr lang="en-US" sz="1200" spc="-15" dirty="0">
                <a:latin typeface="Times New Roman"/>
                <a:cs typeface="Times New Roman"/>
              </a:rPr>
              <a:t> </a:t>
            </a:r>
            <a:r>
              <a:rPr lang="en-US" sz="1200" dirty="0">
                <a:latin typeface="Times New Roman"/>
                <a:cs typeface="Times New Roman"/>
              </a:rPr>
              <a:t>common</a:t>
            </a:r>
            <a:r>
              <a:rPr lang="en-US" sz="1200" spc="-10" dirty="0">
                <a:latin typeface="Times New Roman"/>
                <a:cs typeface="Times New Roman"/>
              </a:rPr>
              <a:t> understanding</a:t>
            </a:r>
            <a:r>
              <a:rPr lang="en-US" sz="1200" spc="-15" dirty="0">
                <a:latin typeface="Times New Roman"/>
                <a:cs typeface="Times New Roman"/>
              </a:rPr>
              <a:t> </a:t>
            </a:r>
            <a:r>
              <a:rPr lang="en-US" sz="1200" dirty="0">
                <a:latin typeface="Times New Roman"/>
                <a:cs typeface="Times New Roman"/>
              </a:rPr>
              <a:t>of</a:t>
            </a:r>
            <a:r>
              <a:rPr lang="en-US" sz="1200" spc="-10" dirty="0">
                <a:latin typeface="Times New Roman"/>
                <a:cs typeface="Times New Roman"/>
              </a:rPr>
              <a:t> </a:t>
            </a:r>
            <a:r>
              <a:rPr lang="en-US" sz="1200" dirty="0">
                <a:latin typeface="Times New Roman"/>
                <a:cs typeface="Times New Roman"/>
              </a:rPr>
              <a:t>the</a:t>
            </a:r>
            <a:r>
              <a:rPr lang="en-US" sz="1200" spc="-20" dirty="0">
                <a:latin typeface="Times New Roman"/>
                <a:cs typeface="Times New Roman"/>
              </a:rPr>
              <a:t> </a:t>
            </a:r>
            <a:r>
              <a:rPr lang="en-US" sz="1200" dirty="0">
                <a:latin typeface="Times New Roman"/>
                <a:cs typeface="Times New Roman"/>
              </a:rPr>
              <a:t>system's</a:t>
            </a:r>
            <a:r>
              <a:rPr lang="en-US" sz="1200" spc="-15" dirty="0">
                <a:latin typeface="Times New Roman"/>
                <a:cs typeface="Times New Roman"/>
              </a:rPr>
              <a:t> </a:t>
            </a:r>
            <a:r>
              <a:rPr lang="en-US" sz="1200" spc="-10" dirty="0">
                <a:latin typeface="Times New Roman"/>
                <a:cs typeface="Times New Roman"/>
              </a:rPr>
              <a:t>architecture.</a:t>
            </a:r>
            <a:endParaRPr lang="en-US" sz="1200" dirty="0">
              <a:latin typeface="Times New Roman"/>
              <a:cs typeface="Times New Roman"/>
            </a:endParaRPr>
          </a:p>
          <a:p>
            <a:pPr marL="469265" lvl="2" indent="-227965">
              <a:lnSpc>
                <a:spcPct val="150000"/>
              </a:lnSpc>
              <a:spcBef>
                <a:spcPts val="720"/>
              </a:spcBef>
              <a:buFont typeface="Symbol"/>
              <a:buChar char=""/>
              <a:tabLst>
                <a:tab pos="469265" algn="l"/>
              </a:tabLst>
            </a:pPr>
            <a:r>
              <a:rPr lang="en-US" sz="1200" b="1" dirty="0">
                <a:latin typeface="Times New Roman"/>
                <a:cs typeface="Times New Roman"/>
              </a:rPr>
              <a:t>Guide</a:t>
            </a:r>
            <a:r>
              <a:rPr lang="en-US" sz="1200" b="1" spc="-10" dirty="0">
                <a:latin typeface="Times New Roman"/>
                <a:cs typeface="Times New Roman"/>
              </a:rPr>
              <a:t> </a:t>
            </a:r>
            <a:r>
              <a:rPr lang="en-US" sz="1200" dirty="0">
                <a:latin typeface="Times New Roman"/>
                <a:cs typeface="Times New Roman"/>
              </a:rPr>
              <a:t>system</a:t>
            </a:r>
            <a:r>
              <a:rPr lang="en-US" sz="1200" spc="-5" dirty="0">
                <a:latin typeface="Times New Roman"/>
                <a:cs typeface="Times New Roman"/>
              </a:rPr>
              <a:t> </a:t>
            </a:r>
            <a:r>
              <a:rPr lang="en-US" sz="1200" spc="-10" dirty="0">
                <a:latin typeface="Times New Roman"/>
                <a:cs typeface="Times New Roman"/>
              </a:rPr>
              <a:t>development</a:t>
            </a:r>
            <a:r>
              <a:rPr lang="en-US" sz="1200" spc="-5" dirty="0">
                <a:latin typeface="Times New Roman"/>
                <a:cs typeface="Times New Roman"/>
              </a:rPr>
              <a:t> </a:t>
            </a:r>
            <a:r>
              <a:rPr lang="en-US" sz="1200" dirty="0">
                <a:latin typeface="Times New Roman"/>
                <a:cs typeface="Times New Roman"/>
              </a:rPr>
              <a:t>and</a:t>
            </a:r>
            <a:r>
              <a:rPr lang="en-US" sz="1200" spc="-5" dirty="0">
                <a:latin typeface="Times New Roman"/>
                <a:cs typeface="Times New Roman"/>
              </a:rPr>
              <a:t> </a:t>
            </a:r>
            <a:r>
              <a:rPr lang="en-US" sz="1200" spc="-10" dirty="0">
                <a:latin typeface="Times New Roman"/>
                <a:cs typeface="Times New Roman"/>
              </a:rPr>
              <a:t>implementation.</a:t>
            </a:r>
            <a:endParaRPr lang="en-US" sz="1200" dirty="0">
              <a:latin typeface="Times New Roman"/>
              <a:cs typeface="Times New Roman"/>
            </a:endParaRPr>
          </a:p>
          <a:p>
            <a:pPr>
              <a:lnSpc>
                <a:spcPct val="100000"/>
              </a:lnSpc>
            </a:pPr>
            <a:endParaRPr lang="en-US" sz="1200" dirty="0">
              <a:latin typeface="Times New Roman"/>
              <a:cs typeface="Times New Roman"/>
            </a:endParaRPr>
          </a:p>
          <a:p>
            <a:pPr>
              <a:lnSpc>
                <a:spcPct val="100000"/>
              </a:lnSpc>
              <a:spcBef>
                <a:spcPts val="200"/>
              </a:spcBef>
            </a:pPr>
            <a:endParaRPr lang="en-US" sz="1200" dirty="0">
              <a:latin typeface="Times New Roman"/>
              <a:cs typeface="Times New Roman"/>
            </a:endParaRPr>
          </a:p>
          <a:p>
            <a:pPr marR="170180" algn="ctr">
              <a:lnSpc>
                <a:spcPct val="100000"/>
              </a:lnSpc>
            </a:pPr>
            <a:endParaRPr lang="en-US" sz="1200" spc="-50" dirty="0">
              <a:latin typeface="Times New Roman"/>
              <a:cs typeface="Times New Roman"/>
            </a:endParaRPr>
          </a:p>
          <a:p>
            <a:pPr marR="170180" algn="ctr">
              <a:lnSpc>
                <a:spcPct val="100000"/>
              </a:lnSpc>
            </a:pPr>
            <a:r>
              <a:rPr lang="en-US" sz="1200" spc="-50" dirty="0">
                <a:latin typeface="Times New Roman"/>
                <a:cs typeface="Times New Roman"/>
              </a:rPr>
              <a:t>9</a:t>
            </a:r>
            <a:endParaRPr lang="en-US" sz="1200" dirty="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4573904" y="624331"/>
            <a:ext cx="245745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System</a:t>
            </a:r>
            <a:r>
              <a:rPr sz="1200" spc="-5" dirty="0">
                <a:latin typeface="Times New Roman"/>
                <a:cs typeface="Times New Roman"/>
              </a:rPr>
              <a:t> </a:t>
            </a:r>
            <a:r>
              <a:rPr sz="1200" spc="-10" dirty="0">
                <a:latin typeface="Times New Roman"/>
                <a:cs typeface="Times New Roman"/>
              </a:rPr>
              <a:t>Requirements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Specification</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14400" y="831862"/>
            <a:ext cx="6090285" cy="45085"/>
          </a:xfrm>
          <a:custGeom>
            <a:avLst/>
            <a:gdLst/>
            <a:ahLst/>
            <a:cxnLst/>
            <a:rect l="l" t="t" r="r" b="b"/>
            <a:pathLst>
              <a:path w="6090284" h="45084">
                <a:moveTo>
                  <a:pt x="6081001" y="0"/>
                </a:moveTo>
                <a:lnTo>
                  <a:pt x="0" y="0"/>
                </a:lnTo>
                <a:lnTo>
                  <a:pt x="0" y="6464"/>
                </a:lnTo>
                <a:lnTo>
                  <a:pt x="6081001" y="6464"/>
                </a:lnTo>
                <a:lnTo>
                  <a:pt x="6081001" y="0"/>
                </a:lnTo>
                <a:close/>
              </a:path>
              <a:path w="6090284" h="45084">
                <a:moveTo>
                  <a:pt x="6089713" y="21958"/>
                </a:moveTo>
                <a:lnTo>
                  <a:pt x="6032" y="21958"/>
                </a:lnTo>
                <a:lnTo>
                  <a:pt x="6032" y="45072"/>
                </a:lnTo>
                <a:lnTo>
                  <a:pt x="6089713" y="45072"/>
                </a:lnTo>
                <a:lnTo>
                  <a:pt x="6089713" y="21958"/>
                </a:lnTo>
                <a:close/>
              </a:path>
            </a:pathLst>
          </a:custGeom>
          <a:solidFill>
            <a:srgbClr val="823909"/>
          </a:solidFill>
        </p:spPr>
        <p:txBody>
          <a:bodyPr wrap="square" lIns="0" tIns="0" rIns="0" bIns="0" rtlCol="0"/>
          <a:lstStyle/>
          <a:p>
            <a:endParaRPr/>
          </a:p>
        </p:txBody>
      </p:sp>
      <p:sp>
        <p:nvSpPr>
          <p:cNvPr id="6" name="object 6"/>
          <p:cNvSpPr txBox="1"/>
          <p:nvPr/>
        </p:nvSpPr>
        <p:spPr>
          <a:xfrm>
            <a:off x="886764" y="889761"/>
            <a:ext cx="237045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3.2</a:t>
            </a:r>
            <a:r>
              <a:rPr sz="1600" b="1" spc="-60" dirty="0">
                <a:latin typeface="Times New Roman"/>
                <a:cs typeface="Times New Roman"/>
              </a:rPr>
              <a:t> </a:t>
            </a:r>
            <a:r>
              <a:rPr sz="1600" b="1" dirty="0">
                <a:latin typeface="Times New Roman"/>
                <a:cs typeface="Times New Roman"/>
              </a:rPr>
              <a:t>Software</a:t>
            </a:r>
            <a:r>
              <a:rPr sz="1600" b="1" spc="-60" dirty="0">
                <a:latin typeface="Times New Roman"/>
                <a:cs typeface="Times New Roman"/>
              </a:rPr>
              <a:t> </a:t>
            </a:r>
            <a:r>
              <a:rPr sz="1600" b="1" spc="-10" dirty="0">
                <a:latin typeface="Times New Roman"/>
                <a:cs typeface="Times New Roman"/>
              </a:rPr>
              <a:t>Requirements</a:t>
            </a:r>
            <a:endParaRPr sz="1600">
              <a:latin typeface="Times New Roman"/>
              <a:cs typeface="Times New Roman"/>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16" name="object 1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10</a:t>
            </a:r>
            <a:endParaRPr spc="-25" dirty="0"/>
          </a:p>
        </p:txBody>
      </p:sp>
      <p:sp>
        <p:nvSpPr>
          <p:cNvPr id="17" name="object 1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
        <p:nvSpPr>
          <p:cNvPr id="7" name="object 7"/>
          <p:cNvSpPr txBox="1"/>
          <p:nvPr/>
        </p:nvSpPr>
        <p:spPr>
          <a:xfrm>
            <a:off x="886764" y="1266189"/>
            <a:ext cx="1341755" cy="845819"/>
          </a:xfrm>
          <a:prstGeom prst="rect">
            <a:avLst/>
          </a:prstGeom>
        </p:spPr>
        <p:txBody>
          <a:bodyPr vert="horz" wrap="square" lIns="0" tIns="102235" rIns="0" bIns="0" rtlCol="0">
            <a:spAutoFit/>
          </a:bodyPr>
          <a:lstStyle/>
          <a:p>
            <a:pPr marL="240665" indent="-227965">
              <a:lnSpc>
                <a:spcPct val="100000"/>
              </a:lnSpc>
              <a:spcBef>
                <a:spcPts val="805"/>
              </a:spcBef>
              <a:buFont typeface="Symbol"/>
              <a:buChar char=""/>
              <a:tabLst>
                <a:tab pos="240665" algn="l"/>
              </a:tabLst>
            </a:pPr>
            <a:r>
              <a:rPr sz="1200" dirty="0">
                <a:latin typeface="Times New Roman"/>
                <a:cs typeface="Times New Roman"/>
              </a:rPr>
              <a:t>Operating</a:t>
            </a:r>
            <a:r>
              <a:rPr sz="1200" spc="-6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240665" indent="-227965">
              <a:lnSpc>
                <a:spcPct val="100000"/>
              </a:lnSpc>
              <a:spcBef>
                <a:spcPts val="710"/>
              </a:spcBef>
              <a:buFont typeface="Symbol"/>
              <a:buChar char=""/>
              <a:tabLst>
                <a:tab pos="240665" algn="l"/>
              </a:tabLst>
            </a:pPr>
            <a:r>
              <a:rPr sz="1200" dirty="0">
                <a:latin typeface="Times New Roman"/>
                <a:cs typeface="Times New Roman"/>
              </a:rPr>
              <a:t>Coding</a:t>
            </a:r>
            <a:r>
              <a:rPr sz="1200" spc="-30" dirty="0">
                <a:latin typeface="Times New Roman"/>
                <a:cs typeface="Times New Roman"/>
              </a:rPr>
              <a:t> </a:t>
            </a:r>
            <a:r>
              <a:rPr sz="1200" spc="-10" dirty="0">
                <a:latin typeface="Times New Roman"/>
                <a:cs typeface="Times New Roman"/>
              </a:rPr>
              <a:t>Language</a:t>
            </a:r>
            <a:endParaRPr sz="1200">
              <a:latin typeface="Times New Roman"/>
              <a:cs typeface="Times New Roman"/>
            </a:endParaRPr>
          </a:p>
          <a:p>
            <a:pPr marL="240665" indent="-227965">
              <a:lnSpc>
                <a:spcPct val="100000"/>
              </a:lnSpc>
              <a:spcBef>
                <a:spcPts val="720"/>
              </a:spcBef>
              <a:buFont typeface="Symbol"/>
              <a:buChar char=""/>
              <a:tabLst>
                <a:tab pos="240665" algn="l"/>
              </a:tabLst>
            </a:pPr>
            <a:r>
              <a:rPr sz="1200" spc="-25" dirty="0">
                <a:latin typeface="Times New Roman"/>
                <a:cs typeface="Times New Roman"/>
              </a:rPr>
              <a:t>IDE</a:t>
            </a:r>
            <a:endParaRPr sz="1200">
              <a:latin typeface="Times New Roman"/>
              <a:cs typeface="Times New Roman"/>
            </a:endParaRPr>
          </a:p>
        </p:txBody>
      </p:sp>
      <p:sp>
        <p:nvSpPr>
          <p:cNvPr id="8" name="object 8"/>
          <p:cNvSpPr txBox="1"/>
          <p:nvPr/>
        </p:nvSpPr>
        <p:spPr>
          <a:xfrm>
            <a:off x="2723514" y="1266189"/>
            <a:ext cx="67945" cy="845819"/>
          </a:xfrm>
          <a:prstGeom prst="rect">
            <a:avLst/>
          </a:prstGeom>
        </p:spPr>
        <p:txBody>
          <a:bodyPr vert="horz" wrap="square" lIns="0" tIns="102235" rIns="0" bIns="0" rtlCol="0">
            <a:spAutoFit/>
          </a:bodyPr>
          <a:lstStyle/>
          <a:p>
            <a:pPr marL="12700">
              <a:lnSpc>
                <a:spcPct val="100000"/>
              </a:lnSpc>
              <a:spcBef>
                <a:spcPts val="805"/>
              </a:spcBef>
            </a:pPr>
            <a:r>
              <a:rPr sz="1200" spc="-50" dirty="0">
                <a:latin typeface="Times New Roman"/>
                <a:cs typeface="Times New Roman"/>
              </a:rPr>
              <a:t>:</a:t>
            </a:r>
            <a:endParaRPr sz="1200">
              <a:latin typeface="Times New Roman"/>
              <a:cs typeface="Times New Roman"/>
            </a:endParaRPr>
          </a:p>
          <a:p>
            <a:pPr marL="12700">
              <a:lnSpc>
                <a:spcPct val="100000"/>
              </a:lnSpc>
              <a:spcBef>
                <a:spcPts val="710"/>
              </a:spcBef>
            </a:pPr>
            <a:r>
              <a:rPr sz="1200" spc="-50" dirty="0">
                <a:latin typeface="Times New Roman"/>
                <a:cs typeface="Times New Roman"/>
              </a:rPr>
              <a:t>:</a:t>
            </a:r>
            <a:endParaRPr sz="1200">
              <a:latin typeface="Times New Roman"/>
              <a:cs typeface="Times New Roman"/>
            </a:endParaRPr>
          </a:p>
          <a:p>
            <a:pPr marL="12700">
              <a:lnSpc>
                <a:spcPct val="100000"/>
              </a:lnSpc>
              <a:spcBef>
                <a:spcPts val="720"/>
              </a:spcBef>
            </a:pPr>
            <a:r>
              <a:rPr sz="1200" spc="-50" dirty="0">
                <a:latin typeface="Times New Roman"/>
                <a:cs typeface="Times New Roman"/>
              </a:rPr>
              <a:t>:</a:t>
            </a:r>
            <a:endParaRPr sz="1200">
              <a:latin typeface="Times New Roman"/>
              <a:cs typeface="Times New Roman"/>
            </a:endParaRPr>
          </a:p>
        </p:txBody>
      </p:sp>
      <p:sp>
        <p:nvSpPr>
          <p:cNvPr id="9" name="object 9"/>
          <p:cNvSpPr txBox="1"/>
          <p:nvPr/>
        </p:nvSpPr>
        <p:spPr>
          <a:xfrm>
            <a:off x="3180714" y="1266189"/>
            <a:ext cx="2428240" cy="845819"/>
          </a:xfrm>
          <a:prstGeom prst="rect">
            <a:avLst/>
          </a:prstGeom>
        </p:spPr>
        <p:txBody>
          <a:bodyPr vert="horz" wrap="square" lIns="0" tIns="12700" rIns="0" bIns="0" rtlCol="0">
            <a:spAutoFit/>
          </a:bodyPr>
          <a:lstStyle/>
          <a:p>
            <a:pPr marL="12700" marR="1094105">
              <a:lnSpc>
                <a:spcPct val="149200"/>
              </a:lnSpc>
              <a:spcBef>
                <a:spcPts val="100"/>
              </a:spcBef>
            </a:pPr>
            <a:r>
              <a:rPr sz="1200" spc="-10" dirty="0">
                <a:latin typeface="Times New Roman"/>
                <a:cs typeface="Times New Roman"/>
              </a:rPr>
              <a:t>Windows</a:t>
            </a:r>
            <a:r>
              <a:rPr sz="1200" spc="-20" dirty="0">
                <a:latin typeface="Times New Roman"/>
                <a:cs typeface="Times New Roman"/>
              </a:rPr>
              <a:t> </a:t>
            </a:r>
            <a:r>
              <a:rPr sz="1200" dirty="0">
                <a:latin typeface="Times New Roman"/>
                <a:cs typeface="Times New Roman"/>
              </a:rPr>
              <a:t>XP</a:t>
            </a:r>
            <a:r>
              <a:rPr sz="1200" spc="-55" dirty="0">
                <a:latin typeface="Times New Roman"/>
                <a:cs typeface="Times New Roman"/>
              </a:rPr>
              <a:t> </a:t>
            </a:r>
            <a:r>
              <a:rPr sz="1200" dirty="0">
                <a:latin typeface="Times New Roman"/>
                <a:cs typeface="Times New Roman"/>
              </a:rPr>
              <a:t>/</a:t>
            </a:r>
            <a:r>
              <a:rPr sz="1200" spc="-10" dirty="0">
                <a:latin typeface="Times New Roman"/>
                <a:cs typeface="Times New Roman"/>
              </a:rPr>
              <a:t> 7/8/10 Python</a:t>
            </a:r>
            <a:endParaRPr sz="1200">
              <a:latin typeface="Times New Roman"/>
              <a:cs typeface="Times New Roman"/>
            </a:endParaRPr>
          </a:p>
          <a:p>
            <a:pPr marL="12700">
              <a:lnSpc>
                <a:spcPct val="100000"/>
              </a:lnSpc>
              <a:spcBef>
                <a:spcPts val="720"/>
              </a:spcBef>
            </a:pPr>
            <a:r>
              <a:rPr sz="1200" spc="-10" dirty="0">
                <a:latin typeface="Times New Roman"/>
                <a:cs typeface="Times New Roman"/>
              </a:rPr>
              <a:t>Visual</a:t>
            </a:r>
            <a:r>
              <a:rPr sz="1200" spc="-30" dirty="0">
                <a:latin typeface="Times New Roman"/>
                <a:cs typeface="Times New Roman"/>
              </a:rPr>
              <a:t> </a:t>
            </a:r>
            <a:r>
              <a:rPr sz="1200" dirty="0">
                <a:latin typeface="Times New Roman"/>
                <a:cs typeface="Times New Roman"/>
              </a:rPr>
              <a:t>Studio</a:t>
            </a:r>
            <a:r>
              <a:rPr sz="1200" spc="-25"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Python</a:t>
            </a:r>
            <a:r>
              <a:rPr sz="1200" spc="-25" dirty="0">
                <a:latin typeface="Times New Roman"/>
                <a:cs typeface="Times New Roman"/>
              </a:rPr>
              <a:t> </a:t>
            </a:r>
            <a:r>
              <a:rPr sz="1200" spc="-10" dirty="0">
                <a:latin typeface="Times New Roman"/>
                <a:cs typeface="Times New Roman"/>
              </a:rPr>
              <a:t>Interpreter.</a:t>
            </a:r>
            <a:endParaRPr sz="1200">
              <a:latin typeface="Times New Roman"/>
              <a:cs typeface="Times New Roman"/>
            </a:endParaRPr>
          </a:p>
        </p:txBody>
      </p:sp>
      <p:sp>
        <p:nvSpPr>
          <p:cNvPr id="10" name="object 10"/>
          <p:cNvSpPr txBox="1"/>
          <p:nvPr/>
        </p:nvSpPr>
        <p:spPr>
          <a:xfrm>
            <a:off x="886764" y="2264410"/>
            <a:ext cx="248158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3.3</a:t>
            </a:r>
            <a:r>
              <a:rPr sz="1600" b="1" spc="-30" dirty="0">
                <a:latin typeface="Times New Roman"/>
                <a:cs typeface="Times New Roman"/>
              </a:rPr>
              <a:t> </a:t>
            </a:r>
            <a:r>
              <a:rPr sz="1600" b="1" spc="-10" dirty="0">
                <a:latin typeface="Times New Roman"/>
                <a:cs typeface="Times New Roman"/>
              </a:rPr>
              <a:t>Hardware</a:t>
            </a:r>
            <a:r>
              <a:rPr sz="1600" b="1" spc="-30" dirty="0">
                <a:latin typeface="Times New Roman"/>
                <a:cs typeface="Times New Roman"/>
              </a:rPr>
              <a:t> </a:t>
            </a:r>
            <a:r>
              <a:rPr sz="1600" b="1" spc="-10" dirty="0">
                <a:latin typeface="Times New Roman"/>
                <a:cs typeface="Times New Roman"/>
              </a:rPr>
              <a:t>Requirements</a:t>
            </a:r>
            <a:endParaRPr sz="1600">
              <a:latin typeface="Times New Roman"/>
              <a:cs typeface="Times New Roman"/>
            </a:endParaRPr>
          </a:p>
        </p:txBody>
      </p:sp>
      <p:sp>
        <p:nvSpPr>
          <p:cNvPr id="11" name="object 11"/>
          <p:cNvSpPr txBox="1"/>
          <p:nvPr/>
        </p:nvSpPr>
        <p:spPr>
          <a:xfrm>
            <a:off x="2265933" y="2639312"/>
            <a:ext cx="67945" cy="847725"/>
          </a:xfrm>
          <a:prstGeom prst="rect">
            <a:avLst/>
          </a:prstGeom>
        </p:spPr>
        <p:txBody>
          <a:bodyPr vert="horz" wrap="square" lIns="0" tIns="104139" rIns="0" bIns="0" rtlCol="0">
            <a:spAutoFit/>
          </a:bodyPr>
          <a:lstStyle/>
          <a:p>
            <a:pPr marL="12700">
              <a:lnSpc>
                <a:spcPct val="100000"/>
              </a:lnSpc>
              <a:spcBef>
                <a:spcPts val="819"/>
              </a:spcBef>
            </a:pPr>
            <a:r>
              <a:rPr sz="1200" spc="-50" dirty="0">
                <a:latin typeface="Times New Roman"/>
                <a:cs typeface="Times New Roman"/>
              </a:rPr>
              <a:t>:</a:t>
            </a:r>
            <a:endParaRPr sz="1200">
              <a:latin typeface="Times New Roman"/>
              <a:cs typeface="Times New Roman"/>
            </a:endParaRPr>
          </a:p>
          <a:p>
            <a:pPr marL="12700">
              <a:lnSpc>
                <a:spcPct val="100000"/>
              </a:lnSpc>
              <a:spcBef>
                <a:spcPts val="720"/>
              </a:spcBef>
            </a:pPr>
            <a:r>
              <a:rPr sz="1200" spc="-50" dirty="0">
                <a:latin typeface="Times New Roman"/>
                <a:cs typeface="Times New Roman"/>
              </a:rPr>
              <a:t>:</a:t>
            </a:r>
            <a:endParaRPr sz="1200">
              <a:latin typeface="Times New Roman"/>
              <a:cs typeface="Times New Roman"/>
            </a:endParaRPr>
          </a:p>
          <a:p>
            <a:pPr marL="12700">
              <a:lnSpc>
                <a:spcPct val="100000"/>
              </a:lnSpc>
              <a:spcBef>
                <a:spcPts val="710"/>
              </a:spcBef>
            </a:pPr>
            <a:r>
              <a:rPr sz="1200" spc="-50" dirty="0">
                <a:latin typeface="Times New Roman"/>
                <a:cs typeface="Times New Roman"/>
              </a:rPr>
              <a:t>:</a:t>
            </a:r>
            <a:endParaRPr sz="1200">
              <a:latin typeface="Times New Roman"/>
              <a:cs typeface="Times New Roman"/>
            </a:endParaRPr>
          </a:p>
        </p:txBody>
      </p:sp>
      <p:sp>
        <p:nvSpPr>
          <p:cNvPr id="12" name="object 12"/>
          <p:cNvSpPr txBox="1"/>
          <p:nvPr/>
        </p:nvSpPr>
        <p:spPr>
          <a:xfrm>
            <a:off x="2723514" y="2639312"/>
            <a:ext cx="1082040" cy="847725"/>
          </a:xfrm>
          <a:prstGeom prst="rect">
            <a:avLst/>
          </a:prstGeom>
        </p:spPr>
        <p:txBody>
          <a:bodyPr vert="horz" wrap="square" lIns="0" tIns="12700" rIns="0" bIns="0" rtlCol="0">
            <a:spAutoFit/>
          </a:bodyPr>
          <a:lstStyle/>
          <a:p>
            <a:pPr marL="12700" marR="5080">
              <a:lnSpc>
                <a:spcPct val="150000"/>
              </a:lnSpc>
              <a:spcBef>
                <a:spcPts val="100"/>
              </a:spcBef>
            </a:pPr>
            <a:r>
              <a:rPr sz="1200" dirty="0">
                <a:latin typeface="Times New Roman"/>
                <a:cs typeface="Times New Roman"/>
              </a:rPr>
              <a:t>Intel</a:t>
            </a:r>
            <a:r>
              <a:rPr sz="1200" spc="-25" dirty="0">
                <a:latin typeface="Times New Roman"/>
                <a:cs typeface="Times New Roman"/>
              </a:rPr>
              <a:t> </a:t>
            </a:r>
            <a:r>
              <a:rPr sz="1200" dirty="0">
                <a:latin typeface="Times New Roman"/>
                <a:cs typeface="Times New Roman"/>
              </a:rPr>
              <a:t>i3</a:t>
            </a:r>
            <a:r>
              <a:rPr sz="1200" spc="-20" dirty="0">
                <a:latin typeface="Times New Roman"/>
                <a:cs typeface="Times New Roman"/>
              </a:rPr>
              <a:t> </a:t>
            </a:r>
            <a:r>
              <a:rPr sz="1200" spc="-10" dirty="0">
                <a:latin typeface="Times New Roman"/>
                <a:cs typeface="Times New Roman"/>
              </a:rPr>
              <a:t>processor </a:t>
            </a:r>
            <a:r>
              <a:rPr sz="1200" dirty="0">
                <a:latin typeface="Times New Roman"/>
                <a:cs typeface="Times New Roman"/>
              </a:rPr>
              <a:t>Minimum</a:t>
            </a:r>
            <a:r>
              <a:rPr sz="1200" spc="-25" dirty="0">
                <a:latin typeface="Times New Roman"/>
                <a:cs typeface="Times New Roman"/>
              </a:rPr>
              <a:t> </a:t>
            </a:r>
            <a:r>
              <a:rPr sz="1200" dirty="0">
                <a:latin typeface="Times New Roman"/>
                <a:cs typeface="Times New Roman"/>
              </a:rPr>
              <a:t>1</a:t>
            </a:r>
            <a:r>
              <a:rPr sz="1200" spc="-20" dirty="0">
                <a:latin typeface="Times New Roman"/>
                <a:cs typeface="Times New Roman"/>
              </a:rPr>
              <a:t> </a:t>
            </a:r>
            <a:r>
              <a:rPr sz="1200" spc="-25" dirty="0">
                <a:latin typeface="Times New Roman"/>
                <a:cs typeface="Times New Roman"/>
              </a:rPr>
              <a:t>GB</a:t>
            </a:r>
            <a:endParaRPr sz="1200" dirty="0">
              <a:latin typeface="Times New Roman"/>
              <a:cs typeface="Times New Roman"/>
            </a:endParaRPr>
          </a:p>
          <a:p>
            <a:pPr marL="12700">
              <a:lnSpc>
                <a:spcPct val="100000"/>
              </a:lnSpc>
              <a:spcBef>
                <a:spcPts val="710"/>
              </a:spcBef>
            </a:pPr>
            <a:r>
              <a:rPr sz="1200" dirty="0">
                <a:latin typeface="Times New Roman"/>
                <a:cs typeface="Times New Roman"/>
              </a:rPr>
              <a:t>Minimum</a:t>
            </a:r>
            <a:r>
              <a:rPr sz="1200" spc="-25" dirty="0">
                <a:latin typeface="Times New Roman"/>
                <a:cs typeface="Times New Roman"/>
              </a:rPr>
              <a:t> </a:t>
            </a:r>
            <a:r>
              <a:rPr lang="en-US" sz="1200" spc="-25" dirty="0">
                <a:latin typeface="Times New Roman"/>
                <a:cs typeface="Times New Roman"/>
              </a:rPr>
              <a:t>6</a:t>
            </a:r>
            <a:r>
              <a:rPr sz="1200" spc="-20" dirty="0">
                <a:latin typeface="Times New Roman"/>
                <a:cs typeface="Times New Roman"/>
              </a:rPr>
              <a:t> </a:t>
            </a:r>
            <a:r>
              <a:rPr sz="1200" spc="-25" dirty="0">
                <a:latin typeface="Times New Roman"/>
                <a:cs typeface="Times New Roman"/>
              </a:rPr>
              <a:t>GB</a:t>
            </a:r>
            <a:endParaRPr sz="1200" dirty="0">
              <a:latin typeface="Times New Roman"/>
              <a:cs typeface="Times New Roman"/>
            </a:endParaRPr>
          </a:p>
        </p:txBody>
      </p:sp>
      <p:sp>
        <p:nvSpPr>
          <p:cNvPr id="13" name="object 13"/>
          <p:cNvSpPr txBox="1"/>
          <p:nvPr/>
        </p:nvSpPr>
        <p:spPr>
          <a:xfrm>
            <a:off x="908050" y="2654935"/>
            <a:ext cx="3405504" cy="1113124"/>
          </a:xfrm>
          <a:prstGeom prst="rect">
            <a:avLst/>
          </a:prstGeom>
        </p:spPr>
        <p:txBody>
          <a:bodyPr vert="horz" wrap="square" lIns="0" tIns="104139" rIns="0" bIns="0" rtlCol="0">
            <a:spAutoFit/>
          </a:bodyPr>
          <a:lstStyle/>
          <a:p>
            <a:pPr marL="240665" indent="-227965">
              <a:lnSpc>
                <a:spcPct val="100000"/>
              </a:lnSpc>
              <a:spcBef>
                <a:spcPts val="819"/>
              </a:spcBef>
              <a:buFont typeface="Symbol"/>
              <a:buChar char=""/>
              <a:tabLst>
                <a:tab pos="240665" algn="l"/>
              </a:tabLst>
            </a:pPr>
            <a:r>
              <a:rPr sz="1200" spc="-10" dirty="0">
                <a:latin typeface="Times New Roman"/>
                <a:cs typeface="Times New Roman"/>
              </a:rPr>
              <a:t>System</a:t>
            </a:r>
            <a:endParaRPr sz="1200" dirty="0">
              <a:latin typeface="Times New Roman"/>
              <a:cs typeface="Times New Roman"/>
            </a:endParaRPr>
          </a:p>
          <a:p>
            <a:pPr marL="240665" indent="-227965">
              <a:lnSpc>
                <a:spcPct val="100000"/>
              </a:lnSpc>
              <a:spcBef>
                <a:spcPts val="720"/>
              </a:spcBef>
              <a:buFont typeface="Symbol"/>
              <a:buChar char=""/>
              <a:tabLst>
                <a:tab pos="240665" algn="l"/>
              </a:tabLst>
            </a:pPr>
            <a:r>
              <a:rPr sz="1200" dirty="0">
                <a:latin typeface="Times New Roman"/>
                <a:cs typeface="Times New Roman"/>
              </a:rPr>
              <a:t>Hard</a:t>
            </a:r>
            <a:r>
              <a:rPr sz="1200" spc="-35" dirty="0">
                <a:latin typeface="Times New Roman"/>
                <a:cs typeface="Times New Roman"/>
              </a:rPr>
              <a:t> </a:t>
            </a:r>
            <a:r>
              <a:rPr sz="1200" spc="-20" dirty="0">
                <a:latin typeface="Times New Roman"/>
                <a:cs typeface="Times New Roman"/>
              </a:rPr>
              <a:t>Disk</a:t>
            </a:r>
            <a:endParaRPr sz="1200" dirty="0">
              <a:latin typeface="Times New Roman"/>
              <a:cs typeface="Times New Roman"/>
            </a:endParaRPr>
          </a:p>
          <a:p>
            <a:pPr marL="240665" indent="-227965">
              <a:lnSpc>
                <a:spcPct val="100000"/>
              </a:lnSpc>
              <a:spcBef>
                <a:spcPts val="710"/>
              </a:spcBef>
              <a:buFont typeface="Symbol"/>
              <a:buChar char=""/>
              <a:tabLst>
                <a:tab pos="240665" algn="l"/>
              </a:tabLst>
            </a:pPr>
            <a:r>
              <a:rPr sz="1200" spc="-25" dirty="0">
                <a:latin typeface="Times New Roman"/>
                <a:cs typeface="Times New Roman"/>
              </a:rPr>
              <a:t>Ram</a:t>
            </a:r>
            <a:endParaRPr sz="1200" dirty="0">
              <a:latin typeface="Times New Roman"/>
              <a:cs typeface="Times New Roman"/>
            </a:endParaRPr>
          </a:p>
          <a:p>
            <a:pPr marL="240665" indent="-227965">
              <a:lnSpc>
                <a:spcPct val="100000"/>
              </a:lnSpc>
              <a:spcBef>
                <a:spcPts val="720"/>
              </a:spcBef>
              <a:buFont typeface="Symbol"/>
              <a:buChar char=""/>
              <a:tabLst>
                <a:tab pos="240665"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computer</a:t>
            </a:r>
            <a:r>
              <a:rPr sz="1200" spc="-35"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device</a:t>
            </a:r>
            <a:r>
              <a:rPr sz="1200" spc="-30"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camera</a:t>
            </a:r>
            <a:r>
              <a:rPr sz="1200" spc="-30" dirty="0">
                <a:latin typeface="Times New Roman"/>
                <a:cs typeface="Times New Roman"/>
              </a:rPr>
              <a:t> </a:t>
            </a:r>
            <a:r>
              <a:rPr sz="1200" dirty="0">
                <a:latin typeface="Times New Roman"/>
                <a:cs typeface="Times New Roman"/>
              </a:rPr>
              <a:t>(e.g.,</a:t>
            </a:r>
            <a:r>
              <a:rPr sz="1200" spc="-25" dirty="0">
                <a:latin typeface="Times New Roman"/>
                <a:cs typeface="Times New Roman"/>
              </a:rPr>
              <a:t> </a:t>
            </a:r>
            <a:r>
              <a:rPr sz="1200" spc="-10" dirty="0">
                <a:latin typeface="Times New Roman"/>
                <a:cs typeface="Times New Roman"/>
              </a:rPr>
              <a:t>webcam)</a:t>
            </a:r>
            <a:endParaRPr sz="1200" dirty="0">
              <a:latin typeface="Times New Roman"/>
              <a:cs typeface="Times New Roman"/>
            </a:endParaRPr>
          </a:p>
        </p:txBody>
      </p:sp>
      <p:sp>
        <p:nvSpPr>
          <p:cNvPr id="14" name="object 14"/>
          <p:cNvSpPr txBox="1"/>
          <p:nvPr/>
        </p:nvSpPr>
        <p:spPr>
          <a:xfrm>
            <a:off x="857885" y="3996561"/>
            <a:ext cx="6146800" cy="4934299"/>
          </a:xfrm>
          <a:prstGeom prst="rect">
            <a:avLst/>
          </a:prstGeom>
        </p:spPr>
        <p:txBody>
          <a:bodyPr vert="horz" wrap="square" lIns="0" tIns="12065" rIns="0" bIns="0" rtlCol="0">
            <a:spAutoFit/>
          </a:bodyPr>
          <a:lstStyle/>
          <a:p>
            <a:pPr marL="20320" marR="6350" indent="220979" algn="just">
              <a:lnSpc>
                <a:spcPct val="143600"/>
              </a:lnSpc>
              <a:spcBef>
                <a:spcPts val="95"/>
              </a:spcBef>
            </a:pPr>
            <a:r>
              <a:rPr sz="1200" spc="-10" dirty="0">
                <a:latin typeface="Times New Roman"/>
                <a:cs typeface="Times New Roman"/>
              </a:rPr>
              <a:t>Hardware</a:t>
            </a:r>
            <a:r>
              <a:rPr sz="1200" spc="-65" dirty="0">
                <a:latin typeface="Times New Roman"/>
                <a:cs typeface="Times New Roman"/>
              </a:rPr>
              <a:t> </a:t>
            </a:r>
            <a:r>
              <a:rPr sz="1200" spc="-10" dirty="0">
                <a:latin typeface="Times New Roman"/>
                <a:cs typeface="Times New Roman"/>
              </a:rPr>
              <a:t>requirements</a:t>
            </a:r>
            <a:r>
              <a:rPr sz="1200" spc="-55" dirty="0">
                <a:latin typeface="Times New Roman"/>
                <a:cs typeface="Times New Roman"/>
              </a:rPr>
              <a:t> </a:t>
            </a:r>
            <a:r>
              <a:rPr sz="1200" spc="-10" dirty="0">
                <a:latin typeface="Times New Roman"/>
                <a:cs typeface="Times New Roman"/>
              </a:rPr>
              <a:t>are</a:t>
            </a:r>
            <a:r>
              <a:rPr sz="1200" spc="-65" dirty="0">
                <a:latin typeface="Times New Roman"/>
                <a:cs typeface="Times New Roman"/>
              </a:rPr>
              <a:t> </a:t>
            </a:r>
            <a:r>
              <a:rPr sz="1200" spc="-10" dirty="0">
                <a:latin typeface="Times New Roman"/>
                <a:cs typeface="Times New Roman"/>
              </a:rPr>
              <a:t>the</a:t>
            </a:r>
            <a:r>
              <a:rPr sz="1200" spc="-50" dirty="0">
                <a:latin typeface="Times New Roman"/>
                <a:cs typeface="Times New Roman"/>
              </a:rPr>
              <a:t> </a:t>
            </a:r>
            <a:r>
              <a:rPr sz="1200" spc="-10" dirty="0">
                <a:latin typeface="Times New Roman"/>
                <a:cs typeface="Times New Roman"/>
              </a:rPr>
              <a:t>most</a:t>
            </a:r>
            <a:r>
              <a:rPr sz="1200" spc="-50" dirty="0">
                <a:latin typeface="Times New Roman"/>
                <a:cs typeface="Times New Roman"/>
              </a:rPr>
              <a:t> </a:t>
            </a:r>
            <a:r>
              <a:rPr sz="1200" spc="-10" dirty="0">
                <a:latin typeface="Times New Roman"/>
                <a:cs typeface="Times New Roman"/>
              </a:rPr>
              <a:t>common</a:t>
            </a:r>
            <a:r>
              <a:rPr sz="1200" spc="-50" dirty="0">
                <a:latin typeface="Times New Roman"/>
                <a:cs typeface="Times New Roman"/>
              </a:rPr>
              <a:t> </a:t>
            </a:r>
            <a:r>
              <a:rPr sz="1200" spc="-10" dirty="0">
                <a:latin typeface="Times New Roman"/>
                <a:cs typeface="Times New Roman"/>
              </a:rPr>
              <a:t>set</a:t>
            </a:r>
            <a:r>
              <a:rPr sz="1200" spc="-50" dirty="0">
                <a:latin typeface="Times New Roman"/>
                <a:cs typeface="Times New Roman"/>
              </a:rPr>
              <a:t> </a:t>
            </a:r>
            <a:r>
              <a:rPr sz="1200" spc="-20" dirty="0">
                <a:latin typeface="Times New Roman"/>
                <a:cs typeface="Times New Roman"/>
              </a:rPr>
              <a:t>of</a:t>
            </a:r>
            <a:r>
              <a:rPr sz="1200" spc="-55" dirty="0">
                <a:latin typeface="Times New Roman"/>
                <a:cs typeface="Times New Roman"/>
              </a:rPr>
              <a:t> </a:t>
            </a:r>
            <a:r>
              <a:rPr sz="1200" spc="-10" dirty="0">
                <a:latin typeface="Times New Roman"/>
                <a:cs typeface="Times New Roman"/>
              </a:rPr>
              <a:t>requirements</a:t>
            </a:r>
            <a:r>
              <a:rPr sz="1200" spc="-45" dirty="0">
                <a:latin typeface="Times New Roman"/>
                <a:cs typeface="Times New Roman"/>
              </a:rPr>
              <a:t> </a:t>
            </a:r>
            <a:r>
              <a:rPr sz="1200" spc="-10" dirty="0">
                <a:latin typeface="Times New Roman"/>
                <a:cs typeface="Times New Roman"/>
              </a:rPr>
              <a:t>defined</a:t>
            </a:r>
            <a:r>
              <a:rPr sz="1200" spc="-50" dirty="0">
                <a:latin typeface="Times New Roman"/>
                <a:cs typeface="Times New Roman"/>
              </a:rPr>
              <a:t> </a:t>
            </a:r>
            <a:r>
              <a:rPr sz="1200" dirty="0">
                <a:latin typeface="Times New Roman"/>
                <a:cs typeface="Times New Roman"/>
              </a:rPr>
              <a:t>by</a:t>
            </a:r>
            <a:r>
              <a:rPr sz="1200" spc="-45" dirty="0">
                <a:latin typeface="Times New Roman"/>
                <a:cs typeface="Times New Roman"/>
              </a:rPr>
              <a:t> </a:t>
            </a:r>
            <a:r>
              <a:rPr sz="1200" spc="-10" dirty="0">
                <a:latin typeface="Times New Roman"/>
                <a:cs typeface="Times New Roman"/>
              </a:rPr>
              <a:t>any</a:t>
            </a:r>
            <a:r>
              <a:rPr sz="1200" spc="-50" dirty="0">
                <a:latin typeface="Times New Roman"/>
                <a:cs typeface="Times New Roman"/>
              </a:rPr>
              <a:t> </a:t>
            </a:r>
            <a:r>
              <a:rPr sz="1200" spc="-10" dirty="0">
                <a:latin typeface="Times New Roman"/>
                <a:cs typeface="Times New Roman"/>
              </a:rPr>
              <a:t>operating</a:t>
            </a:r>
            <a:r>
              <a:rPr sz="1200" spc="-55" dirty="0">
                <a:latin typeface="Times New Roman"/>
                <a:cs typeface="Times New Roman"/>
              </a:rPr>
              <a:t> </a:t>
            </a:r>
            <a:r>
              <a:rPr sz="1200" spc="-10" dirty="0">
                <a:latin typeface="Times New Roman"/>
                <a:cs typeface="Times New Roman"/>
              </a:rPr>
              <a:t>system </a:t>
            </a:r>
            <a:r>
              <a:rPr sz="1200" dirty="0">
                <a:latin typeface="Times New Roman"/>
                <a:cs typeface="Times New Roman"/>
              </a:rPr>
              <a:t>or</a:t>
            </a:r>
            <a:r>
              <a:rPr sz="1200" spc="120" dirty="0">
                <a:latin typeface="Times New Roman"/>
                <a:cs typeface="Times New Roman"/>
              </a:rPr>
              <a:t> </a:t>
            </a:r>
            <a:r>
              <a:rPr sz="1200" dirty="0">
                <a:latin typeface="Times New Roman"/>
                <a:cs typeface="Times New Roman"/>
              </a:rPr>
              <a:t>software</a:t>
            </a:r>
            <a:r>
              <a:rPr sz="1200" spc="125" dirty="0">
                <a:latin typeface="Times New Roman"/>
                <a:cs typeface="Times New Roman"/>
              </a:rPr>
              <a:t> </a:t>
            </a:r>
            <a:r>
              <a:rPr sz="1200" dirty="0">
                <a:latin typeface="Times New Roman"/>
                <a:cs typeface="Times New Roman"/>
              </a:rPr>
              <a:t>application</a:t>
            </a:r>
            <a:r>
              <a:rPr sz="1200" spc="120" dirty="0">
                <a:latin typeface="Times New Roman"/>
                <a:cs typeface="Times New Roman"/>
              </a:rPr>
              <a:t> </a:t>
            </a:r>
            <a:r>
              <a:rPr sz="1200" dirty="0">
                <a:latin typeface="Times New Roman"/>
                <a:cs typeface="Times New Roman"/>
              </a:rPr>
              <a:t>is</a:t>
            </a:r>
            <a:r>
              <a:rPr sz="1200" spc="130" dirty="0">
                <a:latin typeface="Times New Roman"/>
                <a:cs typeface="Times New Roman"/>
              </a:rPr>
              <a:t> </a:t>
            </a:r>
            <a:r>
              <a:rPr sz="1200" dirty="0">
                <a:latin typeface="Times New Roman"/>
                <a:cs typeface="Times New Roman"/>
              </a:rPr>
              <a:t>the</a:t>
            </a:r>
            <a:r>
              <a:rPr sz="1200" spc="120" dirty="0">
                <a:latin typeface="Times New Roman"/>
                <a:cs typeface="Times New Roman"/>
              </a:rPr>
              <a:t> </a:t>
            </a:r>
            <a:r>
              <a:rPr sz="1200" dirty="0">
                <a:latin typeface="Times New Roman"/>
                <a:cs typeface="Times New Roman"/>
              </a:rPr>
              <a:t>physical</a:t>
            </a:r>
            <a:r>
              <a:rPr sz="1200" spc="130" dirty="0">
                <a:latin typeface="Times New Roman"/>
                <a:cs typeface="Times New Roman"/>
              </a:rPr>
              <a:t> </a:t>
            </a:r>
            <a:r>
              <a:rPr sz="1200" dirty="0">
                <a:latin typeface="Times New Roman"/>
                <a:cs typeface="Times New Roman"/>
              </a:rPr>
              <a:t>computer</a:t>
            </a:r>
            <a:r>
              <a:rPr sz="1200" spc="130" dirty="0">
                <a:latin typeface="Times New Roman"/>
                <a:cs typeface="Times New Roman"/>
              </a:rPr>
              <a:t> </a:t>
            </a:r>
            <a:r>
              <a:rPr sz="1200" dirty="0">
                <a:latin typeface="Times New Roman"/>
                <a:cs typeface="Times New Roman"/>
              </a:rPr>
              <a:t>resources,</a:t>
            </a:r>
            <a:r>
              <a:rPr sz="1200" spc="130" dirty="0">
                <a:latin typeface="Times New Roman"/>
                <a:cs typeface="Times New Roman"/>
              </a:rPr>
              <a:t> </a:t>
            </a:r>
            <a:r>
              <a:rPr sz="1200" dirty="0">
                <a:latin typeface="Times New Roman"/>
                <a:cs typeface="Times New Roman"/>
              </a:rPr>
              <a:t>also</a:t>
            </a:r>
            <a:r>
              <a:rPr sz="1200" spc="125" dirty="0">
                <a:latin typeface="Times New Roman"/>
                <a:cs typeface="Times New Roman"/>
              </a:rPr>
              <a:t> </a:t>
            </a:r>
            <a:r>
              <a:rPr sz="1200" dirty="0">
                <a:latin typeface="Times New Roman"/>
                <a:cs typeface="Times New Roman"/>
              </a:rPr>
              <a:t>known</a:t>
            </a:r>
            <a:r>
              <a:rPr sz="1200" spc="135" dirty="0">
                <a:latin typeface="Times New Roman"/>
                <a:cs typeface="Times New Roman"/>
              </a:rPr>
              <a:t> </a:t>
            </a:r>
            <a:r>
              <a:rPr sz="1200" dirty="0">
                <a:latin typeface="Times New Roman"/>
                <a:cs typeface="Times New Roman"/>
              </a:rPr>
              <a:t>as</a:t>
            </a:r>
            <a:r>
              <a:rPr sz="1200" spc="125" dirty="0">
                <a:latin typeface="Times New Roman"/>
                <a:cs typeface="Times New Roman"/>
              </a:rPr>
              <a:t> </a:t>
            </a:r>
            <a:r>
              <a:rPr sz="1200" dirty="0">
                <a:latin typeface="Times New Roman"/>
                <a:cs typeface="Times New Roman"/>
              </a:rPr>
              <a:t>hardware,</a:t>
            </a:r>
            <a:r>
              <a:rPr sz="1200" spc="35" dirty="0">
                <a:latin typeface="Times New Roman"/>
                <a:cs typeface="Times New Roman"/>
              </a:rPr>
              <a:t> </a:t>
            </a:r>
            <a:r>
              <a:rPr sz="1200" dirty="0">
                <a:latin typeface="Times New Roman"/>
                <a:cs typeface="Times New Roman"/>
              </a:rPr>
              <a:t>A</a:t>
            </a:r>
            <a:r>
              <a:rPr sz="1200" spc="65" dirty="0">
                <a:latin typeface="Times New Roman"/>
                <a:cs typeface="Times New Roman"/>
              </a:rPr>
              <a:t> </a:t>
            </a:r>
            <a:r>
              <a:rPr sz="1200" spc="-10" dirty="0">
                <a:latin typeface="Times New Roman"/>
                <a:cs typeface="Times New Roman"/>
              </a:rPr>
              <a:t>hardware requirements</a:t>
            </a:r>
            <a:r>
              <a:rPr sz="1200" spc="-5" dirty="0">
                <a:latin typeface="Times New Roman"/>
                <a:cs typeface="Times New Roman"/>
              </a:rPr>
              <a:t> </a:t>
            </a:r>
            <a:r>
              <a:rPr sz="1200" dirty="0">
                <a:latin typeface="Times New Roman"/>
                <a:cs typeface="Times New Roman"/>
              </a:rPr>
              <a:t>list</a:t>
            </a:r>
            <a:r>
              <a:rPr sz="1200" spc="-15"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often</a:t>
            </a:r>
            <a:r>
              <a:rPr sz="1200" spc="-5" dirty="0">
                <a:latin typeface="Times New Roman"/>
                <a:cs typeface="Times New Roman"/>
              </a:rPr>
              <a:t> </a:t>
            </a:r>
            <a:r>
              <a:rPr sz="1200" dirty="0">
                <a:latin typeface="Times New Roman"/>
                <a:cs typeface="Times New Roman"/>
              </a:rPr>
              <a:t>accompanied</a:t>
            </a:r>
            <a:r>
              <a:rPr sz="1200" spc="-15" dirty="0">
                <a:latin typeface="Times New Roman"/>
                <a:cs typeface="Times New Roman"/>
              </a:rPr>
              <a:t> </a:t>
            </a:r>
            <a:r>
              <a:rPr sz="1200" dirty="0">
                <a:latin typeface="Times New Roman"/>
                <a:cs typeface="Times New Roman"/>
              </a:rPr>
              <a:t>by a</a:t>
            </a:r>
            <a:r>
              <a:rPr sz="1200" spc="-20" dirty="0">
                <a:latin typeface="Times New Roman"/>
                <a:cs typeface="Times New Roman"/>
              </a:rPr>
              <a:t> </a:t>
            </a:r>
            <a:r>
              <a:rPr sz="1200" dirty="0">
                <a:latin typeface="Times New Roman"/>
                <a:cs typeface="Times New Roman"/>
              </a:rPr>
              <a:t>hardware</a:t>
            </a:r>
            <a:r>
              <a:rPr sz="1200" spc="-15" dirty="0">
                <a:latin typeface="Times New Roman"/>
                <a:cs typeface="Times New Roman"/>
              </a:rPr>
              <a:t> </a:t>
            </a:r>
            <a:r>
              <a:rPr sz="1200" dirty="0">
                <a:latin typeface="Times New Roman"/>
                <a:cs typeface="Times New Roman"/>
              </a:rPr>
              <a:t>compatibility</a:t>
            </a:r>
            <a:r>
              <a:rPr sz="1200" spc="10" dirty="0">
                <a:latin typeface="Times New Roman"/>
                <a:cs typeface="Times New Roman"/>
              </a:rPr>
              <a:t> </a:t>
            </a:r>
            <a:r>
              <a:rPr sz="1200" dirty="0">
                <a:latin typeface="Times New Roman"/>
                <a:cs typeface="Times New Roman"/>
              </a:rPr>
              <a:t>list</a:t>
            </a:r>
            <a:r>
              <a:rPr sz="1200" spc="-15" dirty="0">
                <a:latin typeface="Times New Roman"/>
                <a:cs typeface="Times New Roman"/>
              </a:rPr>
              <a:t> </a:t>
            </a:r>
            <a:r>
              <a:rPr sz="1200" dirty="0">
                <a:latin typeface="Times New Roman"/>
                <a:cs typeface="Times New Roman"/>
              </a:rPr>
              <a:t>(HCL),</a:t>
            </a:r>
            <a:r>
              <a:rPr sz="1200" spc="-10" dirty="0">
                <a:latin typeface="Times New Roman"/>
                <a:cs typeface="Times New Roman"/>
              </a:rPr>
              <a:t> </a:t>
            </a:r>
            <a:r>
              <a:rPr sz="1200" dirty="0">
                <a:latin typeface="Times New Roman"/>
                <a:cs typeface="Times New Roman"/>
              </a:rPr>
              <a:t>especially</a:t>
            </a:r>
            <a:r>
              <a:rPr sz="1200" spc="-15" dirty="0">
                <a:latin typeface="Times New Roman"/>
                <a:cs typeface="Times New Roman"/>
              </a:rPr>
              <a:t> </a:t>
            </a:r>
            <a:r>
              <a:rPr sz="1200" dirty="0">
                <a:latin typeface="Times New Roman"/>
                <a:cs typeface="Times New Roman"/>
              </a:rPr>
              <a:t>in case</a:t>
            </a:r>
            <a:r>
              <a:rPr sz="1200" spc="-10" dirty="0">
                <a:latin typeface="Times New Roman"/>
                <a:cs typeface="Times New Roman"/>
              </a:rPr>
              <a:t> </a:t>
            </a:r>
            <a:r>
              <a:rPr sz="1200" spc="-25" dirty="0">
                <a:latin typeface="Times New Roman"/>
                <a:cs typeface="Times New Roman"/>
              </a:rPr>
              <a:t>of </a:t>
            </a:r>
            <a:r>
              <a:rPr sz="1200" dirty="0">
                <a:latin typeface="Times New Roman"/>
                <a:cs typeface="Times New Roman"/>
              </a:rPr>
              <a:t>operating</a:t>
            </a:r>
            <a:r>
              <a:rPr sz="1200" spc="-60" dirty="0">
                <a:latin typeface="Times New Roman"/>
                <a:cs typeface="Times New Roman"/>
              </a:rPr>
              <a:t> </a:t>
            </a:r>
            <a:r>
              <a:rPr sz="1200" spc="-10" dirty="0">
                <a:latin typeface="Times New Roman"/>
                <a:cs typeface="Times New Roman"/>
              </a:rPr>
              <a:t>systems.</a:t>
            </a:r>
            <a:endParaRPr sz="1200" dirty="0">
              <a:latin typeface="Times New Roman"/>
              <a:cs typeface="Times New Roman"/>
            </a:endParaRPr>
          </a:p>
          <a:p>
            <a:pPr>
              <a:lnSpc>
                <a:spcPct val="100000"/>
              </a:lnSpc>
              <a:spcBef>
                <a:spcPts val="45"/>
              </a:spcBef>
            </a:pPr>
            <a:endParaRPr sz="1200" dirty="0">
              <a:latin typeface="Times New Roman"/>
              <a:cs typeface="Times New Roman"/>
            </a:endParaRPr>
          </a:p>
          <a:p>
            <a:pPr marL="12700">
              <a:lnSpc>
                <a:spcPct val="100000"/>
              </a:lnSpc>
            </a:pPr>
            <a:r>
              <a:rPr sz="1600" b="1" dirty="0">
                <a:latin typeface="Times New Roman"/>
                <a:cs typeface="Times New Roman"/>
              </a:rPr>
              <a:t>3.4</a:t>
            </a:r>
            <a:r>
              <a:rPr sz="1600" b="1" spc="-60" dirty="0">
                <a:latin typeface="Times New Roman"/>
                <a:cs typeface="Times New Roman"/>
              </a:rPr>
              <a:t> </a:t>
            </a:r>
            <a:r>
              <a:rPr sz="1600" b="1" dirty="0">
                <a:latin typeface="Times New Roman"/>
                <a:cs typeface="Times New Roman"/>
              </a:rPr>
              <a:t>Functional</a:t>
            </a:r>
            <a:r>
              <a:rPr sz="1600" b="1" spc="-50" dirty="0">
                <a:latin typeface="Times New Roman"/>
                <a:cs typeface="Times New Roman"/>
              </a:rPr>
              <a:t> </a:t>
            </a:r>
            <a:r>
              <a:rPr sz="1600" b="1" spc="-10" dirty="0">
                <a:latin typeface="Times New Roman"/>
                <a:cs typeface="Times New Roman"/>
              </a:rPr>
              <a:t>Requirements</a:t>
            </a:r>
            <a:endParaRPr sz="1600" dirty="0">
              <a:latin typeface="Times New Roman"/>
              <a:cs typeface="Times New Roman"/>
            </a:endParaRPr>
          </a:p>
          <a:p>
            <a:pPr marL="12700" marR="5080" indent="464184" algn="just">
              <a:lnSpc>
                <a:spcPct val="143700"/>
              </a:lnSpc>
              <a:spcBef>
                <a:spcPts val="1019"/>
              </a:spcBef>
            </a:pPr>
            <a:r>
              <a:rPr sz="1200" dirty="0">
                <a:latin typeface="Times New Roman"/>
                <a:cs typeface="Times New Roman"/>
              </a:rPr>
              <a:t>Functional</a:t>
            </a:r>
            <a:r>
              <a:rPr sz="1200" spc="75" dirty="0">
                <a:latin typeface="Times New Roman"/>
                <a:cs typeface="Times New Roman"/>
              </a:rPr>
              <a:t> </a:t>
            </a:r>
            <a:r>
              <a:rPr sz="1200" dirty="0">
                <a:latin typeface="Times New Roman"/>
                <a:cs typeface="Times New Roman"/>
              </a:rPr>
              <a:t>Requirement</a:t>
            </a:r>
            <a:r>
              <a:rPr sz="1200" spc="75" dirty="0">
                <a:latin typeface="Times New Roman"/>
                <a:cs typeface="Times New Roman"/>
              </a:rPr>
              <a:t> </a:t>
            </a:r>
            <a:r>
              <a:rPr sz="1200" dirty="0">
                <a:latin typeface="Times New Roman"/>
                <a:cs typeface="Times New Roman"/>
              </a:rPr>
              <a:t>defines</a:t>
            </a:r>
            <a:r>
              <a:rPr sz="1200" spc="80" dirty="0">
                <a:latin typeface="Times New Roman"/>
                <a:cs typeface="Times New Roman"/>
              </a:rPr>
              <a:t> </a:t>
            </a:r>
            <a:r>
              <a:rPr sz="1200" dirty="0">
                <a:latin typeface="Times New Roman"/>
                <a:cs typeface="Times New Roman"/>
              </a:rPr>
              <a:t>a</a:t>
            </a:r>
            <a:r>
              <a:rPr sz="1200" spc="70" dirty="0">
                <a:latin typeface="Times New Roman"/>
                <a:cs typeface="Times New Roman"/>
              </a:rPr>
              <a:t> </a:t>
            </a:r>
            <a:r>
              <a:rPr sz="1200" dirty="0">
                <a:latin typeface="Times New Roman"/>
                <a:cs typeface="Times New Roman"/>
              </a:rPr>
              <a:t>function</a:t>
            </a:r>
            <a:r>
              <a:rPr sz="1200" spc="80" dirty="0">
                <a:latin typeface="Times New Roman"/>
                <a:cs typeface="Times New Roman"/>
              </a:rPr>
              <a:t> </a:t>
            </a:r>
            <a:r>
              <a:rPr sz="1200" dirty="0">
                <a:latin typeface="Times New Roman"/>
                <a:cs typeface="Times New Roman"/>
              </a:rPr>
              <a:t>of</a:t>
            </a:r>
            <a:r>
              <a:rPr sz="1200" spc="7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software</a:t>
            </a:r>
            <a:r>
              <a:rPr sz="1200" spc="65" dirty="0">
                <a:latin typeface="Times New Roman"/>
                <a:cs typeface="Times New Roman"/>
              </a:rPr>
              <a:t> </a:t>
            </a:r>
            <a:r>
              <a:rPr sz="1200" dirty="0">
                <a:latin typeface="Times New Roman"/>
                <a:cs typeface="Times New Roman"/>
              </a:rPr>
              <a:t>system</a:t>
            </a:r>
            <a:r>
              <a:rPr sz="1200" spc="80" dirty="0">
                <a:latin typeface="Times New Roman"/>
                <a:cs typeface="Times New Roman"/>
              </a:rPr>
              <a:t> </a:t>
            </a:r>
            <a:r>
              <a:rPr sz="1200" dirty="0">
                <a:latin typeface="Times New Roman"/>
                <a:cs typeface="Times New Roman"/>
              </a:rPr>
              <a:t>and</a:t>
            </a:r>
            <a:r>
              <a:rPr sz="1200" spc="75" dirty="0">
                <a:latin typeface="Times New Roman"/>
                <a:cs typeface="Times New Roman"/>
              </a:rPr>
              <a:t> </a:t>
            </a:r>
            <a:r>
              <a:rPr sz="1200" dirty="0">
                <a:latin typeface="Times New Roman"/>
                <a:cs typeface="Times New Roman"/>
              </a:rPr>
              <a:t>how</a:t>
            </a:r>
            <a:r>
              <a:rPr sz="1200" spc="85" dirty="0">
                <a:latin typeface="Times New Roman"/>
                <a:cs typeface="Times New Roman"/>
              </a:rPr>
              <a:t> </a:t>
            </a: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system</a:t>
            </a:r>
            <a:r>
              <a:rPr sz="1200" spc="75" dirty="0">
                <a:latin typeface="Times New Roman"/>
                <a:cs typeface="Times New Roman"/>
              </a:rPr>
              <a:t> </a:t>
            </a:r>
            <a:r>
              <a:rPr sz="1200" spc="-20" dirty="0">
                <a:latin typeface="Times New Roman"/>
                <a:cs typeface="Times New Roman"/>
              </a:rPr>
              <a:t>must </a:t>
            </a:r>
            <a:r>
              <a:rPr sz="1200" dirty="0">
                <a:latin typeface="Times New Roman"/>
                <a:cs typeface="Times New Roman"/>
              </a:rPr>
              <a:t>behave</a:t>
            </a:r>
            <a:r>
              <a:rPr sz="1200" spc="160" dirty="0">
                <a:latin typeface="Times New Roman"/>
                <a:cs typeface="Times New Roman"/>
              </a:rPr>
              <a:t> </a:t>
            </a:r>
            <a:r>
              <a:rPr sz="1200" dirty="0">
                <a:latin typeface="Times New Roman"/>
                <a:cs typeface="Times New Roman"/>
              </a:rPr>
              <a:t>when</a:t>
            </a:r>
            <a:r>
              <a:rPr sz="1200" spc="170" dirty="0">
                <a:latin typeface="Times New Roman"/>
                <a:cs typeface="Times New Roman"/>
              </a:rPr>
              <a:t> </a:t>
            </a:r>
            <a:r>
              <a:rPr sz="1200" dirty="0">
                <a:latin typeface="Times New Roman"/>
                <a:cs typeface="Times New Roman"/>
              </a:rPr>
              <a:t>presented</a:t>
            </a:r>
            <a:r>
              <a:rPr sz="1200" spc="175" dirty="0">
                <a:latin typeface="Times New Roman"/>
                <a:cs typeface="Times New Roman"/>
              </a:rPr>
              <a:t> </a:t>
            </a:r>
            <a:r>
              <a:rPr sz="1200" dirty="0">
                <a:latin typeface="Times New Roman"/>
                <a:cs typeface="Times New Roman"/>
              </a:rPr>
              <a:t>with</a:t>
            </a:r>
            <a:r>
              <a:rPr sz="1200" spc="175" dirty="0">
                <a:latin typeface="Times New Roman"/>
                <a:cs typeface="Times New Roman"/>
              </a:rPr>
              <a:t> </a:t>
            </a:r>
            <a:r>
              <a:rPr sz="1200" dirty="0">
                <a:latin typeface="Times New Roman"/>
                <a:cs typeface="Times New Roman"/>
              </a:rPr>
              <a:t>specific</a:t>
            </a:r>
            <a:r>
              <a:rPr sz="1200" spc="165" dirty="0">
                <a:latin typeface="Times New Roman"/>
                <a:cs typeface="Times New Roman"/>
              </a:rPr>
              <a:t> </a:t>
            </a:r>
            <a:r>
              <a:rPr sz="1200" dirty="0">
                <a:latin typeface="Times New Roman"/>
                <a:cs typeface="Times New Roman"/>
              </a:rPr>
              <a:t>inputs</a:t>
            </a:r>
            <a:r>
              <a:rPr sz="1200" spc="165" dirty="0">
                <a:latin typeface="Times New Roman"/>
                <a:cs typeface="Times New Roman"/>
              </a:rPr>
              <a:t> </a:t>
            </a:r>
            <a:r>
              <a:rPr sz="1200" dirty="0">
                <a:latin typeface="Times New Roman"/>
                <a:cs typeface="Times New Roman"/>
              </a:rPr>
              <a:t>or</a:t>
            </a:r>
            <a:r>
              <a:rPr sz="1200" spc="165" dirty="0">
                <a:latin typeface="Times New Roman"/>
                <a:cs typeface="Times New Roman"/>
              </a:rPr>
              <a:t> </a:t>
            </a:r>
            <a:r>
              <a:rPr sz="1200" dirty="0">
                <a:latin typeface="Times New Roman"/>
                <a:cs typeface="Times New Roman"/>
              </a:rPr>
              <a:t>conditions.</a:t>
            </a:r>
            <a:r>
              <a:rPr sz="1200" spc="140" dirty="0">
                <a:latin typeface="Times New Roman"/>
                <a:cs typeface="Times New Roman"/>
              </a:rPr>
              <a:t> </a:t>
            </a:r>
            <a:r>
              <a:rPr sz="1200" dirty="0">
                <a:latin typeface="Times New Roman"/>
                <a:cs typeface="Times New Roman"/>
              </a:rPr>
              <a:t>These</a:t>
            </a:r>
            <a:r>
              <a:rPr sz="1200" spc="165" dirty="0">
                <a:latin typeface="Times New Roman"/>
                <a:cs typeface="Times New Roman"/>
              </a:rPr>
              <a:t> </a:t>
            </a:r>
            <a:r>
              <a:rPr sz="1200" dirty="0">
                <a:latin typeface="Times New Roman"/>
                <a:cs typeface="Times New Roman"/>
              </a:rPr>
              <a:t>may</a:t>
            </a:r>
            <a:r>
              <a:rPr sz="1200" spc="165" dirty="0">
                <a:latin typeface="Times New Roman"/>
                <a:cs typeface="Times New Roman"/>
              </a:rPr>
              <a:t> </a:t>
            </a:r>
            <a:r>
              <a:rPr sz="1200" dirty="0">
                <a:latin typeface="Times New Roman"/>
                <a:cs typeface="Times New Roman"/>
              </a:rPr>
              <a:t>include</a:t>
            </a:r>
            <a:r>
              <a:rPr sz="1200" spc="190" dirty="0">
                <a:latin typeface="Times New Roman"/>
                <a:cs typeface="Times New Roman"/>
              </a:rPr>
              <a:t> </a:t>
            </a:r>
            <a:r>
              <a:rPr sz="1200" dirty="0">
                <a:latin typeface="Times New Roman"/>
                <a:cs typeface="Times New Roman"/>
              </a:rPr>
              <a:t>calculations,</a:t>
            </a:r>
            <a:r>
              <a:rPr sz="1200" spc="165" dirty="0">
                <a:latin typeface="Times New Roman"/>
                <a:cs typeface="Times New Roman"/>
              </a:rPr>
              <a:t> </a:t>
            </a:r>
            <a:r>
              <a:rPr sz="1200" spc="-20" dirty="0">
                <a:latin typeface="Times New Roman"/>
                <a:cs typeface="Times New Roman"/>
              </a:rPr>
              <a:t>data </a:t>
            </a:r>
            <a:r>
              <a:rPr sz="1200" dirty="0">
                <a:latin typeface="Times New Roman"/>
                <a:cs typeface="Times New Roman"/>
              </a:rPr>
              <a:t>manipulation</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processing</a:t>
            </a:r>
            <a:r>
              <a:rPr sz="1200" spc="-3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other</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spc="-10" dirty="0">
                <a:latin typeface="Times New Roman"/>
                <a:cs typeface="Times New Roman"/>
              </a:rPr>
              <a:t>functionality.</a:t>
            </a:r>
            <a:endParaRPr sz="1200" dirty="0">
              <a:latin typeface="Times New Roman"/>
              <a:cs typeface="Times New Roman"/>
            </a:endParaRPr>
          </a:p>
          <a:p>
            <a:pPr marL="12700">
              <a:lnSpc>
                <a:spcPct val="100000"/>
              </a:lnSpc>
              <a:spcBef>
                <a:spcPts val="635"/>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functional</a:t>
            </a:r>
            <a:r>
              <a:rPr sz="1200" spc="-25" dirty="0">
                <a:latin typeface="Times New Roman"/>
                <a:cs typeface="Times New Roman"/>
              </a:rPr>
              <a:t> </a:t>
            </a:r>
            <a:r>
              <a:rPr sz="1200" spc="-10" dirty="0">
                <a:latin typeface="Times New Roman"/>
                <a:cs typeface="Times New Roman"/>
              </a:rPr>
              <a:t>requirements</a:t>
            </a:r>
            <a:r>
              <a:rPr sz="1200" b="1" spc="-10" dirty="0">
                <a:latin typeface="Times New Roman"/>
                <a:cs typeface="Times New Roman"/>
              </a:rPr>
              <a:t>:</a:t>
            </a:r>
            <a:r>
              <a:rPr sz="1200" b="1" spc="-25" dirty="0">
                <a:latin typeface="Times New Roman"/>
                <a:cs typeface="Times New Roman"/>
              </a:rPr>
              <a:t> </a:t>
            </a:r>
            <a:r>
              <a:rPr sz="1200" b="1" spc="-50" dirty="0">
                <a:latin typeface="Times New Roman"/>
                <a:cs typeface="Times New Roman"/>
              </a:rPr>
              <a:t>-</a:t>
            </a:r>
            <a:endParaRPr sz="1200" dirty="0">
              <a:latin typeface="Times New Roman"/>
              <a:cs typeface="Times New Roman"/>
            </a:endParaRPr>
          </a:p>
          <a:p>
            <a:pPr marL="241300" marR="6985" indent="-228600">
              <a:lnSpc>
                <a:spcPct val="142500"/>
              </a:lnSpc>
              <a:spcBef>
                <a:spcPts val="910"/>
              </a:spcBef>
              <a:buFont typeface="Symbol"/>
              <a:buChar char=""/>
              <a:tabLst>
                <a:tab pos="241300" algn="l"/>
              </a:tabLst>
            </a:pPr>
            <a:r>
              <a:rPr sz="1200" dirty="0">
                <a:latin typeface="Times New Roman"/>
                <a:cs typeface="Times New Roman"/>
              </a:rPr>
              <a:t>User</a:t>
            </a:r>
            <a:r>
              <a:rPr sz="1200" spc="195" dirty="0">
                <a:latin typeface="Times New Roman"/>
                <a:cs typeface="Times New Roman"/>
              </a:rPr>
              <a:t> </a:t>
            </a:r>
            <a:r>
              <a:rPr sz="1200" dirty="0">
                <a:latin typeface="Times New Roman"/>
                <a:cs typeface="Times New Roman"/>
              </a:rPr>
              <a:t>Interface,</a:t>
            </a:r>
            <a:r>
              <a:rPr sz="1200" spc="185" dirty="0">
                <a:latin typeface="Times New Roman"/>
                <a:cs typeface="Times New Roman"/>
              </a:rPr>
              <a:t> </a:t>
            </a:r>
            <a:r>
              <a:rPr sz="1200" dirty="0">
                <a:latin typeface="Times New Roman"/>
                <a:cs typeface="Times New Roman"/>
              </a:rPr>
              <a:t>the</a:t>
            </a:r>
            <a:r>
              <a:rPr sz="1200" spc="195" dirty="0">
                <a:latin typeface="Times New Roman"/>
                <a:cs typeface="Times New Roman"/>
              </a:rPr>
              <a:t> </a:t>
            </a:r>
            <a:r>
              <a:rPr sz="1200" dirty="0">
                <a:latin typeface="Times New Roman"/>
                <a:cs typeface="Times New Roman"/>
              </a:rPr>
              <a:t>system</a:t>
            </a:r>
            <a:r>
              <a:rPr sz="1200" spc="190" dirty="0">
                <a:latin typeface="Times New Roman"/>
                <a:cs typeface="Times New Roman"/>
              </a:rPr>
              <a:t> </a:t>
            </a:r>
            <a:r>
              <a:rPr sz="1200" dirty="0">
                <a:latin typeface="Times New Roman"/>
                <a:cs typeface="Times New Roman"/>
              </a:rPr>
              <a:t>shall</a:t>
            </a:r>
            <a:r>
              <a:rPr sz="1200" spc="190" dirty="0">
                <a:latin typeface="Times New Roman"/>
                <a:cs typeface="Times New Roman"/>
              </a:rPr>
              <a:t> </a:t>
            </a:r>
            <a:r>
              <a:rPr sz="1200" dirty="0">
                <a:latin typeface="Times New Roman"/>
                <a:cs typeface="Times New Roman"/>
              </a:rPr>
              <a:t>provide</a:t>
            </a:r>
            <a:r>
              <a:rPr sz="1200" spc="190" dirty="0">
                <a:latin typeface="Times New Roman"/>
                <a:cs typeface="Times New Roman"/>
              </a:rPr>
              <a:t> </a:t>
            </a:r>
            <a:r>
              <a:rPr sz="1200" dirty="0">
                <a:latin typeface="Times New Roman"/>
                <a:cs typeface="Times New Roman"/>
              </a:rPr>
              <a:t>a</a:t>
            </a:r>
            <a:r>
              <a:rPr sz="1200" spc="185" dirty="0">
                <a:latin typeface="Times New Roman"/>
                <a:cs typeface="Times New Roman"/>
              </a:rPr>
              <a:t> </a:t>
            </a:r>
            <a:r>
              <a:rPr sz="1200" spc="-10" dirty="0">
                <a:latin typeface="Times New Roman"/>
                <a:cs typeface="Times New Roman"/>
              </a:rPr>
              <a:t>user-</a:t>
            </a:r>
            <a:r>
              <a:rPr sz="1200" dirty="0">
                <a:latin typeface="Times New Roman"/>
                <a:cs typeface="Times New Roman"/>
              </a:rPr>
              <a:t>friendly</a:t>
            </a:r>
            <a:r>
              <a:rPr sz="1200" spc="195" dirty="0">
                <a:latin typeface="Times New Roman"/>
                <a:cs typeface="Times New Roman"/>
              </a:rPr>
              <a:t> </a:t>
            </a:r>
            <a:r>
              <a:rPr sz="1200" dirty="0">
                <a:latin typeface="Times New Roman"/>
                <a:cs typeface="Times New Roman"/>
              </a:rPr>
              <a:t>interface</a:t>
            </a:r>
            <a:r>
              <a:rPr sz="1200" spc="195" dirty="0">
                <a:latin typeface="Times New Roman"/>
                <a:cs typeface="Times New Roman"/>
              </a:rPr>
              <a:t> </a:t>
            </a:r>
            <a:r>
              <a:rPr sz="1200" dirty="0">
                <a:latin typeface="Times New Roman"/>
                <a:cs typeface="Times New Roman"/>
              </a:rPr>
              <a:t>that</a:t>
            </a:r>
            <a:r>
              <a:rPr sz="1200" spc="190" dirty="0">
                <a:latin typeface="Times New Roman"/>
                <a:cs typeface="Times New Roman"/>
              </a:rPr>
              <a:t> </a:t>
            </a:r>
            <a:r>
              <a:rPr sz="1200" dirty="0">
                <a:latin typeface="Times New Roman"/>
                <a:cs typeface="Times New Roman"/>
              </a:rPr>
              <a:t>tracks</a:t>
            </a:r>
            <a:r>
              <a:rPr sz="1200" spc="190" dirty="0">
                <a:latin typeface="Times New Roman"/>
                <a:cs typeface="Times New Roman"/>
              </a:rPr>
              <a:t> </a:t>
            </a:r>
            <a:r>
              <a:rPr sz="1200" dirty="0">
                <a:latin typeface="Times New Roman"/>
                <a:cs typeface="Times New Roman"/>
              </a:rPr>
              <a:t>the</a:t>
            </a:r>
            <a:r>
              <a:rPr sz="1200" spc="185" dirty="0">
                <a:latin typeface="Times New Roman"/>
                <a:cs typeface="Times New Roman"/>
              </a:rPr>
              <a:t> </a:t>
            </a:r>
            <a:r>
              <a:rPr sz="1200" dirty="0">
                <a:latin typeface="Times New Roman"/>
                <a:cs typeface="Times New Roman"/>
              </a:rPr>
              <a:t>user's</a:t>
            </a:r>
            <a:r>
              <a:rPr sz="1200" spc="190" dirty="0">
                <a:latin typeface="Times New Roman"/>
                <a:cs typeface="Times New Roman"/>
              </a:rPr>
              <a:t> </a:t>
            </a:r>
            <a:r>
              <a:rPr sz="1200" spc="-20" dirty="0">
                <a:latin typeface="Times New Roman"/>
                <a:cs typeface="Times New Roman"/>
              </a:rPr>
              <a:t>hand </a:t>
            </a:r>
            <a:r>
              <a:rPr sz="1200" dirty="0">
                <a:latin typeface="Times New Roman"/>
                <a:cs typeface="Times New Roman"/>
              </a:rPr>
              <a:t>movements</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3D</a:t>
            </a:r>
            <a:r>
              <a:rPr sz="1200" spc="-20" dirty="0">
                <a:latin typeface="Times New Roman"/>
                <a:cs typeface="Times New Roman"/>
              </a:rPr>
              <a:t> </a:t>
            </a:r>
            <a:r>
              <a:rPr sz="1200" dirty="0">
                <a:latin typeface="Times New Roman"/>
                <a:cs typeface="Times New Roman"/>
              </a:rPr>
              <a:t>space</a:t>
            </a:r>
            <a:r>
              <a:rPr sz="1200" spc="-15" dirty="0">
                <a:latin typeface="Times New Roman"/>
                <a:cs typeface="Times New Roman"/>
              </a:rPr>
              <a:t> </a:t>
            </a:r>
            <a:r>
              <a:rPr sz="1200" dirty="0">
                <a:latin typeface="Times New Roman"/>
                <a:cs typeface="Times New Roman"/>
              </a:rPr>
              <a:t>using</a:t>
            </a:r>
            <a:r>
              <a:rPr sz="1200" spc="-40" dirty="0">
                <a:latin typeface="Times New Roman"/>
                <a:cs typeface="Times New Roman"/>
              </a:rPr>
              <a:t> </a:t>
            </a:r>
            <a:r>
              <a:rPr sz="1200" dirty="0">
                <a:latin typeface="Times New Roman"/>
                <a:cs typeface="Times New Roman"/>
              </a:rPr>
              <a:t>VR</a:t>
            </a:r>
            <a:r>
              <a:rPr sz="1200" spc="-15" dirty="0">
                <a:latin typeface="Times New Roman"/>
                <a:cs typeface="Times New Roman"/>
              </a:rPr>
              <a:t> </a:t>
            </a:r>
            <a:r>
              <a:rPr sz="1200" spc="-10" dirty="0">
                <a:latin typeface="Times New Roman"/>
                <a:cs typeface="Times New Roman"/>
              </a:rPr>
              <a:t>sensors.</a:t>
            </a:r>
            <a:endParaRPr sz="1200" dirty="0">
              <a:latin typeface="Times New Roman"/>
              <a:cs typeface="Times New Roman"/>
            </a:endParaRPr>
          </a:p>
          <a:p>
            <a:pPr marL="241300" marR="8890" indent="-228600">
              <a:lnSpc>
                <a:spcPct val="143500"/>
              </a:lnSpc>
              <a:spcBef>
                <a:spcPts val="110"/>
              </a:spcBef>
              <a:buFont typeface="Symbol"/>
              <a:buChar char=""/>
              <a:tabLst>
                <a:tab pos="241300" algn="l"/>
              </a:tabLst>
            </a:pPr>
            <a:r>
              <a:rPr sz="1200" dirty="0">
                <a:latin typeface="Times New Roman"/>
                <a:cs typeface="Times New Roman"/>
              </a:rPr>
              <a:t>Gesture</a:t>
            </a:r>
            <a:r>
              <a:rPr sz="1200" spc="285" dirty="0">
                <a:latin typeface="Times New Roman"/>
                <a:cs typeface="Times New Roman"/>
              </a:rPr>
              <a:t> </a:t>
            </a:r>
            <a:r>
              <a:rPr sz="1200" dirty="0">
                <a:latin typeface="Times New Roman"/>
                <a:cs typeface="Times New Roman"/>
              </a:rPr>
              <a:t>Recognition,</a:t>
            </a:r>
            <a:r>
              <a:rPr sz="1200" spc="290" dirty="0">
                <a:latin typeface="Times New Roman"/>
                <a:cs typeface="Times New Roman"/>
              </a:rPr>
              <a:t> </a:t>
            </a:r>
            <a:r>
              <a:rPr sz="1200" dirty="0">
                <a:latin typeface="Times New Roman"/>
                <a:cs typeface="Times New Roman"/>
              </a:rPr>
              <a:t>the</a:t>
            </a:r>
            <a:r>
              <a:rPr sz="1200" spc="285" dirty="0">
                <a:latin typeface="Times New Roman"/>
                <a:cs typeface="Times New Roman"/>
              </a:rPr>
              <a:t> </a:t>
            </a:r>
            <a:r>
              <a:rPr sz="1200" dirty="0">
                <a:latin typeface="Times New Roman"/>
                <a:cs typeface="Times New Roman"/>
              </a:rPr>
              <a:t>system</a:t>
            </a:r>
            <a:r>
              <a:rPr sz="1200" spc="295" dirty="0">
                <a:latin typeface="Times New Roman"/>
                <a:cs typeface="Times New Roman"/>
              </a:rPr>
              <a:t> </a:t>
            </a:r>
            <a:r>
              <a:rPr sz="1200" dirty="0">
                <a:latin typeface="Times New Roman"/>
                <a:cs typeface="Times New Roman"/>
              </a:rPr>
              <a:t>shall</a:t>
            </a:r>
            <a:r>
              <a:rPr sz="1200" spc="295" dirty="0">
                <a:latin typeface="Times New Roman"/>
                <a:cs typeface="Times New Roman"/>
              </a:rPr>
              <a:t> </a:t>
            </a:r>
            <a:r>
              <a:rPr sz="1200" dirty="0">
                <a:latin typeface="Times New Roman"/>
                <a:cs typeface="Times New Roman"/>
              </a:rPr>
              <a:t>maintain</a:t>
            </a:r>
            <a:r>
              <a:rPr sz="1200" spc="290" dirty="0">
                <a:latin typeface="Times New Roman"/>
                <a:cs typeface="Times New Roman"/>
              </a:rPr>
              <a:t> </a:t>
            </a:r>
            <a:r>
              <a:rPr sz="1200" dirty="0">
                <a:latin typeface="Times New Roman"/>
                <a:cs typeface="Times New Roman"/>
              </a:rPr>
              <a:t>a</a:t>
            </a:r>
            <a:r>
              <a:rPr sz="1200" spc="290" dirty="0">
                <a:latin typeface="Times New Roman"/>
                <a:cs typeface="Times New Roman"/>
              </a:rPr>
              <a:t> </a:t>
            </a:r>
            <a:r>
              <a:rPr sz="1200" dirty="0">
                <a:latin typeface="Times New Roman"/>
                <a:cs typeface="Times New Roman"/>
              </a:rPr>
              <a:t>library</a:t>
            </a:r>
            <a:r>
              <a:rPr sz="1200" spc="285" dirty="0">
                <a:latin typeface="Times New Roman"/>
                <a:cs typeface="Times New Roman"/>
              </a:rPr>
              <a:t> </a:t>
            </a:r>
            <a:r>
              <a:rPr sz="1200" dirty="0">
                <a:latin typeface="Times New Roman"/>
                <a:cs typeface="Times New Roman"/>
              </a:rPr>
              <a:t>of</a:t>
            </a:r>
            <a:r>
              <a:rPr sz="1200" spc="285" dirty="0">
                <a:latin typeface="Times New Roman"/>
                <a:cs typeface="Times New Roman"/>
              </a:rPr>
              <a:t> </a:t>
            </a:r>
            <a:r>
              <a:rPr sz="1200" dirty="0">
                <a:latin typeface="Times New Roman"/>
                <a:cs typeface="Times New Roman"/>
              </a:rPr>
              <a:t>predefined</a:t>
            </a:r>
            <a:r>
              <a:rPr sz="1200" spc="290" dirty="0">
                <a:latin typeface="Times New Roman"/>
                <a:cs typeface="Times New Roman"/>
              </a:rPr>
              <a:t> </a:t>
            </a:r>
            <a:r>
              <a:rPr sz="1200" dirty="0">
                <a:latin typeface="Times New Roman"/>
                <a:cs typeface="Times New Roman"/>
              </a:rPr>
              <a:t>gestures</a:t>
            </a:r>
            <a:r>
              <a:rPr sz="1200" spc="290" dirty="0">
                <a:latin typeface="Times New Roman"/>
                <a:cs typeface="Times New Roman"/>
              </a:rPr>
              <a:t> </a:t>
            </a:r>
            <a:r>
              <a:rPr sz="1200" dirty="0">
                <a:latin typeface="Times New Roman"/>
                <a:cs typeface="Times New Roman"/>
              </a:rPr>
              <a:t>and</a:t>
            </a:r>
            <a:r>
              <a:rPr sz="1200" spc="290" dirty="0">
                <a:latin typeface="Times New Roman"/>
                <a:cs typeface="Times New Roman"/>
              </a:rPr>
              <a:t> </a:t>
            </a:r>
            <a:r>
              <a:rPr sz="1200" spc="-10" dirty="0">
                <a:latin typeface="Times New Roman"/>
                <a:cs typeface="Times New Roman"/>
              </a:rPr>
              <a:t>their </a:t>
            </a:r>
            <a:r>
              <a:rPr sz="1200" dirty="0">
                <a:latin typeface="Times New Roman"/>
                <a:cs typeface="Times New Roman"/>
              </a:rPr>
              <a:t>corresponding</a:t>
            </a:r>
            <a:r>
              <a:rPr sz="1200" spc="-35" dirty="0">
                <a:latin typeface="Times New Roman"/>
                <a:cs typeface="Times New Roman"/>
              </a:rPr>
              <a:t> </a:t>
            </a:r>
            <a:r>
              <a:rPr sz="1200" dirty="0">
                <a:latin typeface="Times New Roman"/>
                <a:cs typeface="Times New Roman"/>
              </a:rPr>
              <a:t>volume</a:t>
            </a:r>
            <a:r>
              <a:rPr sz="1200" spc="-40" dirty="0">
                <a:latin typeface="Times New Roman"/>
                <a:cs typeface="Times New Roman"/>
              </a:rPr>
              <a:t> </a:t>
            </a:r>
            <a:r>
              <a:rPr sz="1200" dirty="0">
                <a:latin typeface="Times New Roman"/>
                <a:cs typeface="Times New Roman"/>
              </a:rPr>
              <a:t>control</a:t>
            </a:r>
            <a:r>
              <a:rPr sz="1200" spc="-35" dirty="0">
                <a:latin typeface="Times New Roman"/>
                <a:cs typeface="Times New Roman"/>
              </a:rPr>
              <a:t> </a:t>
            </a:r>
            <a:r>
              <a:rPr sz="1200" spc="-10" dirty="0">
                <a:latin typeface="Times New Roman"/>
                <a:cs typeface="Times New Roman"/>
              </a:rPr>
              <a:t>actions.</a:t>
            </a:r>
            <a:endParaRPr sz="1200" dirty="0">
              <a:latin typeface="Times New Roman"/>
              <a:cs typeface="Times New Roman"/>
            </a:endParaRPr>
          </a:p>
          <a:p>
            <a:pPr marL="241300" marR="8890" indent="-228600">
              <a:lnSpc>
                <a:spcPct val="143300"/>
              </a:lnSpc>
              <a:spcBef>
                <a:spcPts val="95"/>
              </a:spcBef>
              <a:buFont typeface="Symbol"/>
              <a:buChar char=""/>
              <a:tabLst>
                <a:tab pos="241300" algn="l"/>
              </a:tabLst>
            </a:pPr>
            <a:r>
              <a:rPr sz="1200" dirty="0">
                <a:latin typeface="Times New Roman"/>
                <a:cs typeface="Times New Roman"/>
              </a:rPr>
              <a:t>VR</a:t>
            </a:r>
            <a:r>
              <a:rPr sz="1200" spc="229" dirty="0">
                <a:latin typeface="Times New Roman"/>
                <a:cs typeface="Times New Roman"/>
              </a:rPr>
              <a:t> </a:t>
            </a:r>
            <a:r>
              <a:rPr sz="1200" dirty="0">
                <a:latin typeface="Times New Roman"/>
                <a:cs typeface="Times New Roman"/>
              </a:rPr>
              <a:t>Integration,</a:t>
            </a:r>
            <a:r>
              <a:rPr sz="1200" spc="235" dirty="0">
                <a:latin typeface="Times New Roman"/>
                <a:cs typeface="Times New Roman"/>
              </a:rPr>
              <a:t> </a:t>
            </a:r>
            <a:r>
              <a:rPr sz="1200" dirty="0">
                <a:latin typeface="Times New Roman"/>
                <a:cs typeface="Times New Roman"/>
              </a:rPr>
              <a:t>the</a:t>
            </a:r>
            <a:r>
              <a:rPr sz="1200" spc="225" dirty="0">
                <a:latin typeface="Times New Roman"/>
                <a:cs typeface="Times New Roman"/>
              </a:rPr>
              <a:t> </a:t>
            </a:r>
            <a:r>
              <a:rPr sz="1200" dirty="0">
                <a:latin typeface="Times New Roman"/>
                <a:cs typeface="Times New Roman"/>
              </a:rPr>
              <a:t>system</a:t>
            </a:r>
            <a:r>
              <a:rPr sz="1200" spc="240" dirty="0">
                <a:latin typeface="Times New Roman"/>
                <a:cs typeface="Times New Roman"/>
              </a:rPr>
              <a:t> </a:t>
            </a:r>
            <a:r>
              <a:rPr sz="1200" dirty="0">
                <a:latin typeface="Times New Roman"/>
                <a:cs typeface="Times New Roman"/>
              </a:rPr>
              <a:t>shall</a:t>
            </a:r>
            <a:r>
              <a:rPr sz="1200" spc="235" dirty="0">
                <a:latin typeface="Times New Roman"/>
                <a:cs typeface="Times New Roman"/>
              </a:rPr>
              <a:t> </a:t>
            </a:r>
            <a:r>
              <a:rPr sz="1200" dirty="0">
                <a:latin typeface="Times New Roman"/>
                <a:cs typeface="Times New Roman"/>
              </a:rPr>
              <a:t>integrate</a:t>
            </a:r>
            <a:r>
              <a:rPr sz="1200" spc="245" dirty="0">
                <a:latin typeface="Times New Roman"/>
                <a:cs typeface="Times New Roman"/>
              </a:rPr>
              <a:t> </a:t>
            </a:r>
            <a:r>
              <a:rPr sz="1200" dirty="0">
                <a:latin typeface="Times New Roman"/>
                <a:cs typeface="Times New Roman"/>
              </a:rPr>
              <a:t>with</a:t>
            </a:r>
            <a:r>
              <a:rPr sz="1200" spc="200" dirty="0">
                <a:latin typeface="Times New Roman"/>
                <a:cs typeface="Times New Roman"/>
              </a:rPr>
              <a:t> </a:t>
            </a:r>
            <a:r>
              <a:rPr sz="1200" dirty="0">
                <a:latin typeface="Times New Roman"/>
                <a:cs typeface="Times New Roman"/>
              </a:rPr>
              <a:t>VR</a:t>
            </a:r>
            <a:r>
              <a:rPr sz="1200" spc="229" dirty="0">
                <a:latin typeface="Times New Roman"/>
                <a:cs typeface="Times New Roman"/>
              </a:rPr>
              <a:t> </a:t>
            </a:r>
            <a:r>
              <a:rPr sz="1200" dirty="0">
                <a:latin typeface="Times New Roman"/>
                <a:cs typeface="Times New Roman"/>
              </a:rPr>
              <a:t>environments</a:t>
            </a:r>
            <a:r>
              <a:rPr sz="1200" spc="240" dirty="0">
                <a:latin typeface="Times New Roman"/>
                <a:cs typeface="Times New Roman"/>
              </a:rPr>
              <a:t> </a:t>
            </a:r>
            <a:r>
              <a:rPr sz="1200" dirty="0">
                <a:latin typeface="Times New Roman"/>
                <a:cs typeface="Times New Roman"/>
              </a:rPr>
              <a:t>to</a:t>
            </a:r>
            <a:r>
              <a:rPr sz="1200" spc="235" dirty="0">
                <a:latin typeface="Times New Roman"/>
                <a:cs typeface="Times New Roman"/>
              </a:rPr>
              <a:t> </a:t>
            </a:r>
            <a:r>
              <a:rPr sz="1200" dirty="0">
                <a:latin typeface="Times New Roman"/>
                <a:cs typeface="Times New Roman"/>
              </a:rPr>
              <a:t>provide</a:t>
            </a:r>
            <a:r>
              <a:rPr sz="1200" spc="229" dirty="0">
                <a:latin typeface="Times New Roman"/>
                <a:cs typeface="Times New Roman"/>
              </a:rPr>
              <a:t> </a:t>
            </a:r>
            <a:r>
              <a:rPr sz="1200" dirty="0">
                <a:latin typeface="Times New Roman"/>
                <a:cs typeface="Times New Roman"/>
              </a:rPr>
              <a:t>an</a:t>
            </a:r>
            <a:r>
              <a:rPr sz="1200" spc="229" dirty="0">
                <a:latin typeface="Times New Roman"/>
                <a:cs typeface="Times New Roman"/>
              </a:rPr>
              <a:t> </a:t>
            </a:r>
            <a:r>
              <a:rPr sz="1200" spc="-10" dirty="0">
                <a:latin typeface="Times New Roman"/>
                <a:cs typeface="Times New Roman"/>
              </a:rPr>
              <a:t>immersive experience</a:t>
            </a:r>
            <a:endParaRPr sz="1200" dirty="0">
              <a:latin typeface="Times New Roman"/>
              <a:cs typeface="Times New Roman"/>
            </a:endParaRPr>
          </a:p>
          <a:p>
            <a:pPr marL="241300" marR="5715" indent="-228600">
              <a:lnSpc>
                <a:spcPct val="143300"/>
              </a:lnSpc>
              <a:spcBef>
                <a:spcPts val="100"/>
              </a:spcBef>
              <a:buFont typeface="Symbol"/>
              <a:buChar char=""/>
              <a:tabLst>
                <a:tab pos="241300" algn="l"/>
              </a:tabLst>
            </a:pPr>
            <a:r>
              <a:rPr sz="1200" dirty="0">
                <a:latin typeface="Times New Roman"/>
                <a:cs typeface="Times New Roman"/>
              </a:rPr>
              <a:t>Performance</a:t>
            </a:r>
            <a:r>
              <a:rPr sz="1200" spc="-15" dirty="0">
                <a:latin typeface="Times New Roman"/>
                <a:cs typeface="Times New Roman"/>
              </a:rPr>
              <a:t> </a:t>
            </a:r>
            <a:r>
              <a:rPr sz="1200" dirty="0">
                <a:latin typeface="Times New Roman"/>
                <a:cs typeface="Times New Roman"/>
              </a:rPr>
              <a:t>Requirements,</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system</a:t>
            </a:r>
            <a:r>
              <a:rPr sz="1200" spc="-5" dirty="0">
                <a:latin typeface="Times New Roman"/>
                <a:cs typeface="Times New Roman"/>
              </a:rPr>
              <a:t> </a:t>
            </a:r>
            <a:r>
              <a:rPr sz="1200" dirty="0">
                <a:latin typeface="Times New Roman"/>
                <a:cs typeface="Times New Roman"/>
              </a:rPr>
              <a:t>shall</a:t>
            </a:r>
            <a:r>
              <a:rPr sz="1200" spc="-5" dirty="0">
                <a:latin typeface="Times New Roman"/>
                <a:cs typeface="Times New Roman"/>
              </a:rPr>
              <a:t> </a:t>
            </a:r>
            <a:r>
              <a:rPr sz="1200" dirty="0">
                <a:latin typeface="Times New Roman"/>
                <a:cs typeface="Times New Roman"/>
              </a:rPr>
              <a:t>process</a:t>
            </a:r>
            <a:r>
              <a:rPr sz="1200" spc="-5" dirty="0">
                <a:latin typeface="Times New Roman"/>
                <a:cs typeface="Times New Roman"/>
              </a:rPr>
              <a:t> </a:t>
            </a:r>
            <a:r>
              <a:rPr sz="1200" dirty="0">
                <a:latin typeface="Times New Roman"/>
                <a:cs typeface="Times New Roman"/>
              </a:rPr>
              <a:t>gestures</a:t>
            </a:r>
            <a:r>
              <a:rPr sz="1200" spc="-10"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5" dirty="0">
                <a:latin typeface="Times New Roman"/>
                <a:cs typeface="Times New Roman"/>
              </a:rPr>
              <a:t> </a:t>
            </a:r>
            <a:r>
              <a:rPr sz="1200" dirty="0">
                <a:latin typeface="Times New Roman"/>
                <a:cs typeface="Times New Roman"/>
              </a:rPr>
              <a:t>with</a:t>
            </a:r>
            <a:r>
              <a:rPr sz="1200" spc="-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latency</a:t>
            </a:r>
            <a:r>
              <a:rPr sz="1200" spc="-1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20" dirty="0">
                <a:latin typeface="Times New Roman"/>
                <a:cs typeface="Times New Roman"/>
              </a:rPr>
              <a:t>less </a:t>
            </a:r>
            <a:r>
              <a:rPr sz="1200" dirty="0">
                <a:latin typeface="Times New Roman"/>
                <a:cs typeface="Times New Roman"/>
              </a:rPr>
              <a:t>than</a:t>
            </a:r>
            <a:r>
              <a:rPr sz="1200" spc="-25" dirty="0">
                <a:latin typeface="Times New Roman"/>
                <a:cs typeface="Times New Roman"/>
              </a:rPr>
              <a:t> </a:t>
            </a:r>
            <a:r>
              <a:rPr sz="1200" spc="-10" dirty="0">
                <a:latin typeface="Times New Roman"/>
                <a:cs typeface="Times New Roman"/>
              </a:rPr>
              <a:t>100ms.</a:t>
            </a:r>
            <a:endParaRPr sz="1200" dirty="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4573904" y="624331"/>
            <a:ext cx="245745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System</a:t>
            </a:r>
            <a:r>
              <a:rPr sz="1200" spc="-5" dirty="0">
                <a:latin typeface="Times New Roman"/>
                <a:cs typeface="Times New Roman"/>
              </a:rPr>
              <a:t> </a:t>
            </a:r>
            <a:r>
              <a:rPr sz="1200" spc="-10" dirty="0">
                <a:latin typeface="Times New Roman"/>
                <a:cs typeface="Times New Roman"/>
              </a:rPr>
              <a:t>Requirements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Specification</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14400" y="831862"/>
            <a:ext cx="6090285" cy="45085"/>
          </a:xfrm>
          <a:custGeom>
            <a:avLst/>
            <a:gdLst/>
            <a:ahLst/>
            <a:cxnLst/>
            <a:rect l="l" t="t" r="r" b="b"/>
            <a:pathLst>
              <a:path w="6090284" h="45084">
                <a:moveTo>
                  <a:pt x="6081001" y="0"/>
                </a:moveTo>
                <a:lnTo>
                  <a:pt x="0" y="0"/>
                </a:lnTo>
                <a:lnTo>
                  <a:pt x="0" y="6464"/>
                </a:lnTo>
                <a:lnTo>
                  <a:pt x="6081001" y="6464"/>
                </a:lnTo>
                <a:lnTo>
                  <a:pt x="6081001" y="0"/>
                </a:lnTo>
                <a:close/>
              </a:path>
              <a:path w="6090284" h="45084">
                <a:moveTo>
                  <a:pt x="6089713" y="21958"/>
                </a:moveTo>
                <a:lnTo>
                  <a:pt x="6032" y="21958"/>
                </a:lnTo>
                <a:lnTo>
                  <a:pt x="6032" y="45072"/>
                </a:lnTo>
                <a:lnTo>
                  <a:pt x="6089713" y="45072"/>
                </a:lnTo>
                <a:lnTo>
                  <a:pt x="6089713" y="21958"/>
                </a:lnTo>
                <a:close/>
              </a:path>
            </a:pathLst>
          </a:custGeom>
          <a:solidFill>
            <a:srgbClr val="823909"/>
          </a:solidFill>
        </p:spPr>
        <p:txBody>
          <a:bodyPr wrap="square" lIns="0" tIns="0" rIns="0" bIns="0" rtlCol="0"/>
          <a:lstStyle/>
          <a:p>
            <a:endParaRPr/>
          </a:p>
        </p:txBody>
      </p:sp>
      <p:sp>
        <p:nvSpPr>
          <p:cNvPr id="6" name="object 6"/>
          <p:cNvSpPr txBox="1"/>
          <p:nvPr/>
        </p:nvSpPr>
        <p:spPr>
          <a:xfrm>
            <a:off x="886764" y="889761"/>
            <a:ext cx="6147435" cy="9137694"/>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3.5</a:t>
            </a:r>
            <a:r>
              <a:rPr sz="1600" b="1" spc="-40" dirty="0">
                <a:latin typeface="Times New Roman"/>
                <a:cs typeface="Times New Roman"/>
              </a:rPr>
              <a:t> </a:t>
            </a:r>
            <a:r>
              <a:rPr sz="1600" b="1" spc="-10" dirty="0">
                <a:latin typeface="Times New Roman"/>
                <a:cs typeface="Times New Roman"/>
              </a:rPr>
              <a:t>Non-</a:t>
            </a:r>
            <a:r>
              <a:rPr sz="1600" b="1" dirty="0">
                <a:latin typeface="Times New Roman"/>
                <a:cs typeface="Times New Roman"/>
              </a:rPr>
              <a:t>Functional</a:t>
            </a:r>
            <a:r>
              <a:rPr sz="1600" b="1" spc="-35" dirty="0">
                <a:latin typeface="Times New Roman"/>
                <a:cs typeface="Times New Roman"/>
              </a:rPr>
              <a:t> </a:t>
            </a:r>
            <a:r>
              <a:rPr sz="1600" b="1" spc="-10" dirty="0">
                <a:latin typeface="Times New Roman"/>
                <a:cs typeface="Times New Roman"/>
              </a:rPr>
              <a:t>Requirements</a:t>
            </a:r>
            <a:endParaRPr sz="1600" dirty="0">
              <a:latin typeface="Times New Roman"/>
              <a:cs typeface="Times New Roman"/>
            </a:endParaRPr>
          </a:p>
          <a:p>
            <a:pPr marL="12700" marR="5080" indent="435609" algn="just">
              <a:lnSpc>
                <a:spcPct val="153800"/>
              </a:lnSpc>
              <a:spcBef>
                <a:spcPts val="710"/>
              </a:spcBef>
            </a:pPr>
            <a:r>
              <a:rPr lang="en-US" sz="1200" dirty="0">
                <a:latin typeface="Times New Roman"/>
                <a:cs typeface="Times New Roman"/>
              </a:rPr>
              <a:t>Non-Functional</a:t>
            </a:r>
            <a:r>
              <a:rPr lang="en-US" sz="1200" spc="175" dirty="0">
                <a:latin typeface="Times New Roman"/>
                <a:cs typeface="Times New Roman"/>
              </a:rPr>
              <a:t>  </a:t>
            </a:r>
            <a:r>
              <a:rPr lang="en-US" sz="1200" dirty="0">
                <a:latin typeface="Times New Roman"/>
                <a:cs typeface="Times New Roman"/>
              </a:rPr>
              <a:t>Requirements</a:t>
            </a:r>
            <a:r>
              <a:rPr lang="en-US" sz="1200" spc="180" dirty="0">
                <a:latin typeface="Times New Roman"/>
                <a:cs typeface="Times New Roman"/>
              </a:rPr>
              <a:t>  </a:t>
            </a:r>
            <a:r>
              <a:rPr lang="en-US" sz="1200" dirty="0">
                <a:latin typeface="Times New Roman"/>
                <a:cs typeface="Times New Roman"/>
              </a:rPr>
              <a:t>(NFRs)</a:t>
            </a:r>
            <a:r>
              <a:rPr lang="en-US" sz="1200" spc="180" dirty="0">
                <a:latin typeface="Times New Roman"/>
                <a:cs typeface="Times New Roman"/>
              </a:rPr>
              <a:t>  </a:t>
            </a:r>
            <a:r>
              <a:rPr lang="en-US" sz="1200" dirty="0">
                <a:latin typeface="Times New Roman"/>
                <a:cs typeface="Times New Roman"/>
              </a:rPr>
              <a:t>are</a:t>
            </a:r>
            <a:r>
              <a:rPr lang="en-US" sz="1200" spc="170" dirty="0">
                <a:latin typeface="Times New Roman"/>
                <a:cs typeface="Times New Roman"/>
              </a:rPr>
              <a:t>  </a:t>
            </a:r>
            <a:r>
              <a:rPr lang="en-US" sz="1200" dirty="0">
                <a:latin typeface="Times New Roman"/>
                <a:cs typeface="Times New Roman"/>
              </a:rPr>
              <a:t>requirements</a:t>
            </a:r>
            <a:r>
              <a:rPr lang="en-US" sz="1200" spc="180" dirty="0">
                <a:latin typeface="Times New Roman"/>
                <a:cs typeface="Times New Roman"/>
              </a:rPr>
              <a:t>  </a:t>
            </a:r>
            <a:r>
              <a:rPr lang="en-US" sz="1200" dirty="0">
                <a:latin typeface="Times New Roman"/>
                <a:cs typeface="Times New Roman"/>
              </a:rPr>
              <a:t>that</a:t>
            </a:r>
            <a:r>
              <a:rPr lang="en-US" sz="1200" spc="175" dirty="0">
                <a:latin typeface="Times New Roman"/>
                <a:cs typeface="Times New Roman"/>
              </a:rPr>
              <a:t>  </a:t>
            </a:r>
            <a:r>
              <a:rPr lang="en-US" sz="1200" dirty="0">
                <a:latin typeface="Times New Roman"/>
                <a:cs typeface="Times New Roman"/>
              </a:rPr>
              <a:t>define</a:t>
            </a:r>
            <a:r>
              <a:rPr lang="en-US" sz="1200" spc="180" dirty="0">
                <a:latin typeface="Times New Roman"/>
                <a:cs typeface="Times New Roman"/>
              </a:rPr>
              <a:t>  </a:t>
            </a:r>
            <a:r>
              <a:rPr lang="en-US" sz="1200" dirty="0">
                <a:latin typeface="Times New Roman"/>
                <a:cs typeface="Times New Roman"/>
              </a:rPr>
              <a:t>the</a:t>
            </a:r>
            <a:r>
              <a:rPr lang="en-US" sz="1200" spc="180" dirty="0">
                <a:latin typeface="Times New Roman"/>
                <a:cs typeface="Times New Roman"/>
              </a:rPr>
              <a:t>  </a:t>
            </a:r>
            <a:r>
              <a:rPr lang="en-US" sz="1200" dirty="0">
                <a:latin typeface="Times New Roman"/>
                <a:cs typeface="Times New Roman"/>
              </a:rPr>
              <a:t>criteria</a:t>
            </a:r>
            <a:r>
              <a:rPr lang="en-US" sz="1200" spc="180" dirty="0">
                <a:latin typeface="Times New Roman"/>
                <a:cs typeface="Times New Roman"/>
              </a:rPr>
              <a:t>  </a:t>
            </a:r>
            <a:r>
              <a:rPr lang="en-US" sz="1200" spc="-25" dirty="0">
                <a:latin typeface="Times New Roman"/>
                <a:cs typeface="Times New Roman"/>
              </a:rPr>
              <a:t>for </a:t>
            </a:r>
            <a:r>
              <a:rPr lang="en-US" sz="1200" dirty="0">
                <a:latin typeface="Times New Roman"/>
                <a:cs typeface="Times New Roman"/>
              </a:rPr>
              <a:t>evaluating</a:t>
            </a:r>
            <a:r>
              <a:rPr lang="en-US" sz="1200" spc="114" dirty="0">
                <a:latin typeface="Times New Roman"/>
                <a:cs typeface="Times New Roman"/>
              </a:rPr>
              <a:t> </a:t>
            </a:r>
            <a:r>
              <a:rPr lang="en-US" sz="1200" dirty="0">
                <a:latin typeface="Times New Roman"/>
                <a:cs typeface="Times New Roman"/>
              </a:rPr>
              <a:t>the</a:t>
            </a:r>
            <a:r>
              <a:rPr lang="en-US" sz="1200" spc="145" dirty="0">
                <a:latin typeface="Times New Roman"/>
                <a:cs typeface="Times New Roman"/>
              </a:rPr>
              <a:t> </a:t>
            </a:r>
            <a:r>
              <a:rPr lang="en-US" sz="1200" dirty="0">
                <a:latin typeface="Times New Roman"/>
                <a:cs typeface="Times New Roman"/>
              </a:rPr>
              <a:t>operation</a:t>
            </a:r>
            <a:r>
              <a:rPr lang="en-US" sz="1200" spc="120" dirty="0">
                <a:latin typeface="Times New Roman"/>
                <a:cs typeface="Times New Roman"/>
              </a:rPr>
              <a:t> </a:t>
            </a:r>
            <a:r>
              <a:rPr lang="en-US" sz="1200" dirty="0">
                <a:latin typeface="Times New Roman"/>
                <a:cs typeface="Times New Roman"/>
              </a:rPr>
              <a:t>of</a:t>
            </a:r>
            <a:r>
              <a:rPr lang="en-US" sz="1200" spc="145" dirty="0">
                <a:latin typeface="Times New Roman"/>
                <a:cs typeface="Times New Roman"/>
              </a:rPr>
              <a:t> </a:t>
            </a:r>
            <a:r>
              <a:rPr lang="en-US" sz="1200" dirty="0">
                <a:latin typeface="Times New Roman"/>
                <a:cs typeface="Times New Roman"/>
              </a:rPr>
              <a:t>a</a:t>
            </a:r>
            <a:r>
              <a:rPr lang="en-US" sz="1200" spc="125" dirty="0">
                <a:latin typeface="Times New Roman"/>
                <a:cs typeface="Times New Roman"/>
              </a:rPr>
              <a:t> </a:t>
            </a:r>
            <a:r>
              <a:rPr lang="en-US" sz="1200" dirty="0">
                <a:latin typeface="Times New Roman"/>
                <a:cs typeface="Times New Roman"/>
              </a:rPr>
              <a:t>system,</a:t>
            </a:r>
            <a:r>
              <a:rPr lang="en-US" sz="1200" spc="145" dirty="0">
                <a:latin typeface="Times New Roman"/>
                <a:cs typeface="Times New Roman"/>
              </a:rPr>
              <a:t> </a:t>
            </a:r>
            <a:r>
              <a:rPr lang="en-US" sz="1200" dirty="0">
                <a:latin typeface="Times New Roman"/>
                <a:cs typeface="Times New Roman"/>
              </a:rPr>
              <a:t>rather</a:t>
            </a:r>
            <a:r>
              <a:rPr lang="en-US" sz="1200" spc="110" dirty="0">
                <a:latin typeface="Times New Roman"/>
                <a:cs typeface="Times New Roman"/>
              </a:rPr>
              <a:t> </a:t>
            </a:r>
            <a:r>
              <a:rPr lang="en-US" sz="1200" dirty="0">
                <a:latin typeface="Times New Roman"/>
                <a:cs typeface="Times New Roman"/>
              </a:rPr>
              <a:t>than</a:t>
            </a:r>
            <a:r>
              <a:rPr lang="en-US" sz="1200" spc="135" dirty="0">
                <a:latin typeface="Times New Roman"/>
                <a:cs typeface="Times New Roman"/>
              </a:rPr>
              <a:t> </a:t>
            </a:r>
            <a:r>
              <a:rPr lang="en-US" sz="1200" dirty="0">
                <a:latin typeface="Times New Roman"/>
                <a:cs typeface="Times New Roman"/>
              </a:rPr>
              <a:t>specifying</a:t>
            </a:r>
            <a:r>
              <a:rPr lang="en-US" sz="1200" spc="105" dirty="0">
                <a:latin typeface="Times New Roman"/>
                <a:cs typeface="Times New Roman"/>
              </a:rPr>
              <a:t> </a:t>
            </a:r>
            <a:r>
              <a:rPr lang="en-US" sz="1200" dirty="0">
                <a:latin typeface="Times New Roman"/>
                <a:cs typeface="Times New Roman"/>
              </a:rPr>
              <a:t>particular</a:t>
            </a:r>
            <a:r>
              <a:rPr lang="en-US" sz="1200" spc="114" dirty="0">
                <a:latin typeface="Times New Roman"/>
                <a:cs typeface="Times New Roman"/>
              </a:rPr>
              <a:t> </a:t>
            </a:r>
            <a:r>
              <a:rPr lang="en-US" sz="1200" dirty="0">
                <a:latin typeface="Times New Roman"/>
                <a:cs typeface="Times New Roman"/>
              </a:rPr>
              <a:t>functions</a:t>
            </a:r>
            <a:r>
              <a:rPr lang="en-US" sz="1200" spc="150" dirty="0">
                <a:latin typeface="Times New Roman"/>
                <a:cs typeface="Times New Roman"/>
              </a:rPr>
              <a:t> </a:t>
            </a:r>
            <a:r>
              <a:rPr lang="en-US" sz="1200" dirty="0">
                <a:latin typeface="Times New Roman"/>
                <a:cs typeface="Times New Roman"/>
              </a:rPr>
              <a:t>or</a:t>
            </a:r>
            <a:r>
              <a:rPr lang="en-US" sz="1200" spc="114" dirty="0">
                <a:latin typeface="Times New Roman"/>
                <a:cs typeface="Times New Roman"/>
              </a:rPr>
              <a:t> </a:t>
            </a:r>
            <a:r>
              <a:rPr lang="en-US" sz="1200" dirty="0">
                <a:latin typeface="Times New Roman"/>
                <a:cs typeface="Times New Roman"/>
              </a:rPr>
              <a:t>behaviors.</a:t>
            </a:r>
            <a:r>
              <a:rPr lang="en-US" sz="1200" spc="130" dirty="0">
                <a:latin typeface="Times New Roman"/>
                <a:cs typeface="Times New Roman"/>
              </a:rPr>
              <a:t> </a:t>
            </a:r>
            <a:r>
              <a:rPr lang="en-US" sz="1200" spc="-20" dirty="0">
                <a:latin typeface="Times New Roman"/>
                <a:cs typeface="Times New Roman"/>
              </a:rPr>
              <a:t>They </a:t>
            </a:r>
            <a:r>
              <a:rPr lang="en-US" sz="1200" dirty="0">
                <a:latin typeface="Times New Roman"/>
                <a:cs typeface="Times New Roman"/>
              </a:rPr>
              <a:t>focus</a:t>
            </a:r>
            <a:r>
              <a:rPr lang="en-US" sz="1200" spc="140" dirty="0">
                <a:latin typeface="Times New Roman"/>
                <a:cs typeface="Times New Roman"/>
              </a:rPr>
              <a:t> </a:t>
            </a:r>
            <a:r>
              <a:rPr lang="en-US" sz="1200" dirty="0">
                <a:latin typeface="Times New Roman"/>
                <a:cs typeface="Times New Roman"/>
              </a:rPr>
              <a:t>on</a:t>
            </a:r>
            <a:r>
              <a:rPr lang="en-US" sz="1200" spc="145" dirty="0">
                <a:latin typeface="Times New Roman"/>
                <a:cs typeface="Times New Roman"/>
              </a:rPr>
              <a:t> </a:t>
            </a:r>
            <a:r>
              <a:rPr lang="en-US" sz="1200" dirty="0">
                <a:latin typeface="Times New Roman"/>
                <a:cs typeface="Times New Roman"/>
              </a:rPr>
              <a:t>the</a:t>
            </a:r>
            <a:r>
              <a:rPr lang="en-US" sz="1200" spc="145" dirty="0">
                <a:latin typeface="Times New Roman"/>
                <a:cs typeface="Times New Roman"/>
              </a:rPr>
              <a:t> </a:t>
            </a:r>
            <a:r>
              <a:rPr lang="en-US" sz="1200" dirty="0">
                <a:latin typeface="Times New Roman"/>
                <a:cs typeface="Times New Roman"/>
              </a:rPr>
              <a:t>overall</a:t>
            </a:r>
            <a:r>
              <a:rPr lang="en-US" sz="1200" spc="155" dirty="0">
                <a:latin typeface="Times New Roman"/>
                <a:cs typeface="Times New Roman"/>
              </a:rPr>
              <a:t> </a:t>
            </a:r>
            <a:r>
              <a:rPr lang="en-US" sz="1200" dirty="0">
                <a:latin typeface="Times New Roman"/>
                <a:cs typeface="Times New Roman"/>
              </a:rPr>
              <a:t>qualities</a:t>
            </a:r>
            <a:r>
              <a:rPr lang="en-US" sz="1200" spc="155" dirty="0">
                <a:latin typeface="Times New Roman"/>
                <a:cs typeface="Times New Roman"/>
              </a:rPr>
              <a:t> </a:t>
            </a:r>
            <a:r>
              <a:rPr lang="en-US" sz="1200" dirty="0">
                <a:latin typeface="Times New Roman"/>
                <a:cs typeface="Times New Roman"/>
              </a:rPr>
              <a:t>and</a:t>
            </a:r>
            <a:r>
              <a:rPr lang="en-US" sz="1200" spc="140" dirty="0">
                <a:latin typeface="Times New Roman"/>
                <a:cs typeface="Times New Roman"/>
              </a:rPr>
              <a:t> </a:t>
            </a:r>
            <a:r>
              <a:rPr lang="en-US" sz="1200" dirty="0">
                <a:latin typeface="Times New Roman"/>
                <a:cs typeface="Times New Roman"/>
              </a:rPr>
              <a:t>performance</a:t>
            </a:r>
            <a:r>
              <a:rPr lang="en-US" sz="1200" spc="150" dirty="0">
                <a:latin typeface="Times New Roman"/>
                <a:cs typeface="Times New Roman"/>
              </a:rPr>
              <a:t> </a:t>
            </a:r>
            <a:r>
              <a:rPr lang="en-US" sz="1200" dirty="0">
                <a:latin typeface="Times New Roman"/>
                <a:cs typeface="Times New Roman"/>
              </a:rPr>
              <a:t>of</a:t>
            </a:r>
            <a:r>
              <a:rPr lang="en-US" sz="1200" spc="165" dirty="0">
                <a:latin typeface="Times New Roman"/>
                <a:cs typeface="Times New Roman"/>
              </a:rPr>
              <a:t> </a:t>
            </a:r>
            <a:r>
              <a:rPr lang="en-US" sz="1200" dirty="0">
                <a:latin typeface="Times New Roman"/>
                <a:cs typeface="Times New Roman"/>
              </a:rPr>
              <a:t>the</a:t>
            </a:r>
            <a:r>
              <a:rPr lang="en-US" sz="1200" spc="140" dirty="0">
                <a:latin typeface="Times New Roman"/>
                <a:cs typeface="Times New Roman"/>
              </a:rPr>
              <a:t> </a:t>
            </a:r>
            <a:r>
              <a:rPr lang="en-US" sz="1200" dirty="0">
                <a:latin typeface="Times New Roman"/>
                <a:cs typeface="Times New Roman"/>
              </a:rPr>
              <a:t>system,</a:t>
            </a:r>
            <a:r>
              <a:rPr lang="en-US" sz="1200" spc="165" dirty="0">
                <a:latin typeface="Times New Roman"/>
                <a:cs typeface="Times New Roman"/>
              </a:rPr>
              <a:t> </a:t>
            </a:r>
            <a:r>
              <a:rPr lang="en-US" sz="1200" dirty="0">
                <a:latin typeface="Times New Roman"/>
                <a:cs typeface="Times New Roman"/>
              </a:rPr>
              <a:t>including</a:t>
            </a:r>
            <a:r>
              <a:rPr lang="en-US" sz="1200" spc="140" dirty="0">
                <a:latin typeface="Times New Roman"/>
                <a:cs typeface="Times New Roman"/>
              </a:rPr>
              <a:t> </a:t>
            </a:r>
            <a:r>
              <a:rPr lang="en-US" sz="1200" dirty="0">
                <a:latin typeface="Times New Roman"/>
                <a:cs typeface="Times New Roman"/>
              </a:rPr>
              <a:t>aspects</a:t>
            </a:r>
            <a:r>
              <a:rPr lang="en-US" sz="1200" spc="145" dirty="0">
                <a:latin typeface="Times New Roman"/>
                <a:cs typeface="Times New Roman"/>
              </a:rPr>
              <a:t> </a:t>
            </a:r>
            <a:r>
              <a:rPr lang="en-US" sz="1200" dirty="0">
                <a:latin typeface="Times New Roman"/>
                <a:cs typeface="Times New Roman"/>
              </a:rPr>
              <a:t>such</a:t>
            </a:r>
            <a:r>
              <a:rPr lang="en-US" sz="1200" spc="125" dirty="0">
                <a:latin typeface="Times New Roman"/>
                <a:cs typeface="Times New Roman"/>
              </a:rPr>
              <a:t> </a:t>
            </a:r>
            <a:r>
              <a:rPr lang="en-US" sz="1200" dirty="0">
                <a:latin typeface="Times New Roman"/>
                <a:cs typeface="Times New Roman"/>
              </a:rPr>
              <a:t>as</a:t>
            </a:r>
            <a:r>
              <a:rPr lang="en-US" sz="1200" spc="145" dirty="0">
                <a:latin typeface="Times New Roman"/>
                <a:cs typeface="Times New Roman"/>
              </a:rPr>
              <a:t> </a:t>
            </a:r>
            <a:r>
              <a:rPr lang="en-US" sz="1200" spc="-10" dirty="0">
                <a:latin typeface="Times New Roman"/>
                <a:cs typeface="Times New Roman"/>
              </a:rPr>
              <a:t>reliability, </a:t>
            </a:r>
            <a:r>
              <a:rPr lang="en-US" sz="1200" dirty="0">
                <a:latin typeface="Times New Roman"/>
                <a:cs typeface="Times New Roman"/>
              </a:rPr>
              <a:t>response</a:t>
            </a:r>
            <a:r>
              <a:rPr lang="en-US" sz="1200" spc="160" dirty="0">
                <a:latin typeface="Times New Roman"/>
                <a:cs typeface="Times New Roman"/>
              </a:rPr>
              <a:t> </a:t>
            </a:r>
            <a:r>
              <a:rPr lang="en-US" sz="1200" dirty="0">
                <a:latin typeface="Times New Roman"/>
                <a:cs typeface="Times New Roman"/>
              </a:rPr>
              <a:t>time,</a:t>
            </a:r>
            <a:r>
              <a:rPr lang="en-US" sz="1200" spc="155" dirty="0">
                <a:latin typeface="Times New Roman"/>
                <a:cs typeface="Times New Roman"/>
              </a:rPr>
              <a:t> </a:t>
            </a:r>
            <a:r>
              <a:rPr lang="en-US" sz="1200" dirty="0">
                <a:latin typeface="Times New Roman"/>
                <a:cs typeface="Times New Roman"/>
              </a:rPr>
              <a:t>scalability,</a:t>
            </a:r>
            <a:r>
              <a:rPr lang="en-US" sz="1200" spc="165" dirty="0">
                <a:latin typeface="Times New Roman"/>
                <a:cs typeface="Times New Roman"/>
              </a:rPr>
              <a:t> </a:t>
            </a:r>
            <a:r>
              <a:rPr lang="en-US" sz="1200" dirty="0">
                <a:latin typeface="Times New Roman"/>
                <a:cs typeface="Times New Roman"/>
              </a:rPr>
              <a:t>maintainability,</a:t>
            </a:r>
            <a:r>
              <a:rPr lang="en-US" sz="1200" spc="155" dirty="0">
                <a:latin typeface="Times New Roman"/>
                <a:cs typeface="Times New Roman"/>
              </a:rPr>
              <a:t> </a:t>
            </a:r>
            <a:r>
              <a:rPr lang="en-US" sz="1200" dirty="0">
                <a:latin typeface="Times New Roman"/>
                <a:cs typeface="Times New Roman"/>
              </a:rPr>
              <a:t>and</a:t>
            </a:r>
            <a:r>
              <a:rPr lang="en-US" sz="1200" spc="155" dirty="0">
                <a:latin typeface="Times New Roman"/>
                <a:cs typeface="Times New Roman"/>
              </a:rPr>
              <a:t> </a:t>
            </a:r>
            <a:r>
              <a:rPr lang="en-US" sz="1200" dirty="0">
                <a:latin typeface="Times New Roman"/>
                <a:cs typeface="Times New Roman"/>
              </a:rPr>
              <a:t>storage</a:t>
            </a:r>
            <a:r>
              <a:rPr lang="en-US" sz="1200" spc="160" dirty="0">
                <a:latin typeface="Times New Roman"/>
                <a:cs typeface="Times New Roman"/>
              </a:rPr>
              <a:t> </a:t>
            </a:r>
            <a:r>
              <a:rPr lang="en-US" sz="1200" dirty="0">
                <a:latin typeface="Times New Roman"/>
                <a:cs typeface="Times New Roman"/>
              </a:rPr>
              <a:t>capacity.</a:t>
            </a:r>
            <a:r>
              <a:rPr lang="en-US" sz="1200" spc="170" dirty="0">
                <a:latin typeface="Times New Roman"/>
                <a:cs typeface="Times New Roman"/>
              </a:rPr>
              <a:t> </a:t>
            </a:r>
            <a:r>
              <a:rPr lang="en-US" sz="1200" dirty="0">
                <a:latin typeface="Times New Roman"/>
                <a:cs typeface="Times New Roman"/>
              </a:rPr>
              <a:t>NFRs</a:t>
            </a:r>
            <a:r>
              <a:rPr lang="en-US" sz="1200" spc="165" dirty="0">
                <a:latin typeface="Times New Roman"/>
                <a:cs typeface="Times New Roman"/>
              </a:rPr>
              <a:t> </a:t>
            </a:r>
            <a:r>
              <a:rPr lang="en-US" sz="1200" dirty="0">
                <a:latin typeface="Times New Roman"/>
                <a:cs typeface="Times New Roman"/>
              </a:rPr>
              <a:t>help</a:t>
            </a:r>
            <a:r>
              <a:rPr lang="en-US" sz="1200" spc="155" dirty="0">
                <a:latin typeface="Times New Roman"/>
                <a:cs typeface="Times New Roman"/>
              </a:rPr>
              <a:t> </a:t>
            </a:r>
            <a:r>
              <a:rPr lang="en-US" sz="1200" dirty="0">
                <a:latin typeface="Times New Roman"/>
                <a:cs typeface="Times New Roman"/>
              </a:rPr>
              <a:t>ensure</a:t>
            </a:r>
            <a:r>
              <a:rPr lang="en-US" sz="1200" spc="150" dirty="0">
                <a:latin typeface="Times New Roman"/>
                <a:cs typeface="Times New Roman"/>
              </a:rPr>
              <a:t> </a:t>
            </a:r>
            <a:r>
              <a:rPr lang="en-US" sz="1200" dirty="0">
                <a:latin typeface="Times New Roman"/>
                <a:cs typeface="Times New Roman"/>
              </a:rPr>
              <a:t>that</a:t>
            </a:r>
            <a:r>
              <a:rPr lang="en-US" sz="1200" spc="155" dirty="0">
                <a:latin typeface="Times New Roman"/>
                <a:cs typeface="Times New Roman"/>
              </a:rPr>
              <a:t> </a:t>
            </a:r>
            <a:r>
              <a:rPr lang="en-US" sz="1200" dirty="0">
                <a:latin typeface="Times New Roman"/>
                <a:cs typeface="Times New Roman"/>
              </a:rPr>
              <a:t>the</a:t>
            </a:r>
            <a:r>
              <a:rPr lang="en-US" sz="1200" spc="160" dirty="0">
                <a:latin typeface="Times New Roman"/>
                <a:cs typeface="Times New Roman"/>
              </a:rPr>
              <a:t> </a:t>
            </a:r>
            <a:r>
              <a:rPr lang="en-US" sz="1200" spc="-10" dirty="0">
                <a:latin typeface="Times New Roman"/>
                <a:cs typeface="Times New Roman"/>
              </a:rPr>
              <a:t>system </a:t>
            </a:r>
            <a:r>
              <a:rPr lang="en-US" sz="1200" dirty="0">
                <a:latin typeface="Times New Roman"/>
                <a:cs typeface="Times New Roman"/>
              </a:rPr>
              <a:t>not</a:t>
            </a:r>
            <a:r>
              <a:rPr lang="en-US" sz="1200" spc="285" dirty="0">
                <a:latin typeface="Times New Roman"/>
                <a:cs typeface="Times New Roman"/>
              </a:rPr>
              <a:t> </a:t>
            </a:r>
            <a:r>
              <a:rPr lang="en-US" sz="1200" dirty="0">
                <a:latin typeface="Times New Roman"/>
                <a:cs typeface="Times New Roman"/>
              </a:rPr>
              <a:t>only</a:t>
            </a:r>
            <a:r>
              <a:rPr lang="en-US" sz="1200" spc="290" dirty="0">
                <a:latin typeface="Times New Roman"/>
                <a:cs typeface="Times New Roman"/>
              </a:rPr>
              <a:t> </a:t>
            </a:r>
            <a:r>
              <a:rPr lang="en-US" sz="1200" dirty="0">
                <a:latin typeface="Times New Roman"/>
                <a:cs typeface="Times New Roman"/>
              </a:rPr>
              <a:t>performs</a:t>
            </a:r>
            <a:r>
              <a:rPr lang="en-US" sz="1200" spc="295" dirty="0">
                <a:latin typeface="Times New Roman"/>
                <a:cs typeface="Times New Roman"/>
              </a:rPr>
              <a:t> </a:t>
            </a:r>
            <a:r>
              <a:rPr lang="en-US" sz="1200" dirty="0">
                <a:latin typeface="Times New Roman"/>
                <a:cs typeface="Times New Roman"/>
              </a:rPr>
              <a:t>its</a:t>
            </a:r>
            <a:r>
              <a:rPr lang="en-US" sz="1200" spc="300" dirty="0">
                <a:latin typeface="Times New Roman"/>
                <a:cs typeface="Times New Roman"/>
              </a:rPr>
              <a:t> </a:t>
            </a:r>
            <a:r>
              <a:rPr lang="en-US" sz="1200" dirty="0">
                <a:latin typeface="Times New Roman"/>
                <a:cs typeface="Times New Roman"/>
              </a:rPr>
              <a:t>intended</a:t>
            </a:r>
            <a:r>
              <a:rPr lang="en-US" sz="1200" spc="300" dirty="0">
                <a:latin typeface="Times New Roman"/>
                <a:cs typeface="Times New Roman"/>
              </a:rPr>
              <a:t> </a:t>
            </a:r>
            <a:r>
              <a:rPr lang="en-US" sz="1200" dirty="0">
                <a:latin typeface="Times New Roman"/>
                <a:cs typeface="Times New Roman"/>
              </a:rPr>
              <a:t>functions</a:t>
            </a:r>
            <a:r>
              <a:rPr lang="en-US" sz="1200" spc="300" dirty="0">
                <a:latin typeface="Times New Roman"/>
                <a:cs typeface="Times New Roman"/>
              </a:rPr>
              <a:t> </a:t>
            </a:r>
            <a:r>
              <a:rPr lang="en-US" sz="1200" dirty="0">
                <a:latin typeface="Times New Roman"/>
                <a:cs typeface="Times New Roman"/>
              </a:rPr>
              <a:t>but</a:t>
            </a:r>
            <a:r>
              <a:rPr lang="en-US" sz="1200" spc="285" dirty="0">
                <a:latin typeface="Times New Roman"/>
                <a:cs typeface="Times New Roman"/>
              </a:rPr>
              <a:t> </a:t>
            </a:r>
            <a:r>
              <a:rPr lang="en-US" sz="1200" dirty="0">
                <a:latin typeface="Times New Roman"/>
                <a:cs typeface="Times New Roman"/>
              </a:rPr>
              <a:t>also</a:t>
            </a:r>
            <a:r>
              <a:rPr lang="en-US" sz="1200" spc="290" dirty="0">
                <a:latin typeface="Times New Roman"/>
                <a:cs typeface="Times New Roman"/>
              </a:rPr>
              <a:t> </a:t>
            </a:r>
            <a:r>
              <a:rPr lang="en-US" sz="1200" dirty="0">
                <a:latin typeface="Times New Roman"/>
                <a:cs typeface="Times New Roman"/>
              </a:rPr>
              <a:t>meets</a:t>
            </a:r>
            <a:r>
              <a:rPr lang="en-US" sz="1200" spc="300" dirty="0">
                <a:latin typeface="Times New Roman"/>
                <a:cs typeface="Times New Roman"/>
              </a:rPr>
              <a:t> </a:t>
            </a:r>
            <a:r>
              <a:rPr lang="en-US" sz="1200" dirty="0">
                <a:latin typeface="Times New Roman"/>
                <a:cs typeface="Times New Roman"/>
              </a:rPr>
              <a:t>standards</a:t>
            </a:r>
            <a:r>
              <a:rPr lang="en-US" sz="1200" spc="295" dirty="0">
                <a:latin typeface="Times New Roman"/>
                <a:cs typeface="Times New Roman"/>
              </a:rPr>
              <a:t> </a:t>
            </a:r>
            <a:r>
              <a:rPr lang="en-US" sz="1200" dirty="0">
                <a:latin typeface="Times New Roman"/>
                <a:cs typeface="Times New Roman"/>
              </a:rPr>
              <a:t>for</a:t>
            </a:r>
            <a:r>
              <a:rPr lang="en-US" sz="1200" spc="285" dirty="0">
                <a:latin typeface="Times New Roman"/>
                <a:cs typeface="Times New Roman"/>
              </a:rPr>
              <a:t> </a:t>
            </a:r>
            <a:r>
              <a:rPr lang="en-US" sz="1200" dirty="0">
                <a:latin typeface="Times New Roman"/>
                <a:cs typeface="Times New Roman"/>
              </a:rPr>
              <a:t>efficiency,</a:t>
            </a:r>
            <a:r>
              <a:rPr lang="en-US" sz="1200" spc="310" dirty="0">
                <a:latin typeface="Times New Roman"/>
                <a:cs typeface="Times New Roman"/>
              </a:rPr>
              <a:t> </a:t>
            </a:r>
            <a:r>
              <a:rPr lang="en-US" sz="1200" dirty="0">
                <a:latin typeface="Times New Roman"/>
                <a:cs typeface="Times New Roman"/>
              </a:rPr>
              <a:t>usability,</a:t>
            </a:r>
            <a:r>
              <a:rPr lang="en-US" sz="1200" spc="310" dirty="0">
                <a:latin typeface="Times New Roman"/>
                <a:cs typeface="Times New Roman"/>
              </a:rPr>
              <a:t> </a:t>
            </a:r>
            <a:r>
              <a:rPr lang="en-US" sz="1200" spc="-25" dirty="0">
                <a:latin typeface="Times New Roman"/>
                <a:cs typeface="Times New Roman"/>
              </a:rPr>
              <a:t>and </a:t>
            </a:r>
            <a:r>
              <a:rPr lang="en-US" sz="1200" dirty="0" err="1">
                <a:latin typeface="Times New Roman"/>
                <a:cs typeface="Times New Roman"/>
              </a:rPr>
              <a:t>robustness</a:t>
            </a:r>
            <a:r>
              <a:rPr lang="en-US" sz="1200" dirty="0" err="1">
                <a:latin typeface="Arial MT"/>
                <a:cs typeface="Arial MT"/>
              </a:rPr>
              <a:t>.</a:t>
            </a:r>
            <a:r>
              <a:rPr lang="en-US" sz="1200" dirty="0" err="1">
                <a:latin typeface="Times New Roman"/>
                <a:cs typeface="Times New Roman"/>
              </a:rPr>
              <a:t>Non</a:t>
            </a:r>
            <a:r>
              <a:rPr lang="en-US" sz="1200" dirty="0">
                <a:latin typeface="Times New Roman"/>
                <a:cs typeface="Times New Roman"/>
              </a:rPr>
              <a:t>-functional</a:t>
            </a:r>
            <a:r>
              <a:rPr lang="en-US" sz="1200" spc="100" dirty="0">
                <a:latin typeface="Times New Roman"/>
                <a:cs typeface="Times New Roman"/>
              </a:rPr>
              <a:t> </a:t>
            </a:r>
            <a:r>
              <a:rPr lang="en-US" sz="1200" dirty="0">
                <a:latin typeface="Times New Roman"/>
                <a:cs typeface="Times New Roman"/>
              </a:rPr>
              <a:t>requirements</a:t>
            </a:r>
            <a:r>
              <a:rPr lang="en-US" sz="1200" spc="100" dirty="0">
                <a:latin typeface="Times New Roman"/>
                <a:cs typeface="Times New Roman"/>
              </a:rPr>
              <a:t> </a:t>
            </a:r>
            <a:r>
              <a:rPr lang="en-US" sz="1200" dirty="0">
                <a:latin typeface="Times New Roman"/>
                <a:cs typeface="Times New Roman"/>
              </a:rPr>
              <a:t>arise</a:t>
            </a:r>
            <a:r>
              <a:rPr lang="en-US" sz="1200" spc="125" dirty="0">
                <a:latin typeface="Times New Roman"/>
                <a:cs typeface="Times New Roman"/>
              </a:rPr>
              <a:t> </a:t>
            </a:r>
            <a:r>
              <a:rPr lang="en-US" sz="1200" dirty="0">
                <a:latin typeface="Times New Roman"/>
                <a:cs typeface="Times New Roman"/>
              </a:rPr>
              <a:t>through</a:t>
            </a:r>
            <a:r>
              <a:rPr lang="en-US" sz="1200" spc="125" dirty="0">
                <a:latin typeface="Times New Roman"/>
                <a:cs typeface="Times New Roman"/>
              </a:rPr>
              <a:t> </a:t>
            </a:r>
            <a:r>
              <a:rPr lang="en-US" sz="1200" dirty="0">
                <a:latin typeface="Times New Roman"/>
                <a:cs typeface="Times New Roman"/>
              </a:rPr>
              <a:t>the</a:t>
            </a:r>
            <a:r>
              <a:rPr lang="en-US" sz="1200" spc="110" dirty="0">
                <a:latin typeface="Times New Roman"/>
                <a:cs typeface="Times New Roman"/>
              </a:rPr>
              <a:t> </a:t>
            </a:r>
            <a:r>
              <a:rPr lang="en-US" sz="1200" dirty="0">
                <a:latin typeface="Times New Roman"/>
                <a:cs typeface="Times New Roman"/>
              </a:rPr>
              <a:t>user</a:t>
            </a:r>
            <a:r>
              <a:rPr lang="en-US" sz="1200" spc="105" dirty="0">
                <a:latin typeface="Times New Roman"/>
                <a:cs typeface="Times New Roman"/>
              </a:rPr>
              <a:t> </a:t>
            </a:r>
            <a:r>
              <a:rPr lang="en-US" sz="1200" dirty="0">
                <a:latin typeface="Times New Roman"/>
                <a:cs typeface="Times New Roman"/>
              </a:rPr>
              <a:t>needs,</a:t>
            </a:r>
            <a:r>
              <a:rPr lang="en-US" sz="1200" spc="114" dirty="0">
                <a:latin typeface="Times New Roman"/>
                <a:cs typeface="Times New Roman"/>
              </a:rPr>
              <a:t> </a:t>
            </a:r>
            <a:r>
              <a:rPr lang="en-US" sz="1200" dirty="0">
                <a:latin typeface="Times New Roman"/>
                <a:cs typeface="Times New Roman"/>
              </a:rPr>
              <a:t>because</a:t>
            </a:r>
            <a:r>
              <a:rPr lang="en-US" sz="1200" spc="110" dirty="0">
                <a:latin typeface="Times New Roman"/>
                <a:cs typeface="Times New Roman"/>
              </a:rPr>
              <a:t> </a:t>
            </a:r>
            <a:r>
              <a:rPr lang="en-US" sz="1200" dirty="0">
                <a:latin typeface="Times New Roman"/>
                <a:cs typeface="Times New Roman"/>
              </a:rPr>
              <a:t>of</a:t>
            </a:r>
            <a:r>
              <a:rPr lang="en-US" sz="1200" spc="95" dirty="0">
                <a:latin typeface="Times New Roman"/>
                <a:cs typeface="Times New Roman"/>
              </a:rPr>
              <a:t> </a:t>
            </a:r>
            <a:r>
              <a:rPr lang="en-US" sz="1200" dirty="0">
                <a:latin typeface="Times New Roman"/>
                <a:cs typeface="Times New Roman"/>
              </a:rPr>
              <a:t>budget</a:t>
            </a:r>
            <a:r>
              <a:rPr lang="en-US" sz="1200" spc="105" dirty="0">
                <a:latin typeface="Times New Roman"/>
                <a:cs typeface="Times New Roman"/>
              </a:rPr>
              <a:t> </a:t>
            </a:r>
            <a:r>
              <a:rPr lang="en-US" sz="1200" spc="-10" dirty="0">
                <a:latin typeface="Times New Roman"/>
                <a:cs typeface="Times New Roman"/>
              </a:rPr>
              <a:t>constraints, </a:t>
            </a:r>
            <a:r>
              <a:rPr lang="en-US" sz="1200" dirty="0">
                <a:latin typeface="Times New Roman"/>
                <a:cs typeface="Times New Roman"/>
              </a:rPr>
              <a:t>organizational</a:t>
            </a:r>
            <a:r>
              <a:rPr lang="en-US" sz="1200" spc="180" dirty="0">
                <a:latin typeface="Times New Roman"/>
                <a:cs typeface="Times New Roman"/>
              </a:rPr>
              <a:t> </a:t>
            </a:r>
            <a:r>
              <a:rPr lang="en-US" sz="1200" dirty="0">
                <a:latin typeface="Times New Roman"/>
                <a:cs typeface="Times New Roman"/>
              </a:rPr>
              <a:t>policies,</a:t>
            </a:r>
            <a:r>
              <a:rPr lang="en-US" sz="1200" spc="195" dirty="0">
                <a:latin typeface="Times New Roman"/>
                <a:cs typeface="Times New Roman"/>
              </a:rPr>
              <a:t> </a:t>
            </a:r>
            <a:r>
              <a:rPr lang="en-US" sz="1200" dirty="0">
                <a:latin typeface="Times New Roman"/>
                <a:cs typeface="Times New Roman"/>
              </a:rPr>
              <a:t>the</a:t>
            </a:r>
            <a:r>
              <a:rPr lang="en-US" sz="1200" spc="200" dirty="0">
                <a:latin typeface="Times New Roman"/>
                <a:cs typeface="Times New Roman"/>
              </a:rPr>
              <a:t> </a:t>
            </a:r>
            <a:r>
              <a:rPr lang="en-US" sz="1200" dirty="0">
                <a:latin typeface="Times New Roman"/>
                <a:cs typeface="Times New Roman"/>
              </a:rPr>
              <a:t>need</a:t>
            </a:r>
            <a:r>
              <a:rPr lang="en-US" sz="1200" spc="210" dirty="0">
                <a:latin typeface="Times New Roman"/>
                <a:cs typeface="Times New Roman"/>
              </a:rPr>
              <a:t> </a:t>
            </a:r>
            <a:r>
              <a:rPr lang="en-US" sz="1200" dirty="0">
                <a:latin typeface="Times New Roman"/>
                <a:cs typeface="Times New Roman"/>
              </a:rPr>
              <a:t>for</a:t>
            </a:r>
            <a:r>
              <a:rPr lang="en-US" sz="1200" spc="190" dirty="0">
                <a:latin typeface="Times New Roman"/>
                <a:cs typeface="Times New Roman"/>
              </a:rPr>
              <a:t> </a:t>
            </a:r>
            <a:r>
              <a:rPr lang="en-US" sz="1200" dirty="0">
                <a:latin typeface="Times New Roman"/>
                <a:cs typeface="Times New Roman"/>
              </a:rPr>
              <a:t>interoperability</a:t>
            </a:r>
            <a:r>
              <a:rPr lang="en-US" sz="1200" spc="180" dirty="0">
                <a:latin typeface="Times New Roman"/>
                <a:cs typeface="Times New Roman"/>
              </a:rPr>
              <a:t> </a:t>
            </a:r>
            <a:r>
              <a:rPr lang="en-US" sz="1200" dirty="0">
                <a:latin typeface="Times New Roman"/>
                <a:cs typeface="Times New Roman"/>
              </a:rPr>
              <a:t>with</a:t>
            </a:r>
            <a:r>
              <a:rPr lang="en-US" sz="1200" spc="195" dirty="0">
                <a:latin typeface="Times New Roman"/>
                <a:cs typeface="Times New Roman"/>
              </a:rPr>
              <a:t> </a:t>
            </a:r>
            <a:r>
              <a:rPr lang="en-US" sz="1200" dirty="0">
                <a:latin typeface="Times New Roman"/>
                <a:cs typeface="Times New Roman"/>
              </a:rPr>
              <a:t>other</a:t>
            </a:r>
            <a:r>
              <a:rPr lang="en-US" sz="1200" spc="190" dirty="0">
                <a:latin typeface="Times New Roman"/>
                <a:cs typeface="Times New Roman"/>
              </a:rPr>
              <a:t> </a:t>
            </a:r>
            <a:r>
              <a:rPr lang="en-US" sz="1200" dirty="0">
                <a:latin typeface="Times New Roman"/>
                <a:cs typeface="Times New Roman"/>
              </a:rPr>
              <a:t>software</a:t>
            </a:r>
            <a:r>
              <a:rPr lang="en-US" sz="1200" spc="200" dirty="0">
                <a:latin typeface="Times New Roman"/>
                <a:cs typeface="Times New Roman"/>
              </a:rPr>
              <a:t> </a:t>
            </a:r>
            <a:r>
              <a:rPr lang="en-US" sz="1200" dirty="0">
                <a:latin typeface="Times New Roman"/>
                <a:cs typeface="Times New Roman"/>
              </a:rPr>
              <a:t>and</a:t>
            </a:r>
            <a:r>
              <a:rPr lang="en-US" sz="1200" spc="185" dirty="0">
                <a:latin typeface="Times New Roman"/>
                <a:cs typeface="Times New Roman"/>
              </a:rPr>
              <a:t> </a:t>
            </a:r>
            <a:r>
              <a:rPr lang="en-US" sz="1200" dirty="0">
                <a:latin typeface="Times New Roman"/>
                <a:cs typeface="Times New Roman"/>
              </a:rPr>
              <a:t>hardware</a:t>
            </a:r>
            <a:r>
              <a:rPr lang="en-US" sz="1200" spc="200" dirty="0">
                <a:latin typeface="Times New Roman"/>
                <a:cs typeface="Times New Roman"/>
              </a:rPr>
              <a:t> </a:t>
            </a:r>
            <a:r>
              <a:rPr lang="en-US" sz="1200" dirty="0">
                <a:latin typeface="Times New Roman"/>
                <a:cs typeface="Times New Roman"/>
              </a:rPr>
              <a:t>systems</a:t>
            </a:r>
            <a:r>
              <a:rPr lang="en-US" sz="1200" spc="210" dirty="0">
                <a:latin typeface="Times New Roman"/>
                <a:cs typeface="Times New Roman"/>
              </a:rPr>
              <a:t> </a:t>
            </a:r>
            <a:r>
              <a:rPr lang="en-US" sz="1200" spc="-25" dirty="0">
                <a:latin typeface="Times New Roman"/>
                <a:cs typeface="Times New Roman"/>
              </a:rPr>
              <a:t>or </a:t>
            </a:r>
            <a:r>
              <a:rPr lang="en-US" sz="1200" dirty="0">
                <a:latin typeface="Times New Roman"/>
                <a:cs typeface="Times New Roman"/>
              </a:rPr>
              <a:t>because</a:t>
            </a:r>
            <a:r>
              <a:rPr lang="en-US" sz="1200" spc="15" dirty="0">
                <a:latin typeface="Times New Roman"/>
                <a:cs typeface="Times New Roman"/>
              </a:rPr>
              <a:t> </a:t>
            </a:r>
            <a:r>
              <a:rPr lang="en-US" sz="1200" dirty="0">
                <a:latin typeface="Times New Roman"/>
                <a:cs typeface="Times New Roman"/>
              </a:rPr>
              <a:t>of</a:t>
            </a:r>
            <a:r>
              <a:rPr lang="en-US" sz="1200" spc="50" dirty="0">
                <a:latin typeface="Times New Roman"/>
                <a:cs typeface="Times New Roman"/>
              </a:rPr>
              <a:t> </a:t>
            </a:r>
            <a:r>
              <a:rPr lang="en-US" sz="1200" dirty="0">
                <a:latin typeface="Times New Roman"/>
                <a:cs typeface="Times New Roman"/>
              </a:rPr>
              <a:t>external</a:t>
            </a:r>
            <a:r>
              <a:rPr lang="en-US" sz="1200" spc="70" dirty="0">
                <a:latin typeface="Times New Roman"/>
                <a:cs typeface="Times New Roman"/>
              </a:rPr>
              <a:t> </a:t>
            </a:r>
            <a:r>
              <a:rPr lang="en-US" sz="1200" dirty="0">
                <a:latin typeface="Times New Roman"/>
                <a:cs typeface="Times New Roman"/>
              </a:rPr>
              <a:t>factors</a:t>
            </a:r>
            <a:r>
              <a:rPr lang="en-US" sz="1200" spc="10" dirty="0">
                <a:latin typeface="Times New Roman"/>
                <a:cs typeface="Times New Roman"/>
              </a:rPr>
              <a:t> </a:t>
            </a:r>
            <a:r>
              <a:rPr lang="en-US" sz="1200" dirty="0">
                <a:latin typeface="Times New Roman"/>
                <a:cs typeface="Times New Roman"/>
              </a:rPr>
              <a:t>such</a:t>
            </a:r>
            <a:r>
              <a:rPr lang="en-US" sz="1200" spc="25" dirty="0">
                <a:latin typeface="Times New Roman"/>
                <a:cs typeface="Times New Roman"/>
              </a:rPr>
              <a:t> </a:t>
            </a:r>
            <a:r>
              <a:rPr lang="en-US" sz="1200" dirty="0">
                <a:latin typeface="Times New Roman"/>
                <a:cs typeface="Times New Roman"/>
              </a:rPr>
              <a:t>as:</a:t>
            </a:r>
            <a:r>
              <a:rPr lang="en-US" sz="1200" spc="45" dirty="0">
                <a:latin typeface="Times New Roman"/>
                <a:cs typeface="Times New Roman"/>
              </a:rPr>
              <a:t> </a:t>
            </a:r>
            <a:r>
              <a:rPr lang="en-US" sz="1200" spc="-50" dirty="0">
                <a:latin typeface="Times New Roman"/>
                <a:cs typeface="Times New Roman"/>
              </a:rPr>
              <a:t>-</a:t>
            </a:r>
            <a:endParaRPr lang="en-US" sz="1200" dirty="0">
              <a:latin typeface="Times New Roman"/>
              <a:cs typeface="Times New Roman"/>
            </a:endParaRPr>
          </a:p>
          <a:p>
            <a:pPr>
              <a:lnSpc>
                <a:spcPct val="100000"/>
              </a:lnSpc>
              <a:spcBef>
                <a:spcPts val="145"/>
              </a:spcBef>
            </a:pPr>
            <a:endParaRPr sz="1200" dirty="0">
              <a:latin typeface="Times New Roman"/>
              <a:cs typeface="Times New Roman"/>
            </a:endParaRPr>
          </a:p>
          <a:p>
            <a:pPr marL="240665" indent="-227965">
              <a:lnSpc>
                <a:spcPct val="100000"/>
              </a:lnSpc>
              <a:buFont typeface="Symbol"/>
              <a:buChar char=""/>
              <a:tabLst>
                <a:tab pos="240665" algn="l"/>
              </a:tabLst>
            </a:pPr>
            <a:r>
              <a:rPr sz="1200" dirty="0">
                <a:latin typeface="Times New Roman"/>
                <a:cs typeface="Times New Roman"/>
              </a:rPr>
              <a:t>Product</a:t>
            </a:r>
            <a:r>
              <a:rPr sz="1200" spc="-55" dirty="0">
                <a:latin typeface="Times New Roman"/>
                <a:cs typeface="Times New Roman"/>
              </a:rPr>
              <a:t> </a:t>
            </a:r>
            <a:r>
              <a:rPr sz="1200" spc="-10" dirty="0">
                <a:latin typeface="Times New Roman"/>
                <a:cs typeface="Times New Roman"/>
              </a:rPr>
              <a:t>Requirements</a:t>
            </a:r>
            <a:endParaRPr sz="1200" dirty="0">
              <a:latin typeface="Times New Roman"/>
              <a:cs typeface="Times New Roman"/>
            </a:endParaRPr>
          </a:p>
          <a:p>
            <a:pPr marL="240665" indent="-227965">
              <a:lnSpc>
                <a:spcPct val="100000"/>
              </a:lnSpc>
              <a:spcBef>
                <a:spcPts val="720"/>
              </a:spcBef>
              <a:buFont typeface="Symbol"/>
              <a:buChar char=""/>
              <a:tabLst>
                <a:tab pos="240665" algn="l"/>
              </a:tabLst>
            </a:pPr>
            <a:r>
              <a:rPr sz="1200" spc="-10" dirty="0">
                <a:latin typeface="Times New Roman"/>
                <a:cs typeface="Times New Roman"/>
              </a:rPr>
              <a:t>Performance</a:t>
            </a:r>
            <a:r>
              <a:rPr sz="1200" spc="30" dirty="0">
                <a:latin typeface="Times New Roman"/>
                <a:cs typeface="Times New Roman"/>
              </a:rPr>
              <a:t> </a:t>
            </a:r>
            <a:r>
              <a:rPr sz="1200" spc="-10" dirty="0">
                <a:latin typeface="Times New Roman"/>
                <a:cs typeface="Times New Roman"/>
              </a:rPr>
              <a:t>Requirements</a:t>
            </a:r>
            <a:endParaRPr sz="1200" dirty="0">
              <a:latin typeface="Times New Roman"/>
              <a:cs typeface="Times New Roman"/>
            </a:endParaRPr>
          </a:p>
          <a:p>
            <a:pPr marL="240665" indent="-227965">
              <a:lnSpc>
                <a:spcPct val="100000"/>
              </a:lnSpc>
              <a:spcBef>
                <a:spcPts val="720"/>
              </a:spcBef>
              <a:buFont typeface="Symbol"/>
              <a:buChar char=""/>
              <a:tabLst>
                <a:tab pos="240665" algn="l"/>
              </a:tabLst>
            </a:pPr>
            <a:r>
              <a:rPr sz="1200" dirty="0">
                <a:latin typeface="Times New Roman"/>
                <a:cs typeface="Times New Roman"/>
              </a:rPr>
              <a:t>Security</a:t>
            </a:r>
            <a:r>
              <a:rPr sz="1200" spc="-45" dirty="0">
                <a:latin typeface="Times New Roman"/>
                <a:cs typeface="Times New Roman"/>
              </a:rPr>
              <a:t> </a:t>
            </a:r>
            <a:r>
              <a:rPr sz="1200" spc="-10" dirty="0">
                <a:latin typeface="Times New Roman"/>
                <a:cs typeface="Times New Roman"/>
              </a:rPr>
              <a:t>Requirements</a:t>
            </a:r>
            <a:endParaRPr sz="1200" dirty="0">
              <a:latin typeface="Times New Roman"/>
              <a:cs typeface="Times New Roman"/>
            </a:endParaRPr>
          </a:p>
          <a:p>
            <a:pPr marL="240665" indent="-227965">
              <a:lnSpc>
                <a:spcPct val="100000"/>
              </a:lnSpc>
              <a:spcBef>
                <a:spcPts val="710"/>
              </a:spcBef>
              <a:buFont typeface="Symbol"/>
              <a:buChar char=""/>
              <a:tabLst>
                <a:tab pos="240665" algn="l"/>
              </a:tabLst>
            </a:pPr>
            <a:r>
              <a:rPr sz="1200" dirty="0">
                <a:latin typeface="Times New Roman"/>
                <a:cs typeface="Times New Roman"/>
              </a:rPr>
              <a:t>Reliability</a:t>
            </a:r>
            <a:r>
              <a:rPr sz="1200" spc="-65" dirty="0">
                <a:latin typeface="Times New Roman"/>
                <a:cs typeface="Times New Roman"/>
              </a:rPr>
              <a:t> </a:t>
            </a:r>
            <a:r>
              <a:rPr sz="1200" spc="-10" dirty="0">
                <a:latin typeface="Times New Roman"/>
                <a:cs typeface="Times New Roman"/>
              </a:rPr>
              <a:t>Requirements</a:t>
            </a:r>
            <a:endParaRPr sz="1200" dirty="0">
              <a:latin typeface="Times New Roman"/>
              <a:cs typeface="Times New Roman"/>
            </a:endParaRPr>
          </a:p>
          <a:p>
            <a:pPr marL="240665" indent="-227965" algn="just">
              <a:lnSpc>
                <a:spcPct val="100000"/>
              </a:lnSpc>
              <a:spcBef>
                <a:spcPts val="720"/>
              </a:spcBef>
              <a:buFont typeface="Symbol"/>
              <a:buChar char=""/>
              <a:tabLst>
                <a:tab pos="240665" algn="l"/>
              </a:tabLst>
            </a:pPr>
            <a:r>
              <a:rPr sz="1200" spc="-10" dirty="0">
                <a:latin typeface="Times New Roman"/>
                <a:cs typeface="Times New Roman"/>
              </a:rPr>
              <a:t>Maintainability</a:t>
            </a:r>
            <a:r>
              <a:rPr sz="1200" spc="65" dirty="0">
                <a:latin typeface="Times New Roman"/>
                <a:cs typeface="Times New Roman"/>
              </a:rPr>
              <a:t> </a:t>
            </a:r>
            <a:r>
              <a:rPr sz="1200" spc="-10" dirty="0">
                <a:latin typeface="Times New Roman"/>
                <a:cs typeface="Times New Roman"/>
              </a:rPr>
              <a:t>Requirements</a:t>
            </a:r>
            <a:endParaRPr sz="1200" dirty="0">
              <a:latin typeface="Times New Roman"/>
              <a:cs typeface="Times New Roman"/>
            </a:endParaRPr>
          </a:p>
          <a:p>
            <a:pPr marL="12700" marR="5080" indent="464184" algn="just">
              <a:lnSpc>
                <a:spcPct val="143800"/>
              </a:lnSpc>
              <a:spcBef>
                <a:spcPts val="785"/>
              </a:spcBef>
            </a:pPr>
            <a:r>
              <a:rPr sz="1200" spc="-10" dirty="0">
                <a:latin typeface="Times New Roman"/>
                <a:cs typeface="Times New Roman"/>
              </a:rPr>
              <a:t>Non-functional</a:t>
            </a:r>
            <a:r>
              <a:rPr sz="1200" spc="-35" dirty="0">
                <a:latin typeface="Times New Roman"/>
                <a:cs typeface="Times New Roman"/>
              </a:rPr>
              <a:t> </a:t>
            </a:r>
            <a:r>
              <a:rPr sz="1200" dirty="0">
                <a:latin typeface="Times New Roman"/>
                <a:cs typeface="Times New Roman"/>
              </a:rPr>
              <a:t>requirements</a:t>
            </a:r>
            <a:r>
              <a:rPr sz="1200" spc="-35" dirty="0">
                <a:latin typeface="Times New Roman"/>
                <a:cs typeface="Times New Roman"/>
              </a:rPr>
              <a:t> </a:t>
            </a:r>
            <a:r>
              <a:rPr sz="1200" dirty="0">
                <a:latin typeface="Times New Roman"/>
                <a:cs typeface="Times New Roman"/>
              </a:rPr>
              <a:t>describe</a:t>
            </a:r>
            <a:r>
              <a:rPr sz="1200" spc="-40" dirty="0">
                <a:latin typeface="Times New Roman"/>
                <a:cs typeface="Times New Roman"/>
              </a:rPr>
              <a:t> </a:t>
            </a:r>
            <a:r>
              <a:rPr sz="1200" dirty="0">
                <a:latin typeface="Times New Roman"/>
                <a:cs typeface="Times New Roman"/>
              </a:rPr>
              <a:t>how</a:t>
            </a:r>
            <a:r>
              <a:rPr sz="1200" spc="-3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must</a:t>
            </a:r>
            <a:r>
              <a:rPr sz="1200" spc="-35" dirty="0">
                <a:latin typeface="Times New Roman"/>
                <a:cs typeface="Times New Roman"/>
              </a:rPr>
              <a:t> </a:t>
            </a:r>
            <a:r>
              <a:rPr sz="1200" dirty="0">
                <a:latin typeface="Times New Roman"/>
                <a:cs typeface="Times New Roman"/>
              </a:rPr>
              <a:t>behave</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establish</a:t>
            </a:r>
            <a:r>
              <a:rPr sz="1200" spc="-35" dirty="0">
                <a:latin typeface="Times New Roman"/>
                <a:cs typeface="Times New Roman"/>
              </a:rPr>
              <a:t> </a:t>
            </a:r>
            <a:r>
              <a:rPr sz="1200" dirty="0">
                <a:latin typeface="Times New Roman"/>
                <a:cs typeface="Times New Roman"/>
              </a:rPr>
              <a:t>constraints</a:t>
            </a:r>
            <a:r>
              <a:rPr sz="1200" spc="-40" dirty="0">
                <a:latin typeface="Times New Roman"/>
                <a:cs typeface="Times New Roman"/>
              </a:rPr>
              <a:t> </a:t>
            </a:r>
            <a:r>
              <a:rPr sz="1200" spc="-25" dirty="0">
                <a:latin typeface="Times New Roman"/>
                <a:cs typeface="Times New Roman"/>
              </a:rPr>
              <a:t>of </a:t>
            </a:r>
            <a:r>
              <a:rPr sz="1200" dirty="0">
                <a:latin typeface="Times New Roman"/>
                <a:cs typeface="Times New Roman"/>
              </a:rPr>
              <a:t>its</a:t>
            </a:r>
            <a:r>
              <a:rPr sz="1200" spc="-55" dirty="0">
                <a:latin typeface="Times New Roman"/>
                <a:cs typeface="Times New Roman"/>
              </a:rPr>
              <a:t> </a:t>
            </a:r>
            <a:r>
              <a:rPr sz="1200" spc="-20" dirty="0">
                <a:latin typeface="Times New Roman"/>
                <a:cs typeface="Times New Roman"/>
              </a:rPr>
              <a:t>functionality.</a:t>
            </a:r>
            <a:r>
              <a:rPr sz="1200" spc="-5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type</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0" dirty="0">
                <a:latin typeface="Times New Roman"/>
                <a:cs typeface="Times New Roman"/>
              </a:rPr>
              <a:t>requirements</a:t>
            </a:r>
            <a:r>
              <a:rPr sz="1200" spc="-2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also</a:t>
            </a:r>
            <a:r>
              <a:rPr sz="1200" spc="-25" dirty="0">
                <a:latin typeface="Times New Roman"/>
                <a:cs typeface="Times New Roman"/>
              </a:rPr>
              <a:t> </a:t>
            </a:r>
            <a:r>
              <a:rPr sz="1200" dirty="0">
                <a:latin typeface="Times New Roman"/>
                <a:cs typeface="Times New Roman"/>
              </a:rPr>
              <a:t>known</a:t>
            </a:r>
            <a:r>
              <a:rPr sz="1200" spc="-3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system’s</a:t>
            </a:r>
            <a:r>
              <a:rPr sz="1200" spc="-25" dirty="0">
                <a:latin typeface="Times New Roman"/>
                <a:cs typeface="Times New Roman"/>
              </a:rPr>
              <a:t> </a:t>
            </a:r>
            <a:r>
              <a:rPr sz="1200" dirty="0">
                <a:latin typeface="Times New Roman"/>
                <a:cs typeface="Times New Roman"/>
              </a:rPr>
              <a:t>quality</a:t>
            </a:r>
            <a:r>
              <a:rPr sz="1200" spc="-25" dirty="0">
                <a:latin typeface="Times New Roman"/>
                <a:cs typeface="Times New Roman"/>
              </a:rPr>
              <a:t> </a:t>
            </a:r>
            <a:r>
              <a:rPr sz="1200" spc="-10" dirty="0">
                <a:latin typeface="Times New Roman"/>
                <a:cs typeface="Times New Roman"/>
              </a:rPr>
              <a:t>attributes.</a:t>
            </a:r>
            <a:r>
              <a:rPr sz="1200" spc="-65" dirty="0">
                <a:latin typeface="Times New Roman"/>
                <a:cs typeface="Times New Roman"/>
              </a:rPr>
              <a:t> </a:t>
            </a:r>
            <a:r>
              <a:rPr sz="1200" spc="-10" dirty="0">
                <a:latin typeface="Times New Roman"/>
                <a:cs typeface="Times New Roman"/>
              </a:rPr>
              <a:t>Attributes </a:t>
            </a:r>
            <a:r>
              <a:rPr sz="1200" dirty="0">
                <a:latin typeface="Times New Roman"/>
                <a:cs typeface="Times New Roman"/>
              </a:rPr>
              <a:t>such</a:t>
            </a:r>
            <a:r>
              <a:rPr sz="1200" spc="45" dirty="0">
                <a:latin typeface="Times New Roman"/>
                <a:cs typeface="Times New Roman"/>
              </a:rPr>
              <a:t> </a:t>
            </a:r>
            <a:r>
              <a:rPr sz="1200" dirty="0">
                <a:latin typeface="Times New Roman"/>
                <a:cs typeface="Times New Roman"/>
              </a:rPr>
              <a:t>as</a:t>
            </a:r>
            <a:r>
              <a:rPr sz="1200" spc="55" dirty="0">
                <a:latin typeface="Times New Roman"/>
                <a:cs typeface="Times New Roman"/>
              </a:rPr>
              <a:t> </a:t>
            </a:r>
            <a:r>
              <a:rPr sz="1200" dirty="0">
                <a:latin typeface="Times New Roman"/>
                <a:cs typeface="Times New Roman"/>
              </a:rPr>
              <a:t>performance,</a:t>
            </a:r>
            <a:r>
              <a:rPr sz="1200" spc="45" dirty="0">
                <a:latin typeface="Times New Roman"/>
                <a:cs typeface="Times New Roman"/>
              </a:rPr>
              <a:t> </a:t>
            </a:r>
            <a:r>
              <a:rPr sz="1200" dirty="0">
                <a:latin typeface="Times New Roman"/>
                <a:cs typeface="Times New Roman"/>
              </a:rPr>
              <a:t>security,</a:t>
            </a:r>
            <a:r>
              <a:rPr sz="1200" spc="50" dirty="0">
                <a:latin typeface="Times New Roman"/>
                <a:cs typeface="Times New Roman"/>
              </a:rPr>
              <a:t> </a:t>
            </a:r>
            <a:r>
              <a:rPr sz="1200" dirty="0">
                <a:latin typeface="Times New Roman"/>
                <a:cs typeface="Times New Roman"/>
              </a:rPr>
              <a:t>usability,</a:t>
            </a:r>
            <a:r>
              <a:rPr sz="1200" spc="50" dirty="0">
                <a:latin typeface="Times New Roman"/>
                <a:cs typeface="Times New Roman"/>
              </a:rPr>
              <a:t> </a:t>
            </a:r>
            <a:r>
              <a:rPr sz="1200" dirty="0">
                <a:latin typeface="Times New Roman"/>
                <a:cs typeface="Times New Roman"/>
              </a:rPr>
              <a:t>compatibility</a:t>
            </a:r>
            <a:r>
              <a:rPr sz="1200" spc="45" dirty="0">
                <a:latin typeface="Times New Roman"/>
                <a:cs typeface="Times New Roman"/>
              </a:rPr>
              <a:t> </a:t>
            </a:r>
            <a:r>
              <a:rPr sz="1200" dirty="0">
                <a:latin typeface="Times New Roman"/>
                <a:cs typeface="Times New Roman"/>
              </a:rPr>
              <a:t>are</a:t>
            </a:r>
            <a:r>
              <a:rPr sz="1200" spc="45" dirty="0">
                <a:latin typeface="Times New Roman"/>
                <a:cs typeface="Times New Roman"/>
              </a:rPr>
              <a:t> </a:t>
            </a:r>
            <a:r>
              <a:rPr sz="1200" dirty="0">
                <a:latin typeface="Times New Roman"/>
                <a:cs typeface="Times New Roman"/>
              </a:rPr>
              <a:t>not</a:t>
            </a:r>
            <a:r>
              <a:rPr sz="1200" spc="5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feature</a:t>
            </a:r>
            <a:r>
              <a:rPr sz="1200" spc="60"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system,</a:t>
            </a:r>
            <a:r>
              <a:rPr sz="1200" spc="55" dirty="0">
                <a:latin typeface="Times New Roman"/>
                <a:cs typeface="Times New Roman"/>
              </a:rPr>
              <a:t> </a:t>
            </a:r>
            <a:r>
              <a:rPr sz="1200" dirty="0">
                <a:latin typeface="Times New Roman"/>
                <a:cs typeface="Times New Roman"/>
              </a:rPr>
              <a:t>they</a:t>
            </a:r>
            <a:r>
              <a:rPr sz="1200" spc="50" dirty="0">
                <a:latin typeface="Times New Roman"/>
                <a:cs typeface="Times New Roman"/>
              </a:rPr>
              <a:t> </a:t>
            </a:r>
            <a:r>
              <a:rPr sz="1200" dirty="0">
                <a:latin typeface="Times New Roman"/>
                <a:cs typeface="Times New Roman"/>
              </a:rPr>
              <a:t>are</a:t>
            </a:r>
            <a:r>
              <a:rPr sz="1200" spc="40" dirty="0">
                <a:latin typeface="Times New Roman"/>
                <a:cs typeface="Times New Roman"/>
              </a:rPr>
              <a:t> </a:t>
            </a:r>
            <a:r>
              <a:rPr sz="1200" spc="-50" dirty="0">
                <a:latin typeface="Times New Roman"/>
                <a:cs typeface="Times New Roman"/>
              </a:rPr>
              <a:t>a </a:t>
            </a:r>
            <a:r>
              <a:rPr sz="1200" dirty="0">
                <a:latin typeface="Times New Roman"/>
                <a:cs typeface="Times New Roman"/>
              </a:rPr>
              <a:t>required</a:t>
            </a:r>
            <a:r>
              <a:rPr sz="1200" spc="65" dirty="0">
                <a:latin typeface="Times New Roman"/>
                <a:cs typeface="Times New Roman"/>
              </a:rPr>
              <a:t> </a:t>
            </a:r>
            <a:r>
              <a:rPr sz="1200" dirty="0">
                <a:latin typeface="Times New Roman"/>
                <a:cs typeface="Times New Roman"/>
              </a:rPr>
              <a:t>characteristic.</a:t>
            </a:r>
            <a:r>
              <a:rPr sz="1200" spc="30" dirty="0">
                <a:latin typeface="Times New Roman"/>
                <a:cs typeface="Times New Roman"/>
              </a:rPr>
              <a:t> </a:t>
            </a:r>
            <a:r>
              <a:rPr sz="1200" dirty="0">
                <a:latin typeface="Times New Roman"/>
                <a:cs typeface="Times New Roman"/>
              </a:rPr>
              <a:t>They</a:t>
            </a:r>
            <a:r>
              <a:rPr sz="1200" spc="65" dirty="0">
                <a:latin typeface="Times New Roman"/>
                <a:cs typeface="Times New Roman"/>
              </a:rPr>
              <a:t> </a:t>
            </a:r>
            <a:r>
              <a:rPr sz="1200" dirty="0">
                <a:latin typeface="Times New Roman"/>
                <a:cs typeface="Times New Roman"/>
              </a:rPr>
              <a:t>are</a:t>
            </a:r>
            <a:r>
              <a:rPr sz="1200" spc="55" dirty="0">
                <a:latin typeface="Times New Roman"/>
                <a:cs typeface="Times New Roman"/>
              </a:rPr>
              <a:t> </a:t>
            </a:r>
            <a:r>
              <a:rPr sz="1200" dirty="0">
                <a:latin typeface="Times New Roman"/>
                <a:cs typeface="Times New Roman"/>
              </a:rPr>
              <a:t>"developing"</a:t>
            </a:r>
            <a:r>
              <a:rPr sz="1200" spc="65" dirty="0">
                <a:latin typeface="Times New Roman"/>
                <a:cs typeface="Times New Roman"/>
              </a:rPr>
              <a:t> </a:t>
            </a:r>
            <a:r>
              <a:rPr sz="1200" dirty="0">
                <a:latin typeface="Times New Roman"/>
                <a:cs typeface="Times New Roman"/>
              </a:rPr>
              <a:t>properties</a:t>
            </a:r>
            <a:r>
              <a:rPr sz="1200" spc="65" dirty="0">
                <a:latin typeface="Times New Roman"/>
                <a:cs typeface="Times New Roman"/>
              </a:rPr>
              <a:t> </a:t>
            </a:r>
            <a:r>
              <a:rPr sz="1200" dirty="0">
                <a:latin typeface="Times New Roman"/>
                <a:cs typeface="Times New Roman"/>
              </a:rPr>
              <a:t>that</a:t>
            </a:r>
            <a:r>
              <a:rPr sz="1200" spc="70" dirty="0">
                <a:latin typeface="Times New Roman"/>
                <a:cs typeface="Times New Roman"/>
              </a:rPr>
              <a:t> </a:t>
            </a:r>
            <a:r>
              <a:rPr sz="1200" dirty="0">
                <a:latin typeface="Times New Roman"/>
                <a:cs typeface="Times New Roman"/>
              </a:rPr>
              <a:t>emerge</a:t>
            </a:r>
            <a:r>
              <a:rPr sz="1200" spc="60" dirty="0">
                <a:latin typeface="Times New Roman"/>
                <a:cs typeface="Times New Roman"/>
              </a:rPr>
              <a:t> </a:t>
            </a:r>
            <a:r>
              <a:rPr sz="1200" dirty="0">
                <a:latin typeface="Times New Roman"/>
                <a:cs typeface="Times New Roman"/>
              </a:rPr>
              <a:t>from</a:t>
            </a:r>
            <a:r>
              <a:rPr sz="1200" spc="65"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whole</a:t>
            </a:r>
            <a:r>
              <a:rPr sz="1200" spc="65" dirty="0">
                <a:latin typeface="Times New Roman"/>
                <a:cs typeface="Times New Roman"/>
              </a:rPr>
              <a:t> </a:t>
            </a:r>
            <a:r>
              <a:rPr sz="1200" spc="-10" dirty="0">
                <a:latin typeface="Times New Roman"/>
                <a:cs typeface="Times New Roman"/>
              </a:rPr>
              <a:t>arrangement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hence</a:t>
            </a:r>
            <a:r>
              <a:rPr sz="1200" spc="-25" dirty="0">
                <a:latin typeface="Times New Roman"/>
                <a:cs typeface="Times New Roman"/>
              </a:rPr>
              <a:t> </a:t>
            </a:r>
            <a:r>
              <a:rPr sz="1200" dirty="0">
                <a:latin typeface="Times New Roman"/>
                <a:cs typeface="Times New Roman"/>
              </a:rPr>
              <a:t>we</a:t>
            </a:r>
            <a:r>
              <a:rPr sz="1200" spc="-20" dirty="0">
                <a:latin typeface="Times New Roman"/>
                <a:cs typeface="Times New Roman"/>
              </a:rPr>
              <a:t> </a:t>
            </a:r>
            <a:r>
              <a:rPr sz="1200" dirty="0">
                <a:latin typeface="Times New Roman"/>
                <a:cs typeface="Times New Roman"/>
              </a:rPr>
              <a:t>can't</a:t>
            </a:r>
            <a:r>
              <a:rPr sz="1200" spc="-20" dirty="0">
                <a:latin typeface="Times New Roman"/>
                <a:cs typeface="Times New Roman"/>
              </a:rPr>
              <a:t> </a:t>
            </a:r>
            <a:r>
              <a:rPr sz="1200" dirty="0">
                <a:latin typeface="Times New Roman"/>
                <a:cs typeface="Times New Roman"/>
              </a:rPr>
              <a:t>compose</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particular</a:t>
            </a:r>
            <a:r>
              <a:rPr sz="1200" spc="-20" dirty="0">
                <a:latin typeface="Times New Roman"/>
                <a:cs typeface="Times New Roman"/>
              </a:rPr>
              <a:t> </a:t>
            </a:r>
            <a:r>
              <a:rPr sz="1200" dirty="0">
                <a:latin typeface="Times New Roman"/>
                <a:cs typeface="Times New Roman"/>
              </a:rPr>
              <a:t>line</a:t>
            </a:r>
            <a:r>
              <a:rPr sz="1200" spc="-2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execute</a:t>
            </a:r>
            <a:r>
              <a:rPr sz="1200" spc="-15" dirty="0">
                <a:latin typeface="Times New Roman"/>
                <a:cs typeface="Times New Roman"/>
              </a:rPr>
              <a:t> </a:t>
            </a:r>
            <a:r>
              <a:rPr sz="1200" spc="-10" dirty="0">
                <a:latin typeface="Times New Roman"/>
                <a:cs typeface="Times New Roman"/>
              </a:rPr>
              <a:t>them.</a:t>
            </a:r>
            <a:r>
              <a:rPr sz="1200" spc="-65" dirty="0">
                <a:latin typeface="Times New Roman"/>
                <a:cs typeface="Times New Roman"/>
              </a:rPr>
              <a:t> </a:t>
            </a:r>
            <a:r>
              <a:rPr sz="1200" dirty="0">
                <a:latin typeface="Times New Roman"/>
                <a:cs typeface="Times New Roman"/>
              </a:rPr>
              <a:t>Any</a:t>
            </a:r>
            <a:r>
              <a:rPr sz="1200" spc="-5" dirty="0">
                <a:latin typeface="Times New Roman"/>
                <a:cs typeface="Times New Roman"/>
              </a:rPr>
              <a:t> </a:t>
            </a:r>
            <a:r>
              <a:rPr sz="1200" dirty="0">
                <a:latin typeface="Times New Roman"/>
                <a:cs typeface="Times New Roman"/>
              </a:rPr>
              <a:t>attributes</a:t>
            </a:r>
            <a:r>
              <a:rPr sz="1200" spc="-25" dirty="0">
                <a:latin typeface="Times New Roman"/>
                <a:cs typeface="Times New Roman"/>
              </a:rPr>
              <a:t> </a:t>
            </a:r>
            <a:r>
              <a:rPr sz="1200" dirty="0">
                <a:latin typeface="Times New Roman"/>
                <a:cs typeface="Times New Roman"/>
              </a:rPr>
              <a:t>required</a:t>
            </a:r>
            <a:r>
              <a:rPr sz="1200" spc="-15" dirty="0">
                <a:latin typeface="Times New Roman"/>
                <a:cs typeface="Times New Roman"/>
              </a:rPr>
              <a:t> </a:t>
            </a:r>
            <a:r>
              <a:rPr sz="1200" dirty="0">
                <a:latin typeface="Times New Roman"/>
                <a:cs typeface="Times New Roman"/>
              </a:rPr>
              <a:t>by</a:t>
            </a:r>
            <a:r>
              <a:rPr sz="1200" spc="10" dirty="0">
                <a:latin typeface="Times New Roman"/>
                <a:cs typeface="Times New Roman"/>
              </a:rPr>
              <a:t> </a:t>
            </a:r>
            <a:r>
              <a:rPr sz="1200" spc="-25" dirty="0">
                <a:latin typeface="Times New Roman"/>
                <a:cs typeface="Times New Roman"/>
              </a:rPr>
              <a:t>the </a:t>
            </a:r>
            <a:r>
              <a:rPr sz="1200" dirty="0">
                <a:latin typeface="Times New Roman"/>
                <a:cs typeface="Times New Roman"/>
              </a:rPr>
              <a:t>customer</a:t>
            </a:r>
            <a:r>
              <a:rPr sz="1200" spc="190" dirty="0">
                <a:latin typeface="Times New Roman"/>
                <a:cs typeface="Times New Roman"/>
              </a:rPr>
              <a:t> </a:t>
            </a:r>
            <a:r>
              <a:rPr sz="1200" dirty="0">
                <a:latin typeface="Times New Roman"/>
                <a:cs typeface="Times New Roman"/>
              </a:rPr>
              <a:t>are</a:t>
            </a:r>
            <a:r>
              <a:rPr sz="1200" spc="195" dirty="0">
                <a:latin typeface="Times New Roman"/>
                <a:cs typeface="Times New Roman"/>
              </a:rPr>
              <a:t> </a:t>
            </a:r>
            <a:r>
              <a:rPr sz="1200" dirty="0">
                <a:latin typeface="Times New Roman"/>
                <a:cs typeface="Times New Roman"/>
              </a:rPr>
              <a:t>described</a:t>
            </a:r>
            <a:r>
              <a:rPr sz="1200" spc="210" dirty="0">
                <a:latin typeface="Times New Roman"/>
                <a:cs typeface="Times New Roman"/>
              </a:rPr>
              <a:t> </a:t>
            </a:r>
            <a:r>
              <a:rPr sz="1200" dirty="0">
                <a:latin typeface="Times New Roman"/>
                <a:cs typeface="Times New Roman"/>
              </a:rPr>
              <a:t>by</a:t>
            </a:r>
            <a:r>
              <a:rPr sz="1200" spc="195" dirty="0">
                <a:latin typeface="Times New Roman"/>
                <a:cs typeface="Times New Roman"/>
              </a:rPr>
              <a:t> </a:t>
            </a:r>
            <a:r>
              <a:rPr sz="1200" dirty="0">
                <a:latin typeface="Times New Roman"/>
                <a:cs typeface="Times New Roman"/>
              </a:rPr>
              <a:t>the</a:t>
            </a:r>
            <a:r>
              <a:rPr sz="1200" spc="195" dirty="0">
                <a:latin typeface="Times New Roman"/>
                <a:cs typeface="Times New Roman"/>
              </a:rPr>
              <a:t> </a:t>
            </a:r>
            <a:r>
              <a:rPr sz="1200" dirty="0">
                <a:latin typeface="Times New Roman"/>
                <a:cs typeface="Times New Roman"/>
              </a:rPr>
              <a:t>specification.</a:t>
            </a:r>
            <a:r>
              <a:rPr sz="1200" spc="160" dirty="0">
                <a:latin typeface="Times New Roman"/>
                <a:cs typeface="Times New Roman"/>
              </a:rPr>
              <a:t> </a:t>
            </a:r>
            <a:r>
              <a:rPr sz="1200" dirty="0">
                <a:latin typeface="Times New Roman"/>
                <a:cs typeface="Times New Roman"/>
              </a:rPr>
              <a:t>We</a:t>
            </a:r>
            <a:r>
              <a:rPr sz="1200" spc="204" dirty="0">
                <a:latin typeface="Times New Roman"/>
                <a:cs typeface="Times New Roman"/>
              </a:rPr>
              <a:t> </a:t>
            </a:r>
            <a:r>
              <a:rPr sz="1200" dirty="0">
                <a:latin typeface="Times New Roman"/>
                <a:cs typeface="Times New Roman"/>
              </a:rPr>
              <a:t>must</a:t>
            </a:r>
            <a:r>
              <a:rPr sz="1200" spc="195" dirty="0">
                <a:latin typeface="Times New Roman"/>
                <a:cs typeface="Times New Roman"/>
              </a:rPr>
              <a:t> </a:t>
            </a:r>
            <a:r>
              <a:rPr sz="1200" dirty="0">
                <a:latin typeface="Times New Roman"/>
                <a:cs typeface="Times New Roman"/>
              </a:rPr>
              <a:t>include</a:t>
            </a:r>
            <a:r>
              <a:rPr sz="1200" spc="190" dirty="0">
                <a:latin typeface="Times New Roman"/>
                <a:cs typeface="Times New Roman"/>
              </a:rPr>
              <a:t> </a:t>
            </a:r>
            <a:r>
              <a:rPr sz="1200" dirty="0">
                <a:latin typeface="Times New Roman"/>
                <a:cs typeface="Times New Roman"/>
              </a:rPr>
              <a:t>only</a:t>
            </a:r>
            <a:r>
              <a:rPr sz="1200" spc="200" dirty="0">
                <a:latin typeface="Times New Roman"/>
                <a:cs typeface="Times New Roman"/>
              </a:rPr>
              <a:t> </a:t>
            </a:r>
            <a:r>
              <a:rPr sz="1200" dirty="0">
                <a:latin typeface="Times New Roman"/>
                <a:cs typeface="Times New Roman"/>
              </a:rPr>
              <a:t>those</a:t>
            </a:r>
            <a:r>
              <a:rPr sz="1200" spc="195" dirty="0">
                <a:latin typeface="Times New Roman"/>
                <a:cs typeface="Times New Roman"/>
              </a:rPr>
              <a:t> </a:t>
            </a:r>
            <a:r>
              <a:rPr sz="1200" dirty="0">
                <a:latin typeface="Times New Roman"/>
                <a:cs typeface="Times New Roman"/>
              </a:rPr>
              <a:t>requirements</a:t>
            </a:r>
            <a:r>
              <a:rPr sz="1200" spc="195" dirty="0">
                <a:latin typeface="Times New Roman"/>
                <a:cs typeface="Times New Roman"/>
              </a:rPr>
              <a:t> </a:t>
            </a:r>
            <a:r>
              <a:rPr sz="1200" dirty="0">
                <a:latin typeface="Times New Roman"/>
                <a:cs typeface="Times New Roman"/>
              </a:rPr>
              <a:t>that</a:t>
            </a:r>
            <a:r>
              <a:rPr sz="1200" spc="195" dirty="0">
                <a:latin typeface="Times New Roman"/>
                <a:cs typeface="Times New Roman"/>
              </a:rPr>
              <a:t> </a:t>
            </a:r>
            <a:r>
              <a:rPr sz="1200" spc="-25" dirty="0">
                <a:latin typeface="Times New Roman"/>
                <a:cs typeface="Times New Roman"/>
              </a:rPr>
              <a:t>are </a:t>
            </a:r>
            <a:r>
              <a:rPr sz="1200" spc="-10" dirty="0">
                <a:latin typeface="Times New Roman"/>
                <a:cs typeface="Times New Roman"/>
              </a:rPr>
              <a:t>appropriate</a:t>
            </a:r>
            <a:r>
              <a:rPr sz="1200" dirty="0">
                <a:latin typeface="Times New Roman"/>
                <a:cs typeface="Times New Roman"/>
              </a:rPr>
              <a:t> for</a:t>
            </a:r>
            <a:r>
              <a:rPr sz="1200" spc="-20" dirty="0">
                <a:latin typeface="Times New Roman"/>
                <a:cs typeface="Times New Roman"/>
              </a:rPr>
              <a:t> </a:t>
            </a:r>
            <a:r>
              <a:rPr sz="1200" dirty="0">
                <a:latin typeface="Times New Roman"/>
                <a:cs typeface="Times New Roman"/>
              </a:rPr>
              <a:t>our </a:t>
            </a:r>
            <a:r>
              <a:rPr sz="1200" spc="-10" dirty="0">
                <a:latin typeface="Times New Roman"/>
                <a:cs typeface="Times New Roman"/>
              </a:rPr>
              <a:t>project.</a:t>
            </a:r>
            <a:endParaRPr sz="1200" dirty="0">
              <a:latin typeface="Times New Roman"/>
              <a:cs typeface="Times New Roman"/>
            </a:endParaRPr>
          </a:p>
          <a:p>
            <a:pPr>
              <a:lnSpc>
                <a:spcPct val="100000"/>
              </a:lnSpc>
              <a:spcBef>
                <a:spcPts val="20"/>
              </a:spcBef>
            </a:pPr>
            <a:endParaRPr sz="1200" dirty="0">
              <a:latin typeface="Times New Roman"/>
              <a:cs typeface="Times New Roman"/>
            </a:endParaRPr>
          </a:p>
          <a:p>
            <a:pPr marL="62865" algn="just">
              <a:lnSpc>
                <a:spcPct val="100000"/>
              </a:lnSpc>
            </a:pPr>
            <a:r>
              <a:rPr sz="1600" b="1" dirty="0">
                <a:latin typeface="Times New Roman"/>
                <a:cs typeface="Times New Roman"/>
              </a:rPr>
              <a:t>3.6</a:t>
            </a:r>
            <a:r>
              <a:rPr sz="1600" b="1" spc="-10" dirty="0">
                <a:latin typeface="Times New Roman"/>
                <a:cs typeface="Times New Roman"/>
              </a:rPr>
              <a:t> Preliminary</a:t>
            </a:r>
            <a:r>
              <a:rPr sz="1600" b="1" spc="-20" dirty="0">
                <a:latin typeface="Times New Roman"/>
                <a:cs typeface="Times New Roman"/>
              </a:rPr>
              <a:t> </a:t>
            </a:r>
            <a:r>
              <a:rPr sz="1600" b="1" spc="-10" dirty="0">
                <a:latin typeface="Times New Roman"/>
                <a:cs typeface="Times New Roman"/>
              </a:rPr>
              <a:t>Investigation</a:t>
            </a:r>
            <a:endParaRPr sz="1600" dirty="0">
              <a:latin typeface="Times New Roman"/>
              <a:cs typeface="Times New Roman"/>
            </a:endParaRPr>
          </a:p>
          <a:p>
            <a:pPr marL="12700" marR="5715" indent="295275" algn="just">
              <a:lnSpc>
                <a:spcPct val="143600"/>
              </a:lnSpc>
              <a:spcBef>
                <a:spcPts val="1250"/>
              </a:spcBef>
            </a:pPr>
            <a:r>
              <a:rPr sz="1200" spc="105" dirty="0">
                <a:latin typeface="Times New Roman"/>
                <a:cs typeface="Times New Roman"/>
              </a:rPr>
              <a:t> </a:t>
            </a:r>
            <a:r>
              <a:rPr lang="en-US" sz="1200" dirty="0">
                <a:latin typeface="Times New Roman"/>
                <a:cs typeface="Times New Roman"/>
              </a:rPr>
              <a:t>Preliminary</a:t>
            </a:r>
            <a:r>
              <a:rPr lang="en-US" sz="1200" spc="380" dirty="0">
                <a:latin typeface="Times New Roman"/>
                <a:cs typeface="Times New Roman"/>
              </a:rPr>
              <a:t> </a:t>
            </a:r>
            <a:r>
              <a:rPr lang="en-US" sz="1200" dirty="0">
                <a:latin typeface="Times New Roman"/>
                <a:cs typeface="Times New Roman"/>
              </a:rPr>
              <a:t>Investigation</a:t>
            </a:r>
            <a:r>
              <a:rPr lang="en-US" sz="1200" spc="390" dirty="0">
                <a:latin typeface="Times New Roman"/>
                <a:cs typeface="Times New Roman"/>
              </a:rPr>
              <a:t> </a:t>
            </a:r>
            <a:r>
              <a:rPr lang="en-US" sz="1200" dirty="0">
                <a:latin typeface="Times New Roman"/>
                <a:cs typeface="Times New Roman"/>
              </a:rPr>
              <a:t>is</a:t>
            </a:r>
            <a:r>
              <a:rPr lang="en-US" sz="1200" spc="385" dirty="0">
                <a:latin typeface="Times New Roman"/>
                <a:cs typeface="Times New Roman"/>
              </a:rPr>
              <a:t> </a:t>
            </a:r>
            <a:r>
              <a:rPr lang="en-US" sz="1200" dirty="0">
                <a:latin typeface="Times New Roman"/>
                <a:cs typeface="Times New Roman"/>
              </a:rPr>
              <a:t>an</a:t>
            </a:r>
            <a:r>
              <a:rPr lang="en-US" sz="1200" spc="380" dirty="0">
                <a:latin typeface="Times New Roman"/>
                <a:cs typeface="Times New Roman"/>
              </a:rPr>
              <a:t> </a:t>
            </a:r>
            <a:r>
              <a:rPr lang="en-US" sz="1200" dirty="0">
                <a:latin typeface="Times New Roman"/>
                <a:cs typeface="Times New Roman"/>
              </a:rPr>
              <a:t>initial</a:t>
            </a:r>
            <a:r>
              <a:rPr lang="en-US" sz="1200" spc="380" dirty="0">
                <a:latin typeface="Times New Roman"/>
                <a:cs typeface="Times New Roman"/>
              </a:rPr>
              <a:t> </a:t>
            </a:r>
            <a:r>
              <a:rPr lang="en-US" sz="1200" dirty="0">
                <a:latin typeface="Times New Roman"/>
                <a:cs typeface="Times New Roman"/>
              </a:rPr>
              <a:t>study</a:t>
            </a:r>
            <a:r>
              <a:rPr lang="en-US" sz="1200" spc="370" dirty="0">
                <a:latin typeface="Times New Roman"/>
                <a:cs typeface="Times New Roman"/>
              </a:rPr>
              <a:t> </a:t>
            </a:r>
            <a:r>
              <a:rPr lang="en-US" sz="1200" dirty="0">
                <a:latin typeface="Times New Roman"/>
                <a:cs typeface="Times New Roman"/>
              </a:rPr>
              <a:t>carried</a:t>
            </a:r>
            <a:r>
              <a:rPr lang="en-US" sz="1200" spc="380" dirty="0">
                <a:latin typeface="Times New Roman"/>
                <a:cs typeface="Times New Roman"/>
              </a:rPr>
              <a:t> </a:t>
            </a:r>
            <a:r>
              <a:rPr lang="en-US" sz="1200" dirty="0">
                <a:latin typeface="Times New Roman"/>
                <a:cs typeface="Times New Roman"/>
              </a:rPr>
              <a:t>out</a:t>
            </a:r>
            <a:r>
              <a:rPr lang="en-US" sz="1200" spc="385" dirty="0">
                <a:latin typeface="Times New Roman"/>
                <a:cs typeface="Times New Roman"/>
              </a:rPr>
              <a:t> </a:t>
            </a:r>
            <a:r>
              <a:rPr lang="en-US" sz="1200" dirty="0">
                <a:latin typeface="Times New Roman"/>
                <a:cs typeface="Times New Roman"/>
              </a:rPr>
              <a:t>to</a:t>
            </a:r>
            <a:r>
              <a:rPr lang="en-US" sz="1200" spc="380" dirty="0">
                <a:latin typeface="Times New Roman"/>
                <a:cs typeface="Times New Roman"/>
              </a:rPr>
              <a:t> </a:t>
            </a:r>
            <a:r>
              <a:rPr lang="en-US" sz="1200" dirty="0">
                <a:latin typeface="Times New Roman"/>
                <a:cs typeface="Times New Roman"/>
              </a:rPr>
              <a:t>understand</a:t>
            </a:r>
            <a:r>
              <a:rPr lang="en-US" sz="1200" spc="380" dirty="0">
                <a:latin typeface="Times New Roman"/>
                <a:cs typeface="Times New Roman"/>
              </a:rPr>
              <a:t> </a:t>
            </a:r>
            <a:r>
              <a:rPr lang="en-US" sz="1200" dirty="0">
                <a:latin typeface="Times New Roman"/>
                <a:cs typeface="Times New Roman"/>
              </a:rPr>
              <a:t>the</a:t>
            </a:r>
            <a:r>
              <a:rPr lang="en-US" sz="1200" spc="390" dirty="0">
                <a:latin typeface="Times New Roman"/>
                <a:cs typeface="Times New Roman"/>
              </a:rPr>
              <a:t> </a:t>
            </a:r>
            <a:r>
              <a:rPr lang="en-US" sz="1200" dirty="0">
                <a:latin typeface="Times New Roman"/>
                <a:cs typeface="Times New Roman"/>
              </a:rPr>
              <a:t>feasibility</a:t>
            </a:r>
            <a:r>
              <a:rPr lang="en-US" sz="1200" spc="370" dirty="0">
                <a:latin typeface="Times New Roman"/>
                <a:cs typeface="Times New Roman"/>
              </a:rPr>
              <a:t> </a:t>
            </a:r>
            <a:r>
              <a:rPr lang="en-US" sz="1200" spc="-25" dirty="0">
                <a:latin typeface="Times New Roman"/>
                <a:cs typeface="Times New Roman"/>
              </a:rPr>
              <a:t>and </a:t>
            </a:r>
            <a:r>
              <a:rPr lang="en-US" sz="1200" dirty="0">
                <a:latin typeface="Times New Roman"/>
                <a:cs typeface="Times New Roman"/>
              </a:rPr>
              <a:t>requirements</a:t>
            </a:r>
            <a:r>
              <a:rPr lang="en-US" sz="1200" spc="455" dirty="0">
                <a:latin typeface="Times New Roman"/>
                <a:cs typeface="Times New Roman"/>
              </a:rPr>
              <a:t> </a:t>
            </a:r>
            <a:r>
              <a:rPr lang="en-US" sz="1200" dirty="0">
                <a:latin typeface="Times New Roman"/>
                <a:cs typeface="Times New Roman"/>
              </a:rPr>
              <a:t>of</a:t>
            </a:r>
            <a:r>
              <a:rPr lang="en-US" sz="1200" spc="450" dirty="0">
                <a:latin typeface="Times New Roman"/>
                <a:cs typeface="Times New Roman"/>
              </a:rPr>
              <a:t> </a:t>
            </a:r>
            <a:r>
              <a:rPr lang="en-US" sz="1200" dirty="0">
                <a:latin typeface="Times New Roman"/>
                <a:cs typeface="Times New Roman"/>
              </a:rPr>
              <a:t>a</a:t>
            </a:r>
            <a:r>
              <a:rPr lang="en-US" sz="1200" spc="465" dirty="0">
                <a:latin typeface="Times New Roman"/>
                <a:cs typeface="Times New Roman"/>
              </a:rPr>
              <a:t> </a:t>
            </a:r>
            <a:r>
              <a:rPr lang="en-US" sz="1200" dirty="0">
                <a:latin typeface="Times New Roman"/>
                <a:cs typeface="Times New Roman"/>
              </a:rPr>
              <a:t>project.</a:t>
            </a:r>
            <a:r>
              <a:rPr lang="en-US" sz="1200" spc="455" dirty="0">
                <a:latin typeface="Times New Roman"/>
                <a:cs typeface="Times New Roman"/>
              </a:rPr>
              <a:t> </a:t>
            </a:r>
            <a:r>
              <a:rPr lang="en-US" sz="1200" dirty="0">
                <a:latin typeface="Times New Roman"/>
                <a:cs typeface="Times New Roman"/>
              </a:rPr>
              <a:t>This</a:t>
            </a:r>
            <a:r>
              <a:rPr lang="en-US" sz="1200" spc="445" dirty="0">
                <a:latin typeface="Times New Roman"/>
                <a:cs typeface="Times New Roman"/>
              </a:rPr>
              <a:t> </a:t>
            </a:r>
            <a:r>
              <a:rPr lang="en-US" sz="1200" dirty="0">
                <a:latin typeface="Times New Roman"/>
                <a:cs typeface="Times New Roman"/>
              </a:rPr>
              <a:t>project</a:t>
            </a:r>
            <a:r>
              <a:rPr lang="en-US" sz="1200" spc="450" dirty="0">
                <a:latin typeface="Times New Roman"/>
                <a:cs typeface="Times New Roman"/>
              </a:rPr>
              <a:t> </a:t>
            </a:r>
            <a:r>
              <a:rPr lang="en-US" sz="1200" dirty="0">
                <a:latin typeface="Times New Roman"/>
                <a:cs typeface="Times New Roman"/>
              </a:rPr>
              <a:t>aims</a:t>
            </a:r>
            <a:r>
              <a:rPr lang="en-US" sz="1200" spc="455" dirty="0">
                <a:latin typeface="Times New Roman"/>
                <a:cs typeface="Times New Roman"/>
              </a:rPr>
              <a:t> </a:t>
            </a:r>
            <a:r>
              <a:rPr lang="en-US" sz="1200" dirty="0">
                <a:latin typeface="Times New Roman"/>
                <a:cs typeface="Times New Roman"/>
              </a:rPr>
              <a:t>to</a:t>
            </a:r>
            <a:r>
              <a:rPr lang="en-US" sz="1200" spc="459" dirty="0">
                <a:latin typeface="Times New Roman"/>
                <a:cs typeface="Times New Roman"/>
              </a:rPr>
              <a:t> </a:t>
            </a:r>
            <a:r>
              <a:rPr lang="en-US" sz="1200" dirty="0">
                <a:latin typeface="Times New Roman"/>
                <a:cs typeface="Times New Roman"/>
              </a:rPr>
              <a:t>develop</a:t>
            </a:r>
            <a:r>
              <a:rPr lang="en-US" sz="1200" spc="440" dirty="0">
                <a:latin typeface="Times New Roman"/>
                <a:cs typeface="Times New Roman"/>
              </a:rPr>
              <a:t> </a:t>
            </a:r>
            <a:r>
              <a:rPr lang="en-US" sz="1200" dirty="0">
                <a:latin typeface="Times New Roman"/>
                <a:cs typeface="Times New Roman"/>
              </a:rPr>
              <a:t>a</a:t>
            </a:r>
            <a:r>
              <a:rPr lang="en-US" sz="1200" spc="450" dirty="0">
                <a:latin typeface="Times New Roman"/>
                <a:cs typeface="Times New Roman"/>
              </a:rPr>
              <a:t> </a:t>
            </a:r>
            <a:r>
              <a:rPr lang="en-US" sz="1200" dirty="0">
                <a:latin typeface="Times New Roman"/>
                <a:cs typeface="Times New Roman"/>
              </a:rPr>
              <a:t>gesture-controlled</a:t>
            </a:r>
            <a:r>
              <a:rPr lang="en-US" sz="1200" spc="455" dirty="0">
                <a:latin typeface="Times New Roman"/>
                <a:cs typeface="Times New Roman"/>
              </a:rPr>
              <a:t> </a:t>
            </a:r>
            <a:r>
              <a:rPr lang="en-US" sz="1200" dirty="0">
                <a:latin typeface="Times New Roman"/>
                <a:cs typeface="Times New Roman"/>
              </a:rPr>
              <a:t>virtual</a:t>
            </a:r>
            <a:r>
              <a:rPr lang="en-US" sz="1200" spc="450" dirty="0">
                <a:latin typeface="Times New Roman"/>
                <a:cs typeface="Times New Roman"/>
              </a:rPr>
              <a:t> </a:t>
            </a:r>
            <a:r>
              <a:rPr lang="en-US" sz="1200" spc="-10" dirty="0">
                <a:latin typeface="Times New Roman"/>
                <a:cs typeface="Times New Roman"/>
              </a:rPr>
              <a:t>mouse, </a:t>
            </a:r>
            <a:r>
              <a:rPr lang="en-US" sz="1200" dirty="0">
                <a:latin typeface="Times New Roman"/>
                <a:cs typeface="Times New Roman"/>
              </a:rPr>
              <a:t>replacing</a:t>
            </a:r>
            <a:r>
              <a:rPr lang="en-US" sz="1200" spc="114" dirty="0">
                <a:latin typeface="Times New Roman"/>
                <a:cs typeface="Times New Roman"/>
              </a:rPr>
              <a:t> </a:t>
            </a:r>
            <a:r>
              <a:rPr lang="en-US" sz="1200" dirty="0">
                <a:latin typeface="Times New Roman"/>
                <a:cs typeface="Times New Roman"/>
              </a:rPr>
              <a:t>traditional</a:t>
            </a:r>
            <a:r>
              <a:rPr lang="en-US" sz="1200" spc="135" dirty="0">
                <a:latin typeface="Times New Roman"/>
                <a:cs typeface="Times New Roman"/>
              </a:rPr>
              <a:t> </a:t>
            </a:r>
            <a:r>
              <a:rPr lang="en-US" sz="1200" dirty="0">
                <a:latin typeface="Times New Roman"/>
                <a:cs typeface="Times New Roman"/>
              </a:rPr>
              <a:t>input</a:t>
            </a:r>
            <a:r>
              <a:rPr lang="en-US" sz="1200" spc="150" dirty="0">
                <a:latin typeface="Times New Roman"/>
                <a:cs typeface="Times New Roman"/>
              </a:rPr>
              <a:t> </a:t>
            </a:r>
            <a:r>
              <a:rPr lang="en-US" sz="1200" dirty="0">
                <a:latin typeface="Times New Roman"/>
                <a:cs typeface="Times New Roman"/>
              </a:rPr>
              <a:t>devices</a:t>
            </a:r>
            <a:r>
              <a:rPr lang="en-US" sz="1200" spc="130" dirty="0">
                <a:latin typeface="Times New Roman"/>
                <a:cs typeface="Times New Roman"/>
              </a:rPr>
              <a:t> </a:t>
            </a:r>
            <a:r>
              <a:rPr lang="en-US" sz="1200" dirty="0">
                <a:latin typeface="Times New Roman"/>
                <a:cs typeface="Times New Roman"/>
              </a:rPr>
              <a:t>like</a:t>
            </a:r>
            <a:r>
              <a:rPr lang="en-US" sz="1200" spc="145" dirty="0">
                <a:latin typeface="Times New Roman"/>
                <a:cs typeface="Times New Roman"/>
              </a:rPr>
              <a:t> </a:t>
            </a:r>
            <a:r>
              <a:rPr lang="en-US" sz="1200" dirty="0">
                <a:latin typeface="Times New Roman"/>
                <a:cs typeface="Times New Roman"/>
              </a:rPr>
              <a:t>a</a:t>
            </a:r>
            <a:r>
              <a:rPr lang="en-US" sz="1200" spc="125" dirty="0">
                <a:latin typeface="Times New Roman"/>
                <a:cs typeface="Times New Roman"/>
              </a:rPr>
              <a:t> </a:t>
            </a:r>
            <a:r>
              <a:rPr lang="en-US" sz="1200" dirty="0">
                <a:latin typeface="Times New Roman"/>
                <a:cs typeface="Times New Roman"/>
              </a:rPr>
              <a:t>physical</a:t>
            </a:r>
            <a:r>
              <a:rPr lang="en-US" sz="1200" spc="135" dirty="0">
                <a:latin typeface="Times New Roman"/>
                <a:cs typeface="Times New Roman"/>
              </a:rPr>
              <a:t> </a:t>
            </a:r>
            <a:r>
              <a:rPr lang="en-US" sz="1200" dirty="0">
                <a:latin typeface="Times New Roman"/>
                <a:cs typeface="Times New Roman"/>
              </a:rPr>
              <a:t>mouse</a:t>
            </a:r>
            <a:r>
              <a:rPr lang="en-US" sz="1200" spc="125" dirty="0">
                <a:latin typeface="Times New Roman"/>
                <a:cs typeface="Times New Roman"/>
              </a:rPr>
              <a:t> </a:t>
            </a:r>
            <a:r>
              <a:rPr lang="en-US" sz="1200" dirty="0">
                <a:latin typeface="Times New Roman"/>
                <a:cs typeface="Times New Roman"/>
              </a:rPr>
              <a:t>or</a:t>
            </a:r>
            <a:r>
              <a:rPr lang="en-US" sz="1200" spc="130" dirty="0">
                <a:latin typeface="Times New Roman"/>
                <a:cs typeface="Times New Roman"/>
              </a:rPr>
              <a:t> </a:t>
            </a:r>
            <a:r>
              <a:rPr lang="en-US" sz="1200" dirty="0">
                <a:latin typeface="Times New Roman"/>
                <a:cs typeface="Times New Roman"/>
              </a:rPr>
              <a:t>touchpad.</a:t>
            </a:r>
            <a:r>
              <a:rPr lang="en-US" sz="1200" spc="130" dirty="0">
                <a:latin typeface="Times New Roman"/>
                <a:cs typeface="Times New Roman"/>
              </a:rPr>
              <a:t> </a:t>
            </a:r>
            <a:r>
              <a:rPr lang="en-US" sz="1200" dirty="0">
                <a:latin typeface="Times New Roman"/>
                <a:cs typeface="Times New Roman"/>
              </a:rPr>
              <a:t>Conventional</a:t>
            </a:r>
            <a:r>
              <a:rPr lang="en-US" sz="1200" spc="135" dirty="0">
                <a:latin typeface="Times New Roman"/>
                <a:cs typeface="Times New Roman"/>
              </a:rPr>
              <a:t> </a:t>
            </a:r>
            <a:r>
              <a:rPr lang="en-US" sz="1200" dirty="0">
                <a:latin typeface="Times New Roman"/>
                <a:cs typeface="Times New Roman"/>
              </a:rPr>
              <a:t>devices</a:t>
            </a:r>
            <a:r>
              <a:rPr lang="en-US" sz="1200" spc="130" dirty="0">
                <a:latin typeface="Times New Roman"/>
                <a:cs typeface="Times New Roman"/>
              </a:rPr>
              <a:t> </a:t>
            </a:r>
            <a:r>
              <a:rPr lang="en-US" sz="1200" dirty="0">
                <a:latin typeface="Times New Roman"/>
                <a:cs typeface="Times New Roman"/>
              </a:rPr>
              <a:t>can</a:t>
            </a:r>
            <a:r>
              <a:rPr lang="en-US" sz="1200" spc="130" dirty="0">
                <a:latin typeface="Times New Roman"/>
                <a:cs typeface="Times New Roman"/>
              </a:rPr>
              <a:t> </a:t>
            </a:r>
            <a:r>
              <a:rPr lang="en-US" sz="1200" spc="-25" dirty="0">
                <a:latin typeface="Times New Roman"/>
                <a:cs typeface="Times New Roman"/>
              </a:rPr>
              <a:t>be </a:t>
            </a:r>
            <a:r>
              <a:rPr lang="en-US" sz="1200" dirty="0">
                <a:latin typeface="Times New Roman"/>
                <a:cs typeface="Times New Roman"/>
              </a:rPr>
              <a:t>limiting,</a:t>
            </a:r>
            <a:r>
              <a:rPr lang="en-US" sz="1200" spc="215" dirty="0">
                <a:latin typeface="Times New Roman"/>
                <a:cs typeface="Times New Roman"/>
              </a:rPr>
              <a:t> </a:t>
            </a:r>
            <a:r>
              <a:rPr lang="en-US" sz="1200" dirty="0">
                <a:latin typeface="Times New Roman"/>
                <a:cs typeface="Times New Roman"/>
              </a:rPr>
              <a:t>especially</a:t>
            </a:r>
            <a:r>
              <a:rPr lang="en-US" sz="1200" spc="190" dirty="0">
                <a:latin typeface="Times New Roman"/>
                <a:cs typeface="Times New Roman"/>
              </a:rPr>
              <a:t> </a:t>
            </a:r>
            <a:r>
              <a:rPr lang="en-US" sz="1200" dirty="0">
                <a:latin typeface="Times New Roman"/>
                <a:cs typeface="Times New Roman"/>
              </a:rPr>
              <a:t>in</a:t>
            </a:r>
            <a:r>
              <a:rPr lang="en-US" sz="1200" spc="210" dirty="0">
                <a:latin typeface="Times New Roman"/>
                <a:cs typeface="Times New Roman"/>
              </a:rPr>
              <a:t> </a:t>
            </a:r>
            <a:r>
              <a:rPr lang="en-US" sz="1200" dirty="0">
                <a:latin typeface="Times New Roman"/>
                <a:cs typeface="Times New Roman"/>
              </a:rPr>
              <a:t>scenarios</a:t>
            </a:r>
            <a:r>
              <a:rPr lang="en-US" sz="1200" spc="204" dirty="0">
                <a:latin typeface="Times New Roman"/>
                <a:cs typeface="Times New Roman"/>
              </a:rPr>
              <a:t> </a:t>
            </a:r>
            <a:r>
              <a:rPr lang="en-US" sz="1200" dirty="0">
                <a:latin typeface="Times New Roman"/>
                <a:cs typeface="Times New Roman"/>
              </a:rPr>
              <a:t>requiring</a:t>
            </a:r>
            <a:r>
              <a:rPr lang="en-US" sz="1200" spc="190" dirty="0">
                <a:latin typeface="Times New Roman"/>
                <a:cs typeface="Times New Roman"/>
              </a:rPr>
              <a:t> </a:t>
            </a:r>
            <a:r>
              <a:rPr lang="en-US" sz="1200" dirty="0">
                <a:latin typeface="Times New Roman"/>
                <a:cs typeface="Times New Roman"/>
              </a:rPr>
              <a:t>hands-free</a:t>
            </a:r>
            <a:r>
              <a:rPr lang="en-US" sz="1200" spc="215" dirty="0">
                <a:latin typeface="Times New Roman"/>
                <a:cs typeface="Times New Roman"/>
              </a:rPr>
              <a:t> </a:t>
            </a:r>
            <a:r>
              <a:rPr lang="en-US" sz="1200" dirty="0">
                <a:latin typeface="Times New Roman"/>
                <a:cs typeface="Times New Roman"/>
              </a:rPr>
              <a:t>or</a:t>
            </a:r>
            <a:r>
              <a:rPr lang="en-US" sz="1200" spc="200" dirty="0">
                <a:latin typeface="Times New Roman"/>
                <a:cs typeface="Times New Roman"/>
              </a:rPr>
              <a:t> </a:t>
            </a:r>
            <a:r>
              <a:rPr lang="en-US" sz="1200" dirty="0">
                <a:latin typeface="Times New Roman"/>
                <a:cs typeface="Times New Roman"/>
              </a:rPr>
              <a:t>more</a:t>
            </a:r>
            <a:r>
              <a:rPr lang="en-US" sz="1200" spc="215" dirty="0">
                <a:latin typeface="Times New Roman"/>
                <a:cs typeface="Times New Roman"/>
              </a:rPr>
              <a:t> </a:t>
            </a:r>
            <a:r>
              <a:rPr lang="en-US" sz="1200" dirty="0">
                <a:latin typeface="Times New Roman"/>
                <a:cs typeface="Times New Roman"/>
              </a:rPr>
              <a:t>intuitive</a:t>
            </a:r>
            <a:r>
              <a:rPr lang="en-US" sz="1200" spc="215" dirty="0">
                <a:latin typeface="Times New Roman"/>
                <a:cs typeface="Times New Roman"/>
              </a:rPr>
              <a:t> </a:t>
            </a:r>
            <a:r>
              <a:rPr lang="en-US" sz="1200" dirty="0">
                <a:latin typeface="Times New Roman"/>
                <a:cs typeface="Times New Roman"/>
              </a:rPr>
              <a:t>interaction.</a:t>
            </a:r>
            <a:r>
              <a:rPr lang="en-US" sz="1200" spc="204" dirty="0">
                <a:latin typeface="Times New Roman"/>
                <a:cs typeface="Times New Roman"/>
              </a:rPr>
              <a:t> </a:t>
            </a:r>
            <a:r>
              <a:rPr lang="en-US" sz="1200" dirty="0">
                <a:latin typeface="Times New Roman"/>
                <a:cs typeface="Times New Roman"/>
              </a:rPr>
              <a:t>By</a:t>
            </a:r>
            <a:r>
              <a:rPr lang="en-US" sz="1200" spc="190" dirty="0">
                <a:latin typeface="Times New Roman"/>
                <a:cs typeface="Times New Roman"/>
              </a:rPr>
              <a:t> </a:t>
            </a:r>
            <a:r>
              <a:rPr lang="en-US" sz="1200" dirty="0">
                <a:latin typeface="Times New Roman"/>
                <a:cs typeface="Times New Roman"/>
              </a:rPr>
              <a:t>using</a:t>
            </a:r>
            <a:r>
              <a:rPr lang="en-US" sz="1200" spc="204" dirty="0">
                <a:latin typeface="Times New Roman"/>
                <a:cs typeface="Times New Roman"/>
              </a:rPr>
              <a:t> </a:t>
            </a:r>
            <a:r>
              <a:rPr lang="en-US" sz="1200" spc="-20" dirty="0">
                <a:latin typeface="Times New Roman"/>
                <a:cs typeface="Times New Roman"/>
              </a:rPr>
              <a:t>hand </a:t>
            </a:r>
            <a:r>
              <a:rPr lang="en-US" sz="1200" dirty="0">
                <a:latin typeface="Times New Roman"/>
                <a:cs typeface="Times New Roman"/>
              </a:rPr>
              <a:t>gestures,</a:t>
            </a:r>
            <a:r>
              <a:rPr lang="en-US" sz="1200" spc="125" dirty="0">
                <a:latin typeface="Times New Roman"/>
                <a:cs typeface="Times New Roman"/>
              </a:rPr>
              <a:t> </a:t>
            </a:r>
            <a:r>
              <a:rPr lang="en-US" sz="1200" dirty="0">
                <a:latin typeface="Times New Roman"/>
                <a:cs typeface="Times New Roman"/>
              </a:rPr>
              <a:t>users</a:t>
            </a:r>
            <a:r>
              <a:rPr lang="en-US" sz="1200" spc="125" dirty="0">
                <a:latin typeface="Times New Roman"/>
                <a:cs typeface="Times New Roman"/>
              </a:rPr>
              <a:t> </a:t>
            </a:r>
            <a:r>
              <a:rPr lang="en-US" sz="1200" dirty="0">
                <a:latin typeface="Times New Roman"/>
                <a:cs typeface="Times New Roman"/>
              </a:rPr>
              <a:t>can</a:t>
            </a:r>
            <a:r>
              <a:rPr lang="en-US" sz="1200" spc="125" dirty="0">
                <a:latin typeface="Times New Roman"/>
                <a:cs typeface="Times New Roman"/>
              </a:rPr>
              <a:t> </a:t>
            </a:r>
            <a:r>
              <a:rPr lang="en-US" sz="1200" dirty="0">
                <a:latin typeface="Times New Roman"/>
                <a:cs typeface="Times New Roman"/>
              </a:rPr>
              <a:t>control</a:t>
            </a:r>
            <a:r>
              <a:rPr lang="en-US" sz="1200" spc="114" dirty="0">
                <a:latin typeface="Times New Roman"/>
                <a:cs typeface="Times New Roman"/>
              </a:rPr>
              <a:t> </a:t>
            </a:r>
            <a:r>
              <a:rPr lang="en-US" sz="1200" dirty="0">
                <a:latin typeface="Times New Roman"/>
                <a:cs typeface="Times New Roman"/>
              </a:rPr>
              <a:t>cursor</a:t>
            </a:r>
            <a:r>
              <a:rPr lang="en-US" sz="1200" spc="125" dirty="0">
                <a:latin typeface="Times New Roman"/>
                <a:cs typeface="Times New Roman"/>
              </a:rPr>
              <a:t> </a:t>
            </a:r>
            <a:r>
              <a:rPr lang="en-US" sz="1200" dirty="0">
                <a:latin typeface="Times New Roman"/>
                <a:cs typeface="Times New Roman"/>
              </a:rPr>
              <a:t>movement,</a:t>
            </a:r>
            <a:r>
              <a:rPr lang="en-US" sz="1200" spc="125" dirty="0">
                <a:latin typeface="Times New Roman"/>
                <a:cs typeface="Times New Roman"/>
              </a:rPr>
              <a:t> </a:t>
            </a:r>
            <a:r>
              <a:rPr lang="en-US" sz="1200" dirty="0">
                <a:latin typeface="Times New Roman"/>
                <a:cs typeface="Times New Roman"/>
              </a:rPr>
              <a:t>perform</a:t>
            </a:r>
            <a:r>
              <a:rPr lang="en-US" sz="1200" spc="130" dirty="0">
                <a:latin typeface="Times New Roman"/>
                <a:cs typeface="Times New Roman"/>
              </a:rPr>
              <a:t> </a:t>
            </a:r>
            <a:r>
              <a:rPr lang="en-US" sz="1200" dirty="0">
                <a:latin typeface="Times New Roman"/>
                <a:cs typeface="Times New Roman"/>
              </a:rPr>
              <a:t>left</a:t>
            </a:r>
            <a:r>
              <a:rPr lang="en-US" sz="1200" spc="114" dirty="0">
                <a:latin typeface="Times New Roman"/>
                <a:cs typeface="Times New Roman"/>
              </a:rPr>
              <a:t> </a:t>
            </a:r>
            <a:r>
              <a:rPr lang="en-US" sz="1200" dirty="0">
                <a:latin typeface="Times New Roman"/>
                <a:cs typeface="Times New Roman"/>
              </a:rPr>
              <a:t>and</a:t>
            </a:r>
            <a:r>
              <a:rPr lang="en-US" sz="1200" spc="125" dirty="0">
                <a:latin typeface="Times New Roman"/>
                <a:cs typeface="Times New Roman"/>
              </a:rPr>
              <a:t> </a:t>
            </a:r>
            <a:r>
              <a:rPr lang="en-US" sz="1200" dirty="0">
                <a:latin typeface="Times New Roman"/>
                <a:cs typeface="Times New Roman"/>
              </a:rPr>
              <a:t>right</a:t>
            </a:r>
            <a:r>
              <a:rPr lang="en-US" sz="1200" spc="114" dirty="0">
                <a:latin typeface="Times New Roman"/>
                <a:cs typeface="Times New Roman"/>
              </a:rPr>
              <a:t> </a:t>
            </a:r>
            <a:r>
              <a:rPr lang="en-US" sz="1200" dirty="0">
                <a:latin typeface="Times New Roman"/>
                <a:cs typeface="Times New Roman"/>
              </a:rPr>
              <a:t>clicks,</a:t>
            </a:r>
            <a:r>
              <a:rPr lang="en-US" sz="1200" spc="140" dirty="0">
                <a:latin typeface="Times New Roman"/>
                <a:cs typeface="Times New Roman"/>
              </a:rPr>
              <a:t> </a:t>
            </a:r>
            <a:r>
              <a:rPr lang="en-US" sz="1200" dirty="0">
                <a:latin typeface="Times New Roman"/>
                <a:cs typeface="Times New Roman"/>
              </a:rPr>
              <a:t>scroll,</a:t>
            </a:r>
            <a:r>
              <a:rPr lang="en-US" sz="1200" spc="125" dirty="0">
                <a:latin typeface="Times New Roman"/>
                <a:cs typeface="Times New Roman"/>
              </a:rPr>
              <a:t> </a:t>
            </a:r>
            <a:r>
              <a:rPr lang="en-US" sz="1200" dirty="0">
                <a:latin typeface="Times New Roman"/>
                <a:cs typeface="Times New Roman"/>
              </a:rPr>
              <a:t>and</a:t>
            </a:r>
            <a:r>
              <a:rPr lang="en-US" sz="1200" spc="125" dirty="0">
                <a:latin typeface="Times New Roman"/>
                <a:cs typeface="Times New Roman"/>
              </a:rPr>
              <a:t> </a:t>
            </a:r>
            <a:r>
              <a:rPr lang="en-US" sz="1200" dirty="0">
                <a:latin typeface="Times New Roman"/>
                <a:cs typeface="Times New Roman"/>
              </a:rPr>
              <a:t>interact</a:t>
            </a:r>
            <a:r>
              <a:rPr lang="en-US" sz="1200" spc="114" dirty="0">
                <a:latin typeface="Times New Roman"/>
                <a:cs typeface="Times New Roman"/>
              </a:rPr>
              <a:t> </a:t>
            </a:r>
            <a:r>
              <a:rPr lang="en-US" sz="1200" spc="-20" dirty="0">
                <a:latin typeface="Times New Roman"/>
                <a:cs typeface="Times New Roman"/>
              </a:rPr>
              <a:t>with </a:t>
            </a:r>
            <a:r>
              <a:rPr lang="en-US" sz="1200" dirty="0">
                <a:latin typeface="Times New Roman"/>
                <a:cs typeface="Times New Roman"/>
              </a:rPr>
              <a:t>applications</a:t>
            </a:r>
            <a:r>
              <a:rPr lang="en-US" sz="1200" spc="380" dirty="0">
                <a:latin typeface="Times New Roman"/>
                <a:cs typeface="Times New Roman"/>
              </a:rPr>
              <a:t> </a:t>
            </a:r>
            <a:r>
              <a:rPr lang="en-US" sz="1200" dirty="0">
                <a:latin typeface="Times New Roman"/>
                <a:cs typeface="Times New Roman"/>
              </a:rPr>
              <a:t>naturally.</a:t>
            </a:r>
            <a:r>
              <a:rPr lang="en-US" sz="1200" spc="395" dirty="0">
                <a:latin typeface="Times New Roman"/>
                <a:cs typeface="Times New Roman"/>
              </a:rPr>
              <a:t> </a:t>
            </a:r>
            <a:r>
              <a:rPr lang="en-US" sz="1200" dirty="0">
                <a:latin typeface="Times New Roman"/>
                <a:cs typeface="Times New Roman"/>
              </a:rPr>
              <a:t>This</a:t>
            </a:r>
            <a:r>
              <a:rPr lang="en-US" sz="1200" spc="395" dirty="0">
                <a:latin typeface="Times New Roman"/>
                <a:cs typeface="Times New Roman"/>
              </a:rPr>
              <a:t> </a:t>
            </a:r>
            <a:r>
              <a:rPr lang="en-US" sz="1200" dirty="0">
                <a:latin typeface="Times New Roman"/>
                <a:cs typeface="Times New Roman"/>
              </a:rPr>
              <a:t>approach</a:t>
            </a:r>
            <a:r>
              <a:rPr lang="en-US" sz="1200" spc="380" dirty="0">
                <a:latin typeface="Times New Roman"/>
                <a:cs typeface="Times New Roman"/>
              </a:rPr>
              <a:t> </a:t>
            </a:r>
            <a:r>
              <a:rPr lang="en-US" sz="1200" dirty="0">
                <a:latin typeface="Times New Roman"/>
                <a:cs typeface="Times New Roman"/>
              </a:rPr>
              <a:t>enhances</a:t>
            </a:r>
            <a:r>
              <a:rPr lang="en-US" sz="1200" spc="400" dirty="0">
                <a:latin typeface="Times New Roman"/>
                <a:cs typeface="Times New Roman"/>
              </a:rPr>
              <a:t> </a:t>
            </a:r>
            <a:r>
              <a:rPr lang="en-US" sz="1200" dirty="0">
                <a:latin typeface="Times New Roman"/>
                <a:cs typeface="Times New Roman"/>
              </a:rPr>
              <a:t>accessibility,</a:t>
            </a:r>
            <a:r>
              <a:rPr lang="en-US" sz="1200" spc="395" dirty="0">
                <a:latin typeface="Times New Roman"/>
                <a:cs typeface="Times New Roman"/>
              </a:rPr>
              <a:t> </a:t>
            </a:r>
            <a:r>
              <a:rPr lang="en-US" sz="1200" dirty="0">
                <a:latin typeface="Times New Roman"/>
                <a:cs typeface="Times New Roman"/>
              </a:rPr>
              <a:t>makes</a:t>
            </a:r>
            <a:r>
              <a:rPr lang="en-US" sz="1200" spc="380" dirty="0">
                <a:latin typeface="Times New Roman"/>
                <a:cs typeface="Times New Roman"/>
              </a:rPr>
              <a:t> </a:t>
            </a:r>
            <a:r>
              <a:rPr lang="en-US" sz="1200" dirty="0">
                <a:latin typeface="Times New Roman"/>
                <a:cs typeface="Times New Roman"/>
              </a:rPr>
              <a:t>computer</a:t>
            </a:r>
            <a:r>
              <a:rPr lang="en-US" sz="1200" spc="380" dirty="0">
                <a:latin typeface="Times New Roman"/>
                <a:cs typeface="Times New Roman"/>
              </a:rPr>
              <a:t> </a:t>
            </a:r>
            <a:r>
              <a:rPr lang="en-US" sz="1200" dirty="0">
                <a:latin typeface="Times New Roman"/>
                <a:cs typeface="Times New Roman"/>
              </a:rPr>
              <a:t>interaction</a:t>
            </a:r>
            <a:r>
              <a:rPr lang="en-US" sz="1200" spc="380" dirty="0">
                <a:latin typeface="Times New Roman"/>
                <a:cs typeface="Times New Roman"/>
              </a:rPr>
              <a:t> </a:t>
            </a:r>
            <a:r>
              <a:rPr lang="en-US" sz="1200" spc="-20" dirty="0">
                <a:latin typeface="Times New Roman"/>
                <a:cs typeface="Times New Roman"/>
              </a:rPr>
              <a:t>more </a:t>
            </a:r>
            <a:r>
              <a:rPr lang="en-US" sz="1200" dirty="0">
                <a:latin typeface="Times New Roman"/>
                <a:cs typeface="Times New Roman"/>
              </a:rPr>
              <a:t>inclusive,</a:t>
            </a:r>
            <a:r>
              <a:rPr lang="en-US" sz="1200" spc="310" dirty="0">
                <a:latin typeface="Times New Roman"/>
                <a:cs typeface="Times New Roman"/>
              </a:rPr>
              <a:t> </a:t>
            </a:r>
            <a:r>
              <a:rPr lang="en-US" sz="1200" dirty="0">
                <a:latin typeface="Times New Roman"/>
                <a:cs typeface="Times New Roman"/>
              </a:rPr>
              <a:t>and</a:t>
            </a:r>
            <a:r>
              <a:rPr lang="en-US" sz="1200" spc="300" dirty="0">
                <a:latin typeface="Times New Roman"/>
                <a:cs typeface="Times New Roman"/>
              </a:rPr>
              <a:t> </a:t>
            </a:r>
            <a:r>
              <a:rPr lang="en-US" sz="1200" dirty="0">
                <a:latin typeface="Times New Roman"/>
                <a:cs typeface="Times New Roman"/>
              </a:rPr>
              <a:t>provides</a:t>
            </a:r>
            <a:r>
              <a:rPr lang="en-US" sz="1200" spc="310" dirty="0">
                <a:latin typeface="Times New Roman"/>
                <a:cs typeface="Times New Roman"/>
              </a:rPr>
              <a:t> </a:t>
            </a:r>
            <a:r>
              <a:rPr lang="en-US" sz="1200" dirty="0">
                <a:latin typeface="Times New Roman"/>
                <a:cs typeface="Times New Roman"/>
              </a:rPr>
              <a:t>a</a:t>
            </a:r>
            <a:r>
              <a:rPr lang="en-US" sz="1200" spc="310" dirty="0">
                <a:latin typeface="Times New Roman"/>
                <a:cs typeface="Times New Roman"/>
              </a:rPr>
              <a:t> </a:t>
            </a:r>
            <a:r>
              <a:rPr lang="en-US" sz="1200" dirty="0">
                <a:latin typeface="Times New Roman"/>
                <a:cs typeface="Times New Roman"/>
              </a:rPr>
              <a:t>modern,</a:t>
            </a:r>
            <a:r>
              <a:rPr lang="en-US" sz="1200" spc="310" dirty="0">
                <a:latin typeface="Times New Roman"/>
                <a:cs typeface="Times New Roman"/>
              </a:rPr>
              <a:t> </a:t>
            </a:r>
            <a:r>
              <a:rPr lang="en-US" sz="1200" dirty="0">
                <a:latin typeface="Times New Roman"/>
                <a:cs typeface="Times New Roman"/>
              </a:rPr>
              <a:t>innovative</a:t>
            </a:r>
            <a:r>
              <a:rPr lang="en-US" sz="1200" spc="325" dirty="0">
                <a:latin typeface="Times New Roman"/>
                <a:cs typeface="Times New Roman"/>
              </a:rPr>
              <a:t> </a:t>
            </a:r>
            <a:r>
              <a:rPr lang="en-US" sz="1200" dirty="0">
                <a:latin typeface="Times New Roman"/>
                <a:cs typeface="Times New Roman"/>
              </a:rPr>
              <a:t>way</a:t>
            </a:r>
            <a:r>
              <a:rPr lang="en-US" sz="1200" spc="310" dirty="0">
                <a:latin typeface="Times New Roman"/>
                <a:cs typeface="Times New Roman"/>
              </a:rPr>
              <a:t> </a:t>
            </a:r>
            <a:r>
              <a:rPr lang="en-US" sz="1200" dirty="0">
                <a:latin typeface="Times New Roman"/>
                <a:cs typeface="Times New Roman"/>
              </a:rPr>
              <a:t>of</a:t>
            </a:r>
            <a:r>
              <a:rPr lang="en-US" sz="1200" spc="325" dirty="0">
                <a:latin typeface="Times New Roman"/>
                <a:cs typeface="Times New Roman"/>
              </a:rPr>
              <a:t> </a:t>
            </a:r>
            <a:r>
              <a:rPr lang="en-US" sz="1200" dirty="0">
                <a:latin typeface="Times New Roman"/>
                <a:cs typeface="Times New Roman"/>
              </a:rPr>
              <a:t>controlling</a:t>
            </a:r>
            <a:r>
              <a:rPr lang="en-US" sz="1200" spc="300" dirty="0">
                <a:latin typeface="Times New Roman"/>
                <a:cs typeface="Times New Roman"/>
              </a:rPr>
              <a:t> </a:t>
            </a:r>
            <a:r>
              <a:rPr lang="en-US" sz="1200" dirty="0">
                <a:latin typeface="Times New Roman"/>
                <a:cs typeface="Times New Roman"/>
              </a:rPr>
              <a:t>computers</a:t>
            </a:r>
            <a:r>
              <a:rPr lang="en-US" sz="1200" spc="310" dirty="0">
                <a:latin typeface="Times New Roman"/>
                <a:cs typeface="Times New Roman"/>
              </a:rPr>
              <a:t> </a:t>
            </a:r>
            <a:r>
              <a:rPr lang="en-US" sz="1200" dirty="0">
                <a:latin typeface="Times New Roman"/>
                <a:cs typeface="Times New Roman"/>
              </a:rPr>
              <a:t>without</a:t>
            </a:r>
            <a:r>
              <a:rPr lang="en-US" sz="1200" spc="310" dirty="0">
                <a:latin typeface="Times New Roman"/>
                <a:cs typeface="Times New Roman"/>
              </a:rPr>
              <a:t> </a:t>
            </a:r>
            <a:r>
              <a:rPr lang="en-US" sz="1200" dirty="0">
                <a:latin typeface="Times New Roman"/>
                <a:cs typeface="Times New Roman"/>
              </a:rPr>
              <a:t>relying</a:t>
            </a:r>
            <a:r>
              <a:rPr lang="en-US" sz="1200" spc="290" dirty="0">
                <a:latin typeface="Times New Roman"/>
                <a:cs typeface="Times New Roman"/>
              </a:rPr>
              <a:t> </a:t>
            </a:r>
            <a:r>
              <a:rPr lang="en-US" sz="1200" spc="-25" dirty="0">
                <a:latin typeface="Times New Roman"/>
                <a:cs typeface="Times New Roman"/>
              </a:rPr>
              <a:t>on </a:t>
            </a:r>
            <a:r>
              <a:rPr lang="en-US" sz="1200" dirty="0">
                <a:latin typeface="Times New Roman"/>
                <a:cs typeface="Times New Roman"/>
              </a:rPr>
              <a:t>physical</a:t>
            </a:r>
            <a:r>
              <a:rPr lang="en-US" sz="1200" spc="100" dirty="0">
                <a:latin typeface="Times New Roman"/>
                <a:cs typeface="Times New Roman"/>
              </a:rPr>
              <a:t> </a:t>
            </a:r>
            <a:r>
              <a:rPr lang="en-US" sz="1200" spc="-10" dirty="0">
                <a:latin typeface="Times New Roman"/>
                <a:cs typeface="Times New Roman"/>
              </a:rPr>
              <a:t>devices.</a:t>
            </a:r>
            <a:endParaRPr lang="en-US" sz="1200" dirty="0">
              <a:latin typeface="Times New Roman"/>
              <a:cs typeface="Times New Roman"/>
            </a:endParaRPr>
          </a:p>
          <a:p>
            <a:pPr marL="12700" marR="5715" indent="295275" algn="just">
              <a:lnSpc>
                <a:spcPct val="143600"/>
              </a:lnSpc>
              <a:spcBef>
                <a:spcPts val="1250"/>
              </a:spcBef>
            </a:pP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8" name="object 8"/>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11</a:t>
            </a:r>
            <a:endParaRPr spc="-25" dirty="0"/>
          </a:p>
        </p:txBody>
      </p:sp>
      <p:sp>
        <p:nvSpPr>
          <p:cNvPr id="9" name="object 9"/>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4573904" y="624331"/>
            <a:ext cx="245745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System</a:t>
            </a:r>
            <a:r>
              <a:rPr sz="1200" spc="-5" dirty="0">
                <a:latin typeface="Times New Roman"/>
                <a:cs typeface="Times New Roman"/>
              </a:rPr>
              <a:t> </a:t>
            </a:r>
            <a:r>
              <a:rPr sz="1200" spc="-10" dirty="0">
                <a:latin typeface="Times New Roman"/>
                <a:cs typeface="Times New Roman"/>
              </a:rPr>
              <a:t>Requirements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Specification</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14400" y="831862"/>
            <a:ext cx="6090285" cy="45085"/>
          </a:xfrm>
          <a:custGeom>
            <a:avLst/>
            <a:gdLst/>
            <a:ahLst/>
            <a:cxnLst/>
            <a:rect l="l" t="t" r="r" b="b"/>
            <a:pathLst>
              <a:path w="6090284" h="45084">
                <a:moveTo>
                  <a:pt x="6081001" y="0"/>
                </a:moveTo>
                <a:lnTo>
                  <a:pt x="0" y="0"/>
                </a:lnTo>
                <a:lnTo>
                  <a:pt x="0" y="6464"/>
                </a:lnTo>
                <a:lnTo>
                  <a:pt x="6081001" y="6464"/>
                </a:lnTo>
                <a:lnTo>
                  <a:pt x="6081001" y="0"/>
                </a:lnTo>
                <a:close/>
              </a:path>
              <a:path w="6090284" h="45084">
                <a:moveTo>
                  <a:pt x="6089713" y="21958"/>
                </a:moveTo>
                <a:lnTo>
                  <a:pt x="6032" y="21958"/>
                </a:lnTo>
                <a:lnTo>
                  <a:pt x="6032" y="45072"/>
                </a:lnTo>
                <a:lnTo>
                  <a:pt x="6089713" y="45072"/>
                </a:lnTo>
                <a:lnTo>
                  <a:pt x="6089713" y="21958"/>
                </a:lnTo>
                <a:close/>
              </a:path>
            </a:pathLst>
          </a:custGeom>
          <a:solidFill>
            <a:srgbClr val="823909"/>
          </a:solidFill>
        </p:spPr>
        <p:txBody>
          <a:bodyPr wrap="square" lIns="0" tIns="0" rIns="0" bIns="0" rtlCol="0"/>
          <a:lstStyle/>
          <a:p>
            <a:endParaRPr/>
          </a:p>
        </p:txBody>
      </p:sp>
      <p:sp>
        <p:nvSpPr>
          <p:cNvPr id="6" name="object 6"/>
          <p:cNvSpPr txBox="1"/>
          <p:nvPr/>
        </p:nvSpPr>
        <p:spPr>
          <a:xfrm>
            <a:off x="899464" y="914348"/>
            <a:ext cx="2123440" cy="233679"/>
          </a:xfrm>
          <a:prstGeom prst="rect">
            <a:avLst/>
          </a:prstGeom>
          <a:solidFill>
            <a:srgbClr val="FAFAFA"/>
          </a:solidFill>
        </p:spPr>
        <p:txBody>
          <a:bodyPr vert="horz" wrap="square" lIns="0" tIns="0" rIns="0" bIns="0" rtlCol="0">
            <a:spAutoFit/>
          </a:bodyPr>
          <a:lstStyle/>
          <a:p>
            <a:pPr>
              <a:lnSpc>
                <a:spcPts val="1810"/>
              </a:lnSpc>
            </a:pPr>
            <a:r>
              <a:rPr sz="1600" b="1" dirty="0">
                <a:solidFill>
                  <a:schemeClr val="tx1">
                    <a:lumMod val="95000"/>
                    <a:lumOff val="5000"/>
                  </a:schemeClr>
                </a:solidFill>
                <a:latin typeface="Times New Roman"/>
                <a:cs typeface="Times New Roman"/>
              </a:rPr>
              <a:t>3.7</a:t>
            </a:r>
            <a:r>
              <a:rPr sz="1600" b="1" spc="-40" dirty="0">
                <a:solidFill>
                  <a:schemeClr val="tx1">
                    <a:lumMod val="95000"/>
                    <a:lumOff val="5000"/>
                  </a:schemeClr>
                </a:solidFill>
                <a:latin typeface="Times New Roman"/>
                <a:cs typeface="Times New Roman"/>
              </a:rPr>
              <a:t> </a:t>
            </a:r>
            <a:r>
              <a:rPr sz="1600" b="1" dirty="0">
                <a:solidFill>
                  <a:schemeClr val="tx1">
                    <a:lumMod val="95000"/>
                    <a:lumOff val="5000"/>
                  </a:schemeClr>
                </a:solidFill>
                <a:latin typeface="Times New Roman"/>
                <a:cs typeface="Times New Roman"/>
              </a:rPr>
              <a:t>System</a:t>
            </a:r>
            <a:r>
              <a:rPr sz="1600" b="1" spc="-60" dirty="0">
                <a:solidFill>
                  <a:schemeClr val="tx1">
                    <a:lumMod val="95000"/>
                    <a:lumOff val="5000"/>
                  </a:schemeClr>
                </a:solidFill>
                <a:latin typeface="Times New Roman"/>
                <a:cs typeface="Times New Roman"/>
              </a:rPr>
              <a:t> </a:t>
            </a:r>
            <a:r>
              <a:rPr sz="1600" b="1" spc="-10" dirty="0">
                <a:solidFill>
                  <a:schemeClr val="tx1">
                    <a:lumMod val="95000"/>
                    <a:lumOff val="5000"/>
                  </a:schemeClr>
                </a:solidFill>
                <a:latin typeface="Times New Roman"/>
                <a:cs typeface="Times New Roman"/>
              </a:rPr>
              <a:t>Environment</a:t>
            </a:r>
            <a:endParaRPr sz="1600" dirty="0">
              <a:solidFill>
                <a:schemeClr val="tx1">
                  <a:lumMod val="95000"/>
                  <a:lumOff val="5000"/>
                </a:schemeClr>
              </a:solidFill>
              <a:latin typeface="Times New Roman"/>
              <a:cs typeface="Times New Roman"/>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9" name="object 9"/>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12</a:t>
            </a:r>
            <a:endParaRPr spc="-25" dirty="0"/>
          </a:p>
        </p:txBody>
      </p:sp>
      <p:sp>
        <p:nvSpPr>
          <p:cNvPr id="10" name="object 10"/>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
        <p:nvSpPr>
          <p:cNvPr id="7" name="object 7"/>
          <p:cNvSpPr txBox="1"/>
          <p:nvPr/>
        </p:nvSpPr>
        <p:spPr>
          <a:xfrm>
            <a:off x="886764" y="1162557"/>
            <a:ext cx="6146800" cy="3451394"/>
          </a:xfrm>
          <a:prstGeom prst="rect">
            <a:avLst/>
          </a:prstGeom>
        </p:spPr>
        <p:txBody>
          <a:bodyPr vert="horz" wrap="square" lIns="0" tIns="12065" rIns="0" bIns="0" rtlCol="0">
            <a:spAutoFit/>
          </a:bodyPr>
          <a:lstStyle/>
          <a:p>
            <a:pPr marL="12700" marR="5080" indent="464184" algn="just">
              <a:lnSpc>
                <a:spcPct val="143700"/>
              </a:lnSpc>
              <a:spcBef>
                <a:spcPts val="95"/>
              </a:spcBef>
            </a:pPr>
            <a:r>
              <a:rPr lang="en-US" sz="1200" dirty="0">
                <a:latin typeface="Times New Roman"/>
                <a:cs typeface="Times New Roman"/>
              </a:rPr>
              <a:t>The</a:t>
            </a:r>
            <a:r>
              <a:rPr lang="en-US" sz="1200" spc="270" dirty="0">
                <a:latin typeface="Times New Roman"/>
                <a:cs typeface="Times New Roman"/>
              </a:rPr>
              <a:t> </a:t>
            </a:r>
            <a:r>
              <a:rPr lang="en-US" sz="1200" dirty="0">
                <a:latin typeface="Times New Roman"/>
                <a:cs typeface="Times New Roman"/>
              </a:rPr>
              <a:t>system</a:t>
            </a:r>
            <a:r>
              <a:rPr lang="en-US" sz="1200" spc="270" dirty="0">
                <a:latin typeface="Times New Roman"/>
                <a:cs typeface="Times New Roman"/>
              </a:rPr>
              <a:t> </a:t>
            </a:r>
            <a:r>
              <a:rPr lang="en-US" sz="1200" dirty="0">
                <a:latin typeface="Times New Roman"/>
                <a:cs typeface="Times New Roman"/>
              </a:rPr>
              <a:t>environment</a:t>
            </a:r>
            <a:r>
              <a:rPr lang="en-US" sz="1200" spc="270" dirty="0">
                <a:latin typeface="Times New Roman"/>
                <a:cs typeface="Times New Roman"/>
              </a:rPr>
              <a:t> </a:t>
            </a:r>
            <a:r>
              <a:rPr lang="en-US" sz="1200" dirty="0">
                <a:latin typeface="Times New Roman"/>
                <a:cs typeface="Times New Roman"/>
              </a:rPr>
              <a:t>for</a:t>
            </a:r>
            <a:r>
              <a:rPr lang="en-US" sz="1200" spc="270" dirty="0">
                <a:latin typeface="Times New Roman"/>
                <a:cs typeface="Times New Roman"/>
              </a:rPr>
              <a:t> </a:t>
            </a:r>
            <a:r>
              <a:rPr lang="en-US" sz="1200" dirty="0">
                <a:latin typeface="Times New Roman"/>
                <a:cs typeface="Times New Roman"/>
              </a:rPr>
              <a:t>the</a:t>
            </a:r>
            <a:r>
              <a:rPr lang="en-US" sz="1200" spc="290" dirty="0">
                <a:latin typeface="Times New Roman"/>
                <a:cs typeface="Times New Roman"/>
              </a:rPr>
              <a:t> </a:t>
            </a:r>
            <a:r>
              <a:rPr lang="en-US" sz="1200" dirty="0">
                <a:latin typeface="Times New Roman"/>
                <a:cs typeface="Times New Roman"/>
              </a:rPr>
              <a:t>gesture-controlled</a:t>
            </a:r>
            <a:r>
              <a:rPr lang="en-US" sz="1200" spc="290" dirty="0">
                <a:latin typeface="Times New Roman"/>
                <a:cs typeface="Times New Roman"/>
              </a:rPr>
              <a:t> </a:t>
            </a:r>
            <a:r>
              <a:rPr lang="en-US" sz="1200" dirty="0">
                <a:latin typeface="Times New Roman"/>
                <a:cs typeface="Times New Roman"/>
              </a:rPr>
              <a:t>virtual</a:t>
            </a:r>
            <a:r>
              <a:rPr lang="en-US" sz="1200" spc="270" dirty="0">
                <a:latin typeface="Times New Roman"/>
                <a:cs typeface="Times New Roman"/>
              </a:rPr>
              <a:t> </a:t>
            </a:r>
            <a:r>
              <a:rPr lang="en-US" sz="1200" dirty="0">
                <a:latin typeface="Times New Roman"/>
                <a:cs typeface="Times New Roman"/>
              </a:rPr>
              <a:t>mouse</a:t>
            </a:r>
            <a:r>
              <a:rPr lang="en-US" sz="1200" spc="270" dirty="0">
                <a:latin typeface="Times New Roman"/>
                <a:cs typeface="Times New Roman"/>
              </a:rPr>
              <a:t> </a:t>
            </a:r>
            <a:r>
              <a:rPr lang="en-US" sz="1200" dirty="0">
                <a:latin typeface="Times New Roman"/>
                <a:cs typeface="Times New Roman"/>
              </a:rPr>
              <a:t>using</a:t>
            </a:r>
            <a:r>
              <a:rPr lang="en-US" sz="1200" spc="265" dirty="0">
                <a:latin typeface="Times New Roman"/>
                <a:cs typeface="Times New Roman"/>
              </a:rPr>
              <a:t> </a:t>
            </a:r>
            <a:r>
              <a:rPr lang="en-US" sz="1200" dirty="0">
                <a:latin typeface="Times New Roman"/>
                <a:cs typeface="Times New Roman"/>
              </a:rPr>
              <a:t>AI</a:t>
            </a:r>
            <a:r>
              <a:rPr lang="en-US" sz="1200" spc="275" dirty="0">
                <a:latin typeface="Times New Roman"/>
                <a:cs typeface="Times New Roman"/>
              </a:rPr>
              <a:t> </a:t>
            </a:r>
            <a:r>
              <a:rPr lang="en-US" sz="1200" dirty="0">
                <a:latin typeface="Times New Roman"/>
                <a:cs typeface="Times New Roman"/>
              </a:rPr>
              <a:t>and</a:t>
            </a:r>
            <a:r>
              <a:rPr lang="en-US" sz="1200" spc="280" dirty="0">
                <a:latin typeface="Times New Roman"/>
                <a:cs typeface="Times New Roman"/>
              </a:rPr>
              <a:t> </a:t>
            </a:r>
            <a:r>
              <a:rPr lang="en-US" sz="1200" dirty="0">
                <a:latin typeface="Times New Roman"/>
                <a:cs typeface="Times New Roman"/>
              </a:rPr>
              <a:t>computer</a:t>
            </a:r>
            <a:r>
              <a:rPr lang="en-US" sz="1200" spc="270" dirty="0">
                <a:latin typeface="Times New Roman"/>
                <a:cs typeface="Times New Roman"/>
              </a:rPr>
              <a:t> </a:t>
            </a:r>
            <a:r>
              <a:rPr lang="en-US" sz="1200" spc="-10" dirty="0">
                <a:latin typeface="Times New Roman"/>
                <a:cs typeface="Times New Roman"/>
              </a:rPr>
              <a:t>vision </a:t>
            </a:r>
            <a:r>
              <a:rPr lang="en-US" sz="1200" dirty="0">
                <a:latin typeface="Times New Roman"/>
                <a:cs typeface="Times New Roman"/>
              </a:rPr>
              <a:t>comprises</a:t>
            </a:r>
            <a:r>
              <a:rPr lang="en-US" sz="1200" spc="229" dirty="0">
                <a:latin typeface="Times New Roman"/>
                <a:cs typeface="Times New Roman"/>
              </a:rPr>
              <a:t> </a:t>
            </a:r>
            <a:r>
              <a:rPr lang="en-US" sz="1200" dirty="0">
                <a:latin typeface="Times New Roman"/>
                <a:cs typeface="Times New Roman"/>
              </a:rPr>
              <a:t>both</a:t>
            </a:r>
            <a:r>
              <a:rPr lang="en-US" sz="1200" spc="225" dirty="0">
                <a:latin typeface="Times New Roman"/>
                <a:cs typeface="Times New Roman"/>
              </a:rPr>
              <a:t> </a:t>
            </a:r>
            <a:r>
              <a:rPr lang="en-US" sz="1200" dirty="0">
                <a:latin typeface="Times New Roman"/>
                <a:cs typeface="Times New Roman"/>
              </a:rPr>
              <a:t>hardware</a:t>
            </a:r>
            <a:r>
              <a:rPr lang="en-US" sz="1200" spc="200" dirty="0">
                <a:latin typeface="Times New Roman"/>
                <a:cs typeface="Times New Roman"/>
              </a:rPr>
              <a:t> </a:t>
            </a:r>
            <a:r>
              <a:rPr lang="en-US" sz="1200" dirty="0">
                <a:latin typeface="Times New Roman"/>
                <a:cs typeface="Times New Roman"/>
              </a:rPr>
              <a:t>and</a:t>
            </a:r>
            <a:r>
              <a:rPr lang="en-US" sz="1200" spc="215" dirty="0">
                <a:latin typeface="Times New Roman"/>
                <a:cs typeface="Times New Roman"/>
              </a:rPr>
              <a:t> </a:t>
            </a:r>
            <a:r>
              <a:rPr lang="en-US" sz="1200" dirty="0">
                <a:latin typeface="Times New Roman"/>
                <a:cs typeface="Times New Roman"/>
              </a:rPr>
              <a:t>software</a:t>
            </a:r>
            <a:r>
              <a:rPr lang="en-US" sz="1200" spc="229" dirty="0">
                <a:latin typeface="Times New Roman"/>
                <a:cs typeface="Times New Roman"/>
              </a:rPr>
              <a:t> </a:t>
            </a:r>
            <a:r>
              <a:rPr lang="en-US" sz="1200" dirty="0">
                <a:latin typeface="Times New Roman"/>
                <a:cs typeface="Times New Roman"/>
              </a:rPr>
              <a:t>components</a:t>
            </a:r>
            <a:r>
              <a:rPr lang="en-US" sz="1200" spc="190" dirty="0">
                <a:latin typeface="Times New Roman"/>
                <a:cs typeface="Times New Roman"/>
              </a:rPr>
              <a:t> </a:t>
            </a:r>
            <a:r>
              <a:rPr lang="en-US" sz="1200" dirty="0">
                <a:latin typeface="Times New Roman"/>
                <a:cs typeface="Times New Roman"/>
              </a:rPr>
              <a:t>that</a:t>
            </a:r>
            <a:r>
              <a:rPr lang="en-US" sz="1200" spc="220" dirty="0">
                <a:latin typeface="Times New Roman"/>
                <a:cs typeface="Times New Roman"/>
              </a:rPr>
              <a:t> </a:t>
            </a:r>
            <a:r>
              <a:rPr lang="en-US" sz="1200" dirty="0">
                <a:latin typeface="Times New Roman"/>
                <a:cs typeface="Times New Roman"/>
              </a:rPr>
              <a:t>work</a:t>
            </a:r>
            <a:r>
              <a:rPr lang="en-US" sz="1200" spc="220" dirty="0">
                <a:latin typeface="Times New Roman"/>
                <a:cs typeface="Times New Roman"/>
              </a:rPr>
              <a:t> </a:t>
            </a:r>
            <a:r>
              <a:rPr lang="en-US" sz="1200" dirty="0">
                <a:latin typeface="Times New Roman"/>
                <a:cs typeface="Times New Roman"/>
              </a:rPr>
              <a:t>together</a:t>
            </a:r>
            <a:r>
              <a:rPr lang="en-US" sz="1200" spc="215" dirty="0">
                <a:latin typeface="Times New Roman"/>
                <a:cs typeface="Times New Roman"/>
              </a:rPr>
              <a:t> </a:t>
            </a:r>
            <a:r>
              <a:rPr lang="en-US" sz="1200" dirty="0">
                <a:latin typeface="Times New Roman"/>
                <a:cs typeface="Times New Roman"/>
              </a:rPr>
              <a:t>to</a:t>
            </a:r>
            <a:r>
              <a:rPr lang="en-US" sz="1200" spc="215" dirty="0">
                <a:latin typeface="Times New Roman"/>
                <a:cs typeface="Times New Roman"/>
              </a:rPr>
              <a:t> </a:t>
            </a:r>
            <a:r>
              <a:rPr lang="en-US" sz="1200" dirty="0">
                <a:latin typeface="Times New Roman"/>
                <a:cs typeface="Times New Roman"/>
              </a:rPr>
              <a:t>enable</a:t>
            </a:r>
            <a:r>
              <a:rPr lang="en-US" sz="1200" spc="225" dirty="0">
                <a:latin typeface="Times New Roman"/>
                <a:cs typeface="Times New Roman"/>
              </a:rPr>
              <a:t> </a:t>
            </a:r>
            <a:r>
              <a:rPr lang="en-US" sz="1200" dirty="0">
                <a:latin typeface="Times New Roman"/>
                <a:cs typeface="Times New Roman"/>
              </a:rPr>
              <a:t>intuitive,</a:t>
            </a:r>
            <a:r>
              <a:rPr lang="en-US" sz="1200" spc="229" dirty="0">
                <a:latin typeface="Times New Roman"/>
                <a:cs typeface="Times New Roman"/>
              </a:rPr>
              <a:t> </a:t>
            </a:r>
            <a:r>
              <a:rPr lang="en-US" sz="1200" spc="-10" dirty="0">
                <a:latin typeface="Times New Roman"/>
                <a:cs typeface="Times New Roman"/>
              </a:rPr>
              <a:t>hands- </a:t>
            </a:r>
            <a:r>
              <a:rPr lang="en-US" sz="1200" dirty="0">
                <a:latin typeface="Times New Roman"/>
                <a:cs typeface="Times New Roman"/>
              </a:rPr>
              <a:t>free</a:t>
            </a:r>
            <a:r>
              <a:rPr lang="en-US" sz="1200" spc="185" dirty="0">
                <a:latin typeface="Times New Roman"/>
                <a:cs typeface="Times New Roman"/>
              </a:rPr>
              <a:t> </a:t>
            </a:r>
            <a:r>
              <a:rPr lang="en-US" sz="1200" dirty="0">
                <a:latin typeface="Times New Roman"/>
                <a:cs typeface="Times New Roman"/>
              </a:rPr>
              <a:t>interaction.</a:t>
            </a:r>
            <a:r>
              <a:rPr lang="en-US" sz="1200" spc="195" dirty="0">
                <a:latin typeface="Times New Roman"/>
                <a:cs typeface="Times New Roman"/>
              </a:rPr>
              <a:t> </a:t>
            </a:r>
            <a:r>
              <a:rPr lang="en-US" sz="1200" dirty="0">
                <a:latin typeface="Times New Roman"/>
                <a:cs typeface="Times New Roman"/>
              </a:rPr>
              <a:t>Hand</a:t>
            </a:r>
            <a:r>
              <a:rPr lang="en-US" sz="1200" spc="175" dirty="0">
                <a:latin typeface="Times New Roman"/>
                <a:cs typeface="Times New Roman"/>
              </a:rPr>
              <a:t> </a:t>
            </a:r>
            <a:r>
              <a:rPr lang="en-US" sz="1200" dirty="0">
                <a:latin typeface="Times New Roman"/>
                <a:cs typeface="Times New Roman"/>
              </a:rPr>
              <a:t>movements</a:t>
            </a:r>
            <a:r>
              <a:rPr lang="en-US" sz="1200" spc="190" dirty="0">
                <a:latin typeface="Times New Roman"/>
                <a:cs typeface="Times New Roman"/>
              </a:rPr>
              <a:t> </a:t>
            </a:r>
            <a:r>
              <a:rPr lang="en-US" sz="1200" dirty="0">
                <a:latin typeface="Times New Roman"/>
                <a:cs typeface="Times New Roman"/>
              </a:rPr>
              <a:t>are</a:t>
            </a:r>
            <a:r>
              <a:rPr lang="en-US" sz="1200" spc="190" dirty="0">
                <a:latin typeface="Times New Roman"/>
                <a:cs typeface="Times New Roman"/>
              </a:rPr>
              <a:t> </a:t>
            </a:r>
            <a:r>
              <a:rPr lang="en-US" sz="1200" dirty="0">
                <a:latin typeface="Times New Roman"/>
                <a:cs typeface="Times New Roman"/>
              </a:rPr>
              <a:t>captured</a:t>
            </a:r>
            <a:r>
              <a:rPr lang="en-US" sz="1200" spc="175" dirty="0">
                <a:latin typeface="Times New Roman"/>
                <a:cs typeface="Times New Roman"/>
              </a:rPr>
              <a:t> </a:t>
            </a:r>
            <a:r>
              <a:rPr lang="en-US" sz="1200" dirty="0">
                <a:latin typeface="Times New Roman"/>
                <a:cs typeface="Times New Roman"/>
              </a:rPr>
              <a:t>using</a:t>
            </a:r>
            <a:r>
              <a:rPr lang="en-US" sz="1200" spc="165" dirty="0">
                <a:latin typeface="Times New Roman"/>
                <a:cs typeface="Times New Roman"/>
              </a:rPr>
              <a:t> </a:t>
            </a:r>
            <a:r>
              <a:rPr lang="en-US" sz="1200" dirty="0">
                <a:latin typeface="Times New Roman"/>
                <a:cs typeface="Times New Roman"/>
              </a:rPr>
              <a:t>a</a:t>
            </a:r>
            <a:r>
              <a:rPr lang="en-US" sz="1200" spc="185" dirty="0">
                <a:latin typeface="Times New Roman"/>
                <a:cs typeface="Times New Roman"/>
              </a:rPr>
              <a:t> </a:t>
            </a:r>
            <a:r>
              <a:rPr lang="en-US" sz="1200" dirty="0">
                <a:latin typeface="Times New Roman"/>
                <a:cs typeface="Times New Roman"/>
              </a:rPr>
              <a:t>camera</a:t>
            </a:r>
            <a:r>
              <a:rPr lang="en-US" sz="1200" spc="175" dirty="0">
                <a:latin typeface="Times New Roman"/>
                <a:cs typeface="Times New Roman"/>
              </a:rPr>
              <a:t> </a:t>
            </a:r>
            <a:r>
              <a:rPr lang="en-US" sz="1200" dirty="0">
                <a:latin typeface="Times New Roman"/>
                <a:cs typeface="Times New Roman"/>
              </a:rPr>
              <a:t>or</a:t>
            </a:r>
            <a:r>
              <a:rPr lang="en-US" sz="1200" spc="180" dirty="0">
                <a:latin typeface="Times New Roman"/>
                <a:cs typeface="Times New Roman"/>
              </a:rPr>
              <a:t> </a:t>
            </a:r>
            <a:r>
              <a:rPr lang="en-US" sz="1200" dirty="0">
                <a:latin typeface="Times New Roman"/>
                <a:cs typeface="Times New Roman"/>
              </a:rPr>
              <a:t>depth-sensing</a:t>
            </a:r>
            <a:r>
              <a:rPr lang="en-US" sz="1200" spc="160" dirty="0">
                <a:latin typeface="Times New Roman"/>
                <a:cs typeface="Times New Roman"/>
              </a:rPr>
              <a:t> </a:t>
            </a:r>
            <a:r>
              <a:rPr lang="en-US" sz="1200" dirty="0">
                <a:latin typeface="Times New Roman"/>
                <a:cs typeface="Times New Roman"/>
              </a:rPr>
              <a:t>device,</a:t>
            </a:r>
            <a:r>
              <a:rPr lang="en-US" sz="1200" spc="180" dirty="0">
                <a:latin typeface="Times New Roman"/>
                <a:cs typeface="Times New Roman"/>
              </a:rPr>
              <a:t> </a:t>
            </a:r>
            <a:r>
              <a:rPr lang="en-US" sz="1200" dirty="0">
                <a:latin typeface="Times New Roman"/>
                <a:cs typeface="Times New Roman"/>
              </a:rPr>
              <a:t>such</a:t>
            </a:r>
            <a:r>
              <a:rPr lang="en-US" sz="1200" spc="175" dirty="0">
                <a:latin typeface="Times New Roman"/>
                <a:cs typeface="Times New Roman"/>
              </a:rPr>
              <a:t> </a:t>
            </a:r>
            <a:r>
              <a:rPr lang="en-US" sz="1200" dirty="0">
                <a:latin typeface="Times New Roman"/>
                <a:cs typeface="Times New Roman"/>
              </a:rPr>
              <a:t>as</a:t>
            </a:r>
            <a:r>
              <a:rPr lang="en-US" sz="1200" spc="180" dirty="0">
                <a:latin typeface="Times New Roman"/>
                <a:cs typeface="Times New Roman"/>
              </a:rPr>
              <a:t> </a:t>
            </a:r>
            <a:r>
              <a:rPr lang="en-US" sz="1200" spc="-50" dirty="0">
                <a:latin typeface="Times New Roman"/>
                <a:cs typeface="Times New Roman"/>
              </a:rPr>
              <a:t>a </a:t>
            </a:r>
            <a:r>
              <a:rPr lang="en-US" sz="1200" dirty="0">
                <a:latin typeface="Times New Roman"/>
                <a:cs typeface="Times New Roman"/>
              </a:rPr>
              <a:t>webcam</a:t>
            </a:r>
            <a:r>
              <a:rPr lang="en-US" sz="1200" spc="305" dirty="0">
                <a:latin typeface="Times New Roman"/>
                <a:cs typeface="Times New Roman"/>
              </a:rPr>
              <a:t> </a:t>
            </a:r>
            <a:r>
              <a:rPr lang="en-US" sz="1200" dirty="0">
                <a:latin typeface="Times New Roman"/>
                <a:cs typeface="Times New Roman"/>
              </a:rPr>
              <a:t>or</a:t>
            </a:r>
            <a:r>
              <a:rPr lang="en-US" sz="1200" spc="305" dirty="0">
                <a:latin typeface="Times New Roman"/>
                <a:cs typeface="Times New Roman"/>
              </a:rPr>
              <a:t> </a:t>
            </a:r>
            <a:r>
              <a:rPr lang="en-US" sz="1200" dirty="0">
                <a:latin typeface="Times New Roman"/>
                <a:cs typeface="Times New Roman"/>
              </a:rPr>
              <a:t>Leap</a:t>
            </a:r>
            <a:r>
              <a:rPr lang="en-US" sz="1200" spc="300" dirty="0">
                <a:latin typeface="Times New Roman"/>
                <a:cs typeface="Times New Roman"/>
              </a:rPr>
              <a:t> </a:t>
            </a:r>
            <a:r>
              <a:rPr lang="en-US" sz="1200" dirty="0">
                <a:latin typeface="Times New Roman"/>
                <a:cs typeface="Times New Roman"/>
              </a:rPr>
              <a:t>Motion</a:t>
            </a:r>
            <a:r>
              <a:rPr lang="en-US" sz="1200" spc="320" dirty="0">
                <a:latin typeface="Times New Roman"/>
                <a:cs typeface="Times New Roman"/>
              </a:rPr>
              <a:t> </a:t>
            </a:r>
            <a:r>
              <a:rPr lang="en-US" sz="1200" dirty="0">
                <a:latin typeface="Times New Roman"/>
                <a:cs typeface="Times New Roman"/>
              </a:rPr>
              <a:t>controller,</a:t>
            </a:r>
            <a:r>
              <a:rPr lang="en-US" sz="1200" spc="300" dirty="0">
                <a:latin typeface="Times New Roman"/>
                <a:cs typeface="Times New Roman"/>
              </a:rPr>
              <a:t> </a:t>
            </a:r>
            <a:r>
              <a:rPr lang="en-US" sz="1200" dirty="0">
                <a:latin typeface="Times New Roman"/>
                <a:cs typeface="Times New Roman"/>
              </a:rPr>
              <a:t>and</a:t>
            </a:r>
            <a:r>
              <a:rPr lang="en-US" sz="1200" spc="290" dirty="0">
                <a:latin typeface="Times New Roman"/>
                <a:cs typeface="Times New Roman"/>
              </a:rPr>
              <a:t> </a:t>
            </a:r>
            <a:r>
              <a:rPr lang="en-US" sz="1200" dirty="0">
                <a:latin typeface="Times New Roman"/>
                <a:cs typeface="Times New Roman"/>
              </a:rPr>
              <a:t>sent</a:t>
            </a:r>
            <a:r>
              <a:rPr lang="en-US" sz="1200" spc="300" dirty="0">
                <a:latin typeface="Times New Roman"/>
                <a:cs typeface="Times New Roman"/>
              </a:rPr>
              <a:t> </a:t>
            </a:r>
            <a:r>
              <a:rPr lang="en-US" sz="1200" dirty="0">
                <a:latin typeface="Times New Roman"/>
                <a:cs typeface="Times New Roman"/>
              </a:rPr>
              <a:t>to</a:t>
            </a:r>
            <a:r>
              <a:rPr lang="en-US" sz="1200" spc="300" dirty="0">
                <a:latin typeface="Times New Roman"/>
                <a:cs typeface="Times New Roman"/>
              </a:rPr>
              <a:t> </a:t>
            </a:r>
            <a:r>
              <a:rPr lang="en-US" sz="1200" dirty="0">
                <a:latin typeface="Times New Roman"/>
                <a:cs typeface="Times New Roman"/>
              </a:rPr>
              <a:t>a</a:t>
            </a:r>
            <a:r>
              <a:rPr lang="en-US" sz="1200" spc="285" dirty="0">
                <a:latin typeface="Times New Roman"/>
                <a:cs typeface="Times New Roman"/>
              </a:rPr>
              <a:t> </a:t>
            </a:r>
            <a:r>
              <a:rPr lang="en-US" sz="1200" dirty="0">
                <a:latin typeface="Times New Roman"/>
                <a:cs typeface="Times New Roman"/>
              </a:rPr>
              <a:t>high-performance</a:t>
            </a:r>
            <a:r>
              <a:rPr lang="en-US" sz="1200" spc="315" dirty="0">
                <a:latin typeface="Times New Roman"/>
                <a:cs typeface="Times New Roman"/>
              </a:rPr>
              <a:t> </a:t>
            </a:r>
            <a:r>
              <a:rPr lang="en-US" sz="1200" dirty="0">
                <a:latin typeface="Times New Roman"/>
                <a:cs typeface="Times New Roman"/>
              </a:rPr>
              <a:t>computer</a:t>
            </a:r>
            <a:r>
              <a:rPr lang="en-US" sz="1200" spc="300" dirty="0">
                <a:latin typeface="Times New Roman"/>
                <a:cs typeface="Times New Roman"/>
              </a:rPr>
              <a:t> </a:t>
            </a:r>
            <a:r>
              <a:rPr lang="en-US" sz="1200" dirty="0">
                <a:latin typeface="Times New Roman"/>
                <a:cs typeface="Times New Roman"/>
              </a:rPr>
              <a:t>equipped</a:t>
            </a:r>
            <a:r>
              <a:rPr lang="en-US" sz="1200" spc="305" dirty="0">
                <a:latin typeface="Times New Roman"/>
                <a:cs typeface="Times New Roman"/>
              </a:rPr>
              <a:t> </a:t>
            </a:r>
            <a:r>
              <a:rPr lang="en-US" sz="1200" dirty="0">
                <a:latin typeface="Times New Roman"/>
                <a:cs typeface="Times New Roman"/>
              </a:rPr>
              <a:t>with</a:t>
            </a:r>
            <a:r>
              <a:rPr lang="en-US" sz="1200" spc="290" dirty="0">
                <a:latin typeface="Times New Roman"/>
                <a:cs typeface="Times New Roman"/>
              </a:rPr>
              <a:t> </a:t>
            </a:r>
            <a:r>
              <a:rPr lang="en-US" sz="1200" spc="-50" dirty="0">
                <a:latin typeface="Times New Roman"/>
                <a:cs typeface="Times New Roman"/>
              </a:rPr>
              <a:t>a </a:t>
            </a:r>
            <a:r>
              <a:rPr lang="en-US" sz="1200" dirty="0">
                <a:latin typeface="Times New Roman"/>
                <a:cs typeface="Times New Roman"/>
              </a:rPr>
              <a:t>dedicated</a:t>
            </a:r>
            <a:r>
              <a:rPr lang="en-US" sz="1200" spc="195" dirty="0">
                <a:latin typeface="Times New Roman"/>
                <a:cs typeface="Times New Roman"/>
              </a:rPr>
              <a:t> </a:t>
            </a:r>
            <a:r>
              <a:rPr lang="en-US" sz="1200" dirty="0">
                <a:latin typeface="Times New Roman"/>
                <a:cs typeface="Times New Roman"/>
              </a:rPr>
              <a:t>processor,</a:t>
            </a:r>
            <a:r>
              <a:rPr lang="en-US" sz="1200" spc="200" dirty="0">
                <a:latin typeface="Times New Roman"/>
                <a:cs typeface="Times New Roman"/>
              </a:rPr>
              <a:t> </a:t>
            </a:r>
            <a:r>
              <a:rPr lang="en-US" sz="1200" dirty="0">
                <a:latin typeface="Times New Roman"/>
                <a:cs typeface="Times New Roman"/>
              </a:rPr>
              <a:t>sufficient</a:t>
            </a:r>
            <a:r>
              <a:rPr lang="en-US" sz="1200" spc="195" dirty="0">
                <a:latin typeface="Times New Roman"/>
                <a:cs typeface="Times New Roman"/>
              </a:rPr>
              <a:t> </a:t>
            </a:r>
            <a:r>
              <a:rPr lang="en-US" sz="1200" dirty="0">
                <a:latin typeface="Times New Roman"/>
                <a:cs typeface="Times New Roman"/>
              </a:rPr>
              <a:t>RAM,</a:t>
            </a:r>
            <a:r>
              <a:rPr lang="en-US" sz="1200" spc="200" dirty="0">
                <a:latin typeface="Times New Roman"/>
                <a:cs typeface="Times New Roman"/>
              </a:rPr>
              <a:t> </a:t>
            </a:r>
            <a:r>
              <a:rPr lang="en-US" sz="1200" dirty="0">
                <a:latin typeface="Times New Roman"/>
                <a:cs typeface="Times New Roman"/>
              </a:rPr>
              <a:t>and</a:t>
            </a:r>
            <a:r>
              <a:rPr lang="en-US" sz="1200" spc="200" dirty="0">
                <a:latin typeface="Times New Roman"/>
                <a:cs typeface="Times New Roman"/>
              </a:rPr>
              <a:t> </a:t>
            </a:r>
            <a:r>
              <a:rPr lang="en-US" sz="1200" dirty="0">
                <a:latin typeface="Times New Roman"/>
                <a:cs typeface="Times New Roman"/>
              </a:rPr>
              <a:t>a</a:t>
            </a:r>
            <a:r>
              <a:rPr lang="en-US" sz="1200" spc="200" dirty="0">
                <a:latin typeface="Times New Roman"/>
                <a:cs typeface="Times New Roman"/>
              </a:rPr>
              <a:t> </a:t>
            </a:r>
            <a:r>
              <a:rPr lang="en-US" sz="1200" dirty="0">
                <a:latin typeface="Times New Roman"/>
                <a:cs typeface="Times New Roman"/>
              </a:rPr>
              <a:t>graphics</a:t>
            </a:r>
            <a:r>
              <a:rPr lang="en-US" sz="1200" spc="200" dirty="0">
                <a:latin typeface="Times New Roman"/>
                <a:cs typeface="Times New Roman"/>
              </a:rPr>
              <a:t> </a:t>
            </a:r>
            <a:r>
              <a:rPr lang="en-US" sz="1200" dirty="0">
                <a:latin typeface="Times New Roman"/>
                <a:cs typeface="Times New Roman"/>
              </a:rPr>
              <a:t>card</a:t>
            </a:r>
            <a:r>
              <a:rPr lang="en-US" sz="1200" spc="210" dirty="0">
                <a:latin typeface="Times New Roman"/>
                <a:cs typeface="Times New Roman"/>
              </a:rPr>
              <a:t> </a:t>
            </a:r>
            <a:r>
              <a:rPr lang="en-US" sz="1200" dirty="0">
                <a:latin typeface="Times New Roman"/>
                <a:cs typeface="Times New Roman"/>
              </a:rPr>
              <a:t>capable</a:t>
            </a:r>
            <a:r>
              <a:rPr lang="en-US" sz="1200" spc="215" dirty="0">
                <a:latin typeface="Times New Roman"/>
                <a:cs typeface="Times New Roman"/>
              </a:rPr>
              <a:t> </a:t>
            </a:r>
            <a:r>
              <a:rPr lang="en-US" sz="1200" dirty="0">
                <a:latin typeface="Times New Roman"/>
                <a:cs typeface="Times New Roman"/>
              </a:rPr>
              <a:t>of</a:t>
            </a:r>
            <a:r>
              <a:rPr lang="en-US" sz="1200" spc="204" dirty="0">
                <a:latin typeface="Times New Roman"/>
                <a:cs typeface="Times New Roman"/>
              </a:rPr>
              <a:t> </a:t>
            </a:r>
            <a:r>
              <a:rPr lang="en-US" sz="1200" dirty="0">
                <a:latin typeface="Times New Roman"/>
                <a:cs typeface="Times New Roman"/>
              </a:rPr>
              <a:t>processing</a:t>
            </a:r>
            <a:r>
              <a:rPr lang="en-US" sz="1200" spc="210" dirty="0">
                <a:latin typeface="Times New Roman"/>
                <a:cs typeface="Times New Roman"/>
              </a:rPr>
              <a:t> </a:t>
            </a:r>
            <a:r>
              <a:rPr lang="en-US" sz="1200" dirty="0">
                <a:latin typeface="Times New Roman"/>
                <a:cs typeface="Times New Roman"/>
              </a:rPr>
              <a:t>real-time</a:t>
            </a:r>
            <a:r>
              <a:rPr lang="en-US" sz="1200" spc="215" dirty="0">
                <a:latin typeface="Times New Roman"/>
                <a:cs typeface="Times New Roman"/>
              </a:rPr>
              <a:t> </a:t>
            </a:r>
            <a:r>
              <a:rPr lang="en-US" sz="1200" spc="-10" dirty="0">
                <a:latin typeface="Times New Roman"/>
                <a:cs typeface="Times New Roman"/>
              </a:rPr>
              <a:t>gesture </a:t>
            </a:r>
            <a:r>
              <a:rPr lang="en-US" sz="1200" dirty="0">
                <a:latin typeface="Times New Roman"/>
                <a:cs typeface="Times New Roman"/>
              </a:rPr>
              <a:t>recognition.</a:t>
            </a:r>
            <a:r>
              <a:rPr lang="en-US" sz="1200" spc="285" dirty="0">
                <a:latin typeface="Times New Roman"/>
                <a:cs typeface="Times New Roman"/>
              </a:rPr>
              <a:t> </a:t>
            </a:r>
            <a:r>
              <a:rPr lang="en-US" sz="1200" dirty="0">
                <a:latin typeface="Times New Roman"/>
                <a:cs typeface="Times New Roman"/>
              </a:rPr>
              <a:t>The</a:t>
            </a:r>
            <a:r>
              <a:rPr lang="en-US" sz="1200" spc="280" dirty="0">
                <a:latin typeface="Times New Roman"/>
                <a:cs typeface="Times New Roman"/>
              </a:rPr>
              <a:t> </a:t>
            </a:r>
            <a:r>
              <a:rPr lang="en-US" sz="1200" dirty="0">
                <a:latin typeface="Times New Roman"/>
                <a:cs typeface="Times New Roman"/>
              </a:rPr>
              <a:t>AI-powered</a:t>
            </a:r>
            <a:r>
              <a:rPr lang="en-US" sz="1200" spc="290" dirty="0">
                <a:latin typeface="Times New Roman"/>
                <a:cs typeface="Times New Roman"/>
              </a:rPr>
              <a:t> </a:t>
            </a:r>
            <a:r>
              <a:rPr lang="en-US" sz="1200" dirty="0">
                <a:latin typeface="Times New Roman"/>
                <a:cs typeface="Times New Roman"/>
              </a:rPr>
              <a:t>gesture</a:t>
            </a:r>
            <a:r>
              <a:rPr lang="en-US" sz="1200" spc="280" dirty="0">
                <a:latin typeface="Times New Roman"/>
                <a:cs typeface="Times New Roman"/>
              </a:rPr>
              <a:t> </a:t>
            </a:r>
            <a:r>
              <a:rPr lang="en-US" sz="1200" dirty="0">
                <a:latin typeface="Times New Roman"/>
                <a:cs typeface="Times New Roman"/>
              </a:rPr>
              <a:t>recognition</a:t>
            </a:r>
            <a:r>
              <a:rPr lang="en-US" sz="1200" spc="290" dirty="0">
                <a:latin typeface="Times New Roman"/>
                <a:cs typeface="Times New Roman"/>
              </a:rPr>
              <a:t> </a:t>
            </a:r>
            <a:r>
              <a:rPr lang="en-US" sz="1200" dirty="0">
                <a:latin typeface="Times New Roman"/>
                <a:cs typeface="Times New Roman"/>
              </a:rPr>
              <a:t>algorithm</a:t>
            </a:r>
            <a:r>
              <a:rPr lang="en-US" sz="1200" spc="275" dirty="0">
                <a:latin typeface="Times New Roman"/>
                <a:cs typeface="Times New Roman"/>
              </a:rPr>
              <a:t> </a:t>
            </a:r>
            <a:r>
              <a:rPr lang="en-US" sz="1200" dirty="0">
                <a:latin typeface="Times New Roman"/>
                <a:cs typeface="Times New Roman"/>
              </a:rPr>
              <a:t>analyzes</a:t>
            </a:r>
            <a:r>
              <a:rPr lang="en-US" sz="1200" spc="285" dirty="0">
                <a:latin typeface="Times New Roman"/>
                <a:cs typeface="Times New Roman"/>
              </a:rPr>
              <a:t> </a:t>
            </a:r>
            <a:r>
              <a:rPr lang="en-US" sz="1200" dirty="0">
                <a:latin typeface="Times New Roman"/>
                <a:cs typeface="Times New Roman"/>
              </a:rPr>
              <a:t>the</a:t>
            </a:r>
            <a:r>
              <a:rPr lang="en-US" sz="1200" spc="295" dirty="0">
                <a:latin typeface="Times New Roman"/>
                <a:cs typeface="Times New Roman"/>
              </a:rPr>
              <a:t> </a:t>
            </a:r>
            <a:r>
              <a:rPr lang="en-US" sz="1200" dirty="0">
                <a:latin typeface="Times New Roman"/>
                <a:cs typeface="Times New Roman"/>
              </a:rPr>
              <a:t>input</a:t>
            </a:r>
            <a:r>
              <a:rPr lang="en-US" sz="1200" spc="275" dirty="0">
                <a:latin typeface="Times New Roman"/>
                <a:cs typeface="Times New Roman"/>
              </a:rPr>
              <a:t> </a:t>
            </a:r>
            <a:r>
              <a:rPr lang="en-US" sz="1200" dirty="0">
                <a:latin typeface="Times New Roman"/>
                <a:cs typeface="Times New Roman"/>
              </a:rPr>
              <a:t>to</a:t>
            </a:r>
            <a:r>
              <a:rPr lang="en-US" sz="1200" spc="270" dirty="0">
                <a:latin typeface="Times New Roman"/>
                <a:cs typeface="Times New Roman"/>
              </a:rPr>
              <a:t> </a:t>
            </a:r>
            <a:r>
              <a:rPr lang="en-US" sz="1200" dirty="0">
                <a:latin typeface="Times New Roman"/>
                <a:cs typeface="Times New Roman"/>
              </a:rPr>
              <a:t>detect</a:t>
            </a:r>
            <a:r>
              <a:rPr lang="en-US" sz="1200" spc="275" dirty="0">
                <a:latin typeface="Times New Roman"/>
                <a:cs typeface="Times New Roman"/>
              </a:rPr>
              <a:t> </a:t>
            </a:r>
            <a:r>
              <a:rPr lang="en-US" sz="1200" spc="-10" dirty="0">
                <a:latin typeface="Times New Roman"/>
                <a:cs typeface="Times New Roman"/>
              </a:rPr>
              <a:t>specific </a:t>
            </a:r>
            <a:r>
              <a:rPr lang="en-US" sz="1200" dirty="0">
                <a:latin typeface="Times New Roman"/>
                <a:cs typeface="Times New Roman"/>
              </a:rPr>
              <a:t>hand</a:t>
            </a:r>
            <a:r>
              <a:rPr lang="en-US" sz="1200" spc="70" dirty="0">
                <a:latin typeface="Times New Roman"/>
                <a:cs typeface="Times New Roman"/>
              </a:rPr>
              <a:t> </a:t>
            </a:r>
            <a:r>
              <a:rPr lang="en-US" sz="1200" dirty="0">
                <a:latin typeface="Times New Roman"/>
                <a:cs typeface="Times New Roman"/>
              </a:rPr>
              <a:t>gestures</a:t>
            </a:r>
            <a:r>
              <a:rPr lang="en-US" sz="1200" spc="90" dirty="0">
                <a:latin typeface="Times New Roman"/>
                <a:cs typeface="Times New Roman"/>
              </a:rPr>
              <a:t> </a:t>
            </a:r>
            <a:r>
              <a:rPr lang="en-US" sz="1200" dirty="0">
                <a:latin typeface="Times New Roman"/>
                <a:cs typeface="Times New Roman"/>
              </a:rPr>
              <a:t>and</a:t>
            </a:r>
            <a:r>
              <a:rPr lang="en-US" sz="1200" spc="75" dirty="0">
                <a:latin typeface="Times New Roman"/>
                <a:cs typeface="Times New Roman"/>
              </a:rPr>
              <a:t> </a:t>
            </a:r>
            <a:r>
              <a:rPr lang="en-US" sz="1200" dirty="0">
                <a:latin typeface="Times New Roman"/>
                <a:cs typeface="Times New Roman"/>
              </a:rPr>
              <a:t>maps</a:t>
            </a:r>
            <a:r>
              <a:rPr lang="en-US" sz="1200" spc="75" dirty="0">
                <a:latin typeface="Times New Roman"/>
                <a:cs typeface="Times New Roman"/>
              </a:rPr>
              <a:t> </a:t>
            </a:r>
            <a:r>
              <a:rPr lang="en-US" sz="1200" dirty="0">
                <a:latin typeface="Times New Roman"/>
                <a:cs typeface="Times New Roman"/>
              </a:rPr>
              <a:t>them</a:t>
            </a:r>
            <a:r>
              <a:rPr lang="en-US" sz="1200" spc="90" dirty="0">
                <a:latin typeface="Times New Roman"/>
                <a:cs typeface="Times New Roman"/>
              </a:rPr>
              <a:t> </a:t>
            </a:r>
            <a:r>
              <a:rPr lang="en-US" sz="1200" dirty="0">
                <a:latin typeface="Times New Roman"/>
                <a:cs typeface="Times New Roman"/>
              </a:rPr>
              <a:t>to</a:t>
            </a:r>
            <a:r>
              <a:rPr lang="en-US" sz="1200" spc="85" dirty="0">
                <a:latin typeface="Times New Roman"/>
                <a:cs typeface="Times New Roman"/>
              </a:rPr>
              <a:t> </a:t>
            </a:r>
            <a:r>
              <a:rPr lang="en-US" sz="1200" dirty="0">
                <a:latin typeface="Times New Roman"/>
                <a:cs typeface="Times New Roman"/>
              </a:rPr>
              <a:t>corresponding</a:t>
            </a:r>
            <a:r>
              <a:rPr lang="en-US" sz="1200" spc="75" dirty="0">
                <a:latin typeface="Times New Roman"/>
                <a:cs typeface="Times New Roman"/>
              </a:rPr>
              <a:t> </a:t>
            </a:r>
            <a:r>
              <a:rPr lang="en-US" sz="1200" dirty="0">
                <a:latin typeface="Times New Roman"/>
                <a:cs typeface="Times New Roman"/>
              </a:rPr>
              <a:t>mouse</a:t>
            </a:r>
            <a:r>
              <a:rPr lang="en-US" sz="1200" spc="85" dirty="0">
                <a:latin typeface="Times New Roman"/>
                <a:cs typeface="Times New Roman"/>
              </a:rPr>
              <a:t> </a:t>
            </a:r>
            <a:r>
              <a:rPr lang="en-US" sz="1200" dirty="0">
                <a:latin typeface="Times New Roman"/>
                <a:cs typeface="Times New Roman"/>
              </a:rPr>
              <a:t>actions,</a:t>
            </a:r>
            <a:r>
              <a:rPr lang="en-US" sz="1200" spc="70" dirty="0">
                <a:latin typeface="Times New Roman"/>
                <a:cs typeface="Times New Roman"/>
              </a:rPr>
              <a:t> </a:t>
            </a:r>
            <a:r>
              <a:rPr lang="en-US" sz="1200" dirty="0">
                <a:latin typeface="Times New Roman"/>
                <a:cs typeface="Times New Roman"/>
              </a:rPr>
              <a:t>such</a:t>
            </a:r>
            <a:r>
              <a:rPr lang="en-US" sz="1200" spc="75" dirty="0">
                <a:latin typeface="Times New Roman"/>
                <a:cs typeface="Times New Roman"/>
              </a:rPr>
              <a:t> </a:t>
            </a:r>
            <a:r>
              <a:rPr lang="en-US" sz="1200" dirty="0">
                <a:latin typeface="Times New Roman"/>
                <a:cs typeface="Times New Roman"/>
              </a:rPr>
              <a:t>as</a:t>
            </a:r>
            <a:r>
              <a:rPr lang="en-US" sz="1200" spc="90" dirty="0">
                <a:latin typeface="Times New Roman"/>
                <a:cs typeface="Times New Roman"/>
              </a:rPr>
              <a:t> </a:t>
            </a:r>
            <a:r>
              <a:rPr lang="en-US" sz="1200" dirty="0">
                <a:latin typeface="Times New Roman"/>
                <a:cs typeface="Times New Roman"/>
              </a:rPr>
              <a:t>cursor</a:t>
            </a:r>
            <a:r>
              <a:rPr lang="en-US" sz="1200" spc="85" dirty="0">
                <a:latin typeface="Times New Roman"/>
                <a:cs typeface="Times New Roman"/>
              </a:rPr>
              <a:t> </a:t>
            </a:r>
            <a:r>
              <a:rPr lang="en-US" sz="1200" dirty="0">
                <a:latin typeface="Times New Roman"/>
                <a:cs typeface="Times New Roman"/>
              </a:rPr>
              <a:t>movement,</a:t>
            </a:r>
            <a:r>
              <a:rPr lang="en-US" sz="1200" spc="85" dirty="0">
                <a:latin typeface="Times New Roman"/>
                <a:cs typeface="Times New Roman"/>
              </a:rPr>
              <a:t> </a:t>
            </a:r>
            <a:r>
              <a:rPr lang="en-US" sz="1200" dirty="0">
                <a:latin typeface="Times New Roman"/>
                <a:cs typeface="Times New Roman"/>
              </a:rPr>
              <a:t>clicks,</a:t>
            </a:r>
            <a:r>
              <a:rPr lang="en-US" sz="1200" spc="85" dirty="0">
                <a:latin typeface="Times New Roman"/>
                <a:cs typeface="Times New Roman"/>
              </a:rPr>
              <a:t> </a:t>
            </a:r>
            <a:r>
              <a:rPr lang="en-US" sz="1200" spc="-25" dirty="0">
                <a:latin typeface="Times New Roman"/>
                <a:cs typeface="Times New Roman"/>
              </a:rPr>
              <a:t>and </a:t>
            </a:r>
            <a:r>
              <a:rPr lang="en-US" sz="1200" dirty="0">
                <a:latin typeface="Times New Roman"/>
                <a:cs typeface="Times New Roman"/>
              </a:rPr>
              <a:t>scrolling.</a:t>
            </a:r>
            <a:r>
              <a:rPr lang="en-US" sz="1200" spc="145" dirty="0">
                <a:latin typeface="Times New Roman"/>
                <a:cs typeface="Times New Roman"/>
              </a:rPr>
              <a:t> </a:t>
            </a:r>
            <a:r>
              <a:rPr lang="en-US" sz="1200" dirty="0">
                <a:latin typeface="Times New Roman"/>
                <a:cs typeface="Times New Roman"/>
              </a:rPr>
              <a:t>The</a:t>
            </a:r>
            <a:r>
              <a:rPr lang="en-US" sz="1200" spc="160" dirty="0">
                <a:latin typeface="Times New Roman"/>
                <a:cs typeface="Times New Roman"/>
              </a:rPr>
              <a:t> </a:t>
            </a:r>
            <a:r>
              <a:rPr lang="en-US" sz="1200" dirty="0">
                <a:latin typeface="Times New Roman"/>
                <a:cs typeface="Times New Roman"/>
              </a:rPr>
              <a:t>virtual</a:t>
            </a:r>
            <a:r>
              <a:rPr lang="en-US" sz="1200" spc="140" dirty="0">
                <a:latin typeface="Times New Roman"/>
                <a:cs typeface="Times New Roman"/>
              </a:rPr>
              <a:t> </a:t>
            </a:r>
            <a:r>
              <a:rPr lang="en-US" sz="1200" dirty="0">
                <a:latin typeface="Times New Roman"/>
                <a:cs typeface="Times New Roman"/>
              </a:rPr>
              <a:t>mouse</a:t>
            </a:r>
            <a:r>
              <a:rPr lang="en-US" sz="1200" spc="160" dirty="0">
                <a:latin typeface="Times New Roman"/>
                <a:cs typeface="Times New Roman"/>
              </a:rPr>
              <a:t> </a:t>
            </a:r>
            <a:r>
              <a:rPr lang="en-US" sz="1200" dirty="0">
                <a:latin typeface="Times New Roman"/>
                <a:cs typeface="Times New Roman"/>
              </a:rPr>
              <a:t>control</a:t>
            </a:r>
            <a:r>
              <a:rPr lang="en-US" sz="1200" spc="120" dirty="0">
                <a:latin typeface="Times New Roman"/>
                <a:cs typeface="Times New Roman"/>
              </a:rPr>
              <a:t> </a:t>
            </a:r>
            <a:r>
              <a:rPr lang="en-US" sz="1200" dirty="0">
                <a:latin typeface="Times New Roman"/>
                <a:cs typeface="Times New Roman"/>
              </a:rPr>
              <a:t>software</a:t>
            </a:r>
            <a:r>
              <a:rPr lang="en-US" sz="1200" spc="130" dirty="0">
                <a:latin typeface="Times New Roman"/>
                <a:cs typeface="Times New Roman"/>
              </a:rPr>
              <a:t> </a:t>
            </a:r>
            <a:r>
              <a:rPr lang="en-US" sz="1200" dirty="0">
                <a:latin typeface="Times New Roman"/>
                <a:cs typeface="Times New Roman"/>
              </a:rPr>
              <a:t>translates</a:t>
            </a:r>
            <a:r>
              <a:rPr lang="en-US" sz="1200" spc="165" dirty="0">
                <a:latin typeface="Times New Roman"/>
                <a:cs typeface="Times New Roman"/>
              </a:rPr>
              <a:t> </a:t>
            </a:r>
            <a:r>
              <a:rPr lang="en-US" sz="1200" dirty="0">
                <a:latin typeface="Times New Roman"/>
                <a:cs typeface="Times New Roman"/>
              </a:rPr>
              <a:t>these</a:t>
            </a:r>
            <a:r>
              <a:rPr lang="en-US" sz="1200" spc="145" dirty="0">
                <a:latin typeface="Times New Roman"/>
                <a:cs typeface="Times New Roman"/>
              </a:rPr>
              <a:t> </a:t>
            </a:r>
            <a:r>
              <a:rPr lang="en-US" sz="1200" dirty="0">
                <a:latin typeface="Times New Roman"/>
                <a:cs typeface="Times New Roman"/>
              </a:rPr>
              <a:t>recognized</a:t>
            </a:r>
            <a:r>
              <a:rPr lang="en-US" sz="1200" spc="165" dirty="0">
                <a:latin typeface="Times New Roman"/>
                <a:cs typeface="Times New Roman"/>
              </a:rPr>
              <a:t> </a:t>
            </a:r>
            <a:r>
              <a:rPr lang="en-US" sz="1200" dirty="0">
                <a:latin typeface="Times New Roman"/>
                <a:cs typeface="Times New Roman"/>
              </a:rPr>
              <a:t>gestures</a:t>
            </a:r>
            <a:r>
              <a:rPr lang="en-US" sz="1200" spc="155" dirty="0">
                <a:latin typeface="Times New Roman"/>
                <a:cs typeface="Times New Roman"/>
              </a:rPr>
              <a:t> </a:t>
            </a:r>
            <a:r>
              <a:rPr lang="en-US" sz="1200" dirty="0">
                <a:latin typeface="Times New Roman"/>
                <a:cs typeface="Times New Roman"/>
              </a:rPr>
              <a:t>into</a:t>
            </a:r>
            <a:r>
              <a:rPr lang="en-US" sz="1200" spc="135" dirty="0">
                <a:latin typeface="Times New Roman"/>
                <a:cs typeface="Times New Roman"/>
              </a:rPr>
              <a:t> </a:t>
            </a:r>
            <a:r>
              <a:rPr lang="en-US" sz="1200" dirty="0">
                <a:latin typeface="Times New Roman"/>
                <a:cs typeface="Times New Roman"/>
              </a:rPr>
              <a:t>system-</a:t>
            </a:r>
            <a:r>
              <a:rPr lang="en-US" sz="1200" spc="-10" dirty="0">
                <a:latin typeface="Times New Roman"/>
                <a:cs typeface="Times New Roman"/>
              </a:rPr>
              <a:t>level </a:t>
            </a:r>
            <a:r>
              <a:rPr lang="en-US" sz="1200" dirty="0">
                <a:latin typeface="Times New Roman"/>
                <a:cs typeface="Times New Roman"/>
              </a:rPr>
              <a:t>commands,</a:t>
            </a:r>
            <a:r>
              <a:rPr lang="en-US" sz="1200" spc="185" dirty="0">
                <a:latin typeface="Times New Roman"/>
                <a:cs typeface="Times New Roman"/>
              </a:rPr>
              <a:t> </a:t>
            </a:r>
            <a:r>
              <a:rPr lang="en-US" sz="1200" dirty="0">
                <a:latin typeface="Times New Roman"/>
                <a:cs typeface="Times New Roman"/>
              </a:rPr>
              <a:t>while</a:t>
            </a:r>
            <a:r>
              <a:rPr lang="en-US" sz="1200" spc="195" dirty="0">
                <a:latin typeface="Times New Roman"/>
                <a:cs typeface="Times New Roman"/>
              </a:rPr>
              <a:t> </a:t>
            </a:r>
            <a:r>
              <a:rPr lang="en-US" sz="1200" dirty="0">
                <a:latin typeface="Times New Roman"/>
                <a:cs typeface="Times New Roman"/>
              </a:rPr>
              <a:t>the</a:t>
            </a:r>
            <a:r>
              <a:rPr lang="en-US" sz="1200" spc="200" dirty="0">
                <a:latin typeface="Times New Roman"/>
                <a:cs typeface="Times New Roman"/>
              </a:rPr>
              <a:t> </a:t>
            </a:r>
            <a:r>
              <a:rPr lang="en-US" sz="1200" dirty="0">
                <a:latin typeface="Times New Roman"/>
                <a:cs typeface="Times New Roman"/>
              </a:rPr>
              <a:t>operating</a:t>
            </a:r>
            <a:r>
              <a:rPr lang="en-US" sz="1200" spc="175" dirty="0">
                <a:latin typeface="Times New Roman"/>
                <a:cs typeface="Times New Roman"/>
              </a:rPr>
              <a:t> </a:t>
            </a:r>
            <a:r>
              <a:rPr lang="en-US" sz="1200" dirty="0">
                <a:latin typeface="Times New Roman"/>
                <a:cs typeface="Times New Roman"/>
              </a:rPr>
              <a:t>system</a:t>
            </a:r>
            <a:r>
              <a:rPr lang="en-US" sz="1200" spc="190" dirty="0">
                <a:latin typeface="Times New Roman"/>
                <a:cs typeface="Times New Roman"/>
              </a:rPr>
              <a:t> </a:t>
            </a:r>
            <a:r>
              <a:rPr lang="en-US" sz="1200" dirty="0">
                <a:latin typeface="Times New Roman"/>
                <a:cs typeface="Times New Roman"/>
              </a:rPr>
              <a:t>provides</a:t>
            </a:r>
            <a:r>
              <a:rPr lang="en-US" sz="1200" spc="204" dirty="0">
                <a:latin typeface="Times New Roman"/>
                <a:cs typeface="Times New Roman"/>
              </a:rPr>
              <a:t> </a:t>
            </a:r>
            <a:r>
              <a:rPr lang="en-US" sz="1200" dirty="0">
                <a:latin typeface="Times New Roman"/>
                <a:cs typeface="Times New Roman"/>
              </a:rPr>
              <a:t>the</a:t>
            </a:r>
            <a:r>
              <a:rPr lang="en-US" sz="1200" spc="185" dirty="0">
                <a:latin typeface="Times New Roman"/>
                <a:cs typeface="Times New Roman"/>
              </a:rPr>
              <a:t> </a:t>
            </a:r>
            <a:r>
              <a:rPr lang="en-US" sz="1200" dirty="0">
                <a:latin typeface="Times New Roman"/>
                <a:cs typeface="Times New Roman"/>
              </a:rPr>
              <a:t>necessary</a:t>
            </a:r>
            <a:r>
              <a:rPr lang="en-US" sz="1200" spc="175" dirty="0">
                <a:latin typeface="Times New Roman"/>
                <a:cs typeface="Times New Roman"/>
              </a:rPr>
              <a:t> </a:t>
            </a:r>
            <a:r>
              <a:rPr lang="en-US" sz="1200" dirty="0">
                <a:latin typeface="Times New Roman"/>
                <a:cs typeface="Times New Roman"/>
              </a:rPr>
              <a:t>interface</a:t>
            </a:r>
            <a:r>
              <a:rPr lang="en-US" sz="1200" spc="195" dirty="0">
                <a:latin typeface="Times New Roman"/>
                <a:cs typeface="Times New Roman"/>
              </a:rPr>
              <a:t> </a:t>
            </a:r>
            <a:r>
              <a:rPr lang="en-US" sz="1200" dirty="0">
                <a:latin typeface="Times New Roman"/>
                <a:cs typeface="Times New Roman"/>
              </a:rPr>
              <a:t>for</a:t>
            </a:r>
            <a:r>
              <a:rPr lang="en-US" sz="1200" spc="175" dirty="0">
                <a:latin typeface="Times New Roman"/>
                <a:cs typeface="Times New Roman"/>
              </a:rPr>
              <a:t> </a:t>
            </a:r>
            <a:r>
              <a:rPr lang="en-US" sz="1200" dirty="0">
                <a:latin typeface="Times New Roman"/>
                <a:cs typeface="Times New Roman"/>
              </a:rPr>
              <a:t>controlling</a:t>
            </a:r>
            <a:r>
              <a:rPr lang="en-US" sz="1200" spc="175" dirty="0">
                <a:latin typeface="Times New Roman"/>
                <a:cs typeface="Times New Roman"/>
              </a:rPr>
              <a:t> </a:t>
            </a:r>
            <a:r>
              <a:rPr lang="en-US" sz="1200" dirty="0">
                <a:latin typeface="Times New Roman"/>
                <a:cs typeface="Times New Roman"/>
              </a:rPr>
              <a:t>cursor</a:t>
            </a:r>
            <a:r>
              <a:rPr lang="en-US" sz="1200" spc="185" dirty="0">
                <a:latin typeface="Times New Roman"/>
                <a:cs typeface="Times New Roman"/>
              </a:rPr>
              <a:t> </a:t>
            </a:r>
            <a:r>
              <a:rPr lang="en-US" sz="1200" spc="-25" dirty="0">
                <a:latin typeface="Times New Roman"/>
                <a:cs typeface="Times New Roman"/>
              </a:rPr>
              <a:t>and </a:t>
            </a:r>
            <a:r>
              <a:rPr lang="en-US" sz="1200" dirty="0">
                <a:latin typeface="Times New Roman"/>
                <a:cs typeface="Times New Roman"/>
              </a:rPr>
              <a:t>other</a:t>
            </a:r>
            <a:r>
              <a:rPr lang="en-US" sz="1200" spc="450" dirty="0">
                <a:latin typeface="Times New Roman"/>
                <a:cs typeface="Times New Roman"/>
              </a:rPr>
              <a:t> </a:t>
            </a:r>
            <a:r>
              <a:rPr lang="en-US" sz="1200" dirty="0">
                <a:latin typeface="Times New Roman"/>
                <a:cs typeface="Times New Roman"/>
              </a:rPr>
              <a:t>functions.</a:t>
            </a:r>
            <a:r>
              <a:rPr lang="en-US" sz="1200" spc="465" dirty="0">
                <a:latin typeface="Times New Roman"/>
                <a:cs typeface="Times New Roman"/>
              </a:rPr>
              <a:t> </a:t>
            </a:r>
            <a:r>
              <a:rPr lang="en-US" sz="1200" dirty="0">
                <a:latin typeface="Times New Roman"/>
                <a:cs typeface="Times New Roman"/>
              </a:rPr>
              <a:t>This</a:t>
            </a:r>
            <a:r>
              <a:rPr lang="en-US" sz="1200" spc="459" dirty="0">
                <a:latin typeface="Times New Roman"/>
                <a:cs typeface="Times New Roman"/>
              </a:rPr>
              <a:t> </a:t>
            </a:r>
            <a:r>
              <a:rPr lang="en-US" sz="1200" dirty="0">
                <a:latin typeface="Times New Roman"/>
                <a:cs typeface="Times New Roman"/>
              </a:rPr>
              <a:t>integrated</a:t>
            </a:r>
            <a:r>
              <a:rPr lang="en-US" sz="1200" spc="450" dirty="0">
                <a:latin typeface="Times New Roman"/>
                <a:cs typeface="Times New Roman"/>
              </a:rPr>
              <a:t> </a:t>
            </a:r>
            <a:r>
              <a:rPr lang="en-US" sz="1200" dirty="0">
                <a:latin typeface="Times New Roman"/>
                <a:cs typeface="Times New Roman"/>
              </a:rPr>
              <a:t>setup</a:t>
            </a:r>
            <a:r>
              <a:rPr lang="en-US" sz="1200" spc="450" dirty="0">
                <a:latin typeface="Times New Roman"/>
                <a:cs typeface="Times New Roman"/>
              </a:rPr>
              <a:t> </a:t>
            </a:r>
            <a:r>
              <a:rPr lang="en-US" sz="1200" dirty="0">
                <a:latin typeface="Times New Roman"/>
                <a:cs typeface="Times New Roman"/>
              </a:rPr>
              <a:t>ensures</a:t>
            </a:r>
            <a:r>
              <a:rPr lang="en-US" sz="1200" spc="465" dirty="0">
                <a:latin typeface="Times New Roman"/>
                <a:cs typeface="Times New Roman"/>
              </a:rPr>
              <a:t> </a:t>
            </a:r>
            <a:r>
              <a:rPr lang="en-US" sz="1200" dirty="0">
                <a:latin typeface="Times New Roman"/>
                <a:cs typeface="Times New Roman"/>
              </a:rPr>
              <a:t>low-latency,</a:t>
            </a:r>
            <a:r>
              <a:rPr lang="en-US" sz="1200" spc="470" dirty="0">
                <a:latin typeface="Times New Roman"/>
                <a:cs typeface="Times New Roman"/>
              </a:rPr>
              <a:t> </a:t>
            </a:r>
            <a:r>
              <a:rPr lang="en-US" sz="1200" dirty="0">
                <a:latin typeface="Times New Roman"/>
                <a:cs typeface="Times New Roman"/>
              </a:rPr>
              <a:t>accurate,</a:t>
            </a:r>
            <a:r>
              <a:rPr lang="en-US" sz="1200" spc="470" dirty="0">
                <a:latin typeface="Times New Roman"/>
                <a:cs typeface="Times New Roman"/>
              </a:rPr>
              <a:t> </a:t>
            </a:r>
            <a:r>
              <a:rPr lang="en-US" sz="1200" dirty="0">
                <a:latin typeface="Times New Roman"/>
                <a:cs typeface="Times New Roman"/>
              </a:rPr>
              <a:t>and</a:t>
            </a:r>
            <a:r>
              <a:rPr lang="en-US" sz="1200" spc="465" dirty="0">
                <a:latin typeface="Times New Roman"/>
                <a:cs typeface="Times New Roman"/>
              </a:rPr>
              <a:t> </a:t>
            </a:r>
            <a:r>
              <a:rPr lang="en-US" sz="1200" dirty="0">
                <a:latin typeface="Times New Roman"/>
                <a:cs typeface="Times New Roman"/>
              </a:rPr>
              <a:t>smooth</a:t>
            </a:r>
            <a:r>
              <a:rPr lang="en-US" sz="1200" spc="470" dirty="0">
                <a:latin typeface="Times New Roman"/>
                <a:cs typeface="Times New Roman"/>
              </a:rPr>
              <a:t> </a:t>
            </a:r>
            <a:r>
              <a:rPr lang="en-US" sz="1200" spc="-10" dirty="0">
                <a:latin typeface="Times New Roman"/>
                <a:cs typeface="Times New Roman"/>
              </a:rPr>
              <a:t>interaction, </a:t>
            </a:r>
            <a:r>
              <a:rPr lang="en-US" sz="1200" dirty="0">
                <a:latin typeface="Times New Roman"/>
                <a:cs typeface="Times New Roman"/>
              </a:rPr>
              <a:t>eliminating</a:t>
            </a:r>
            <a:r>
              <a:rPr lang="en-US" sz="1200" spc="105" dirty="0">
                <a:latin typeface="Times New Roman"/>
                <a:cs typeface="Times New Roman"/>
              </a:rPr>
              <a:t> </a:t>
            </a:r>
            <a:r>
              <a:rPr lang="en-US" sz="1200" dirty="0">
                <a:latin typeface="Times New Roman"/>
                <a:cs typeface="Times New Roman"/>
              </a:rPr>
              <a:t>the</a:t>
            </a:r>
            <a:r>
              <a:rPr lang="en-US" sz="1200" spc="125" dirty="0">
                <a:latin typeface="Times New Roman"/>
                <a:cs typeface="Times New Roman"/>
              </a:rPr>
              <a:t> </a:t>
            </a:r>
            <a:r>
              <a:rPr lang="en-US" sz="1200" dirty="0">
                <a:latin typeface="Times New Roman"/>
                <a:cs typeface="Times New Roman"/>
              </a:rPr>
              <a:t>need</a:t>
            </a:r>
            <a:r>
              <a:rPr lang="en-US" sz="1200" spc="130" dirty="0">
                <a:latin typeface="Times New Roman"/>
                <a:cs typeface="Times New Roman"/>
              </a:rPr>
              <a:t> </a:t>
            </a:r>
            <a:r>
              <a:rPr lang="en-US" sz="1200" dirty="0">
                <a:latin typeface="Times New Roman"/>
                <a:cs typeface="Times New Roman"/>
              </a:rPr>
              <a:t>for</a:t>
            </a:r>
            <a:r>
              <a:rPr lang="en-US" sz="1200" spc="114" dirty="0">
                <a:latin typeface="Times New Roman"/>
                <a:cs typeface="Times New Roman"/>
              </a:rPr>
              <a:t> </a:t>
            </a:r>
            <a:r>
              <a:rPr lang="en-US" sz="1200" dirty="0">
                <a:latin typeface="Times New Roman"/>
                <a:cs typeface="Times New Roman"/>
              </a:rPr>
              <a:t>traditional</a:t>
            </a:r>
            <a:r>
              <a:rPr lang="en-US" sz="1200" spc="135" dirty="0">
                <a:latin typeface="Times New Roman"/>
                <a:cs typeface="Times New Roman"/>
              </a:rPr>
              <a:t> </a:t>
            </a:r>
            <a:r>
              <a:rPr lang="en-US" sz="1200" dirty="0">
                <a:latin typeface="Times New Roman"/>
                <a:cs typeface="Times New Roman"/>
              </a:rPr>
              <a:t>physical</a:t>
            </a:r>
            <a:r>
              <a:rPr lang="en-US" sz="1200" spc="140" dirty="0">
                <a:latin typeface="Times New Roman"/>
                <a:cs typeface="Times New Roman"/>
              </a:rPr>
              <a:t> </a:t>
            </a:r>
            <a:r>
              <a:rPr lang="en-US" sz="1200" dirty="0">
                <a:latin typeface="Times New Roman"/>
                <a:cs typeface="Times New Roman"/>
              </a:rPr>
              <a:t>input</a:t>
            </a:r>
            <a:r>
              <a:rPr lang="en-US" sz="1200" spc="135" dirty="0">
                <a:latin typeface="Times New Roman"/>
                <a:cs typeface="Times New Roman"/>
              </a:rPr>
              <a:t> </a:t>
            </a:r>
            <a:r>
              <a:rPr lang="en-US" sz="1200" dirty="0">
                <a:latin typeface="Times New Roman"/>
                <a:cs typeface="Times New Roman"/>
              </a:rPr>
              <a:t>devices</a:t>
            </a:r>
            <a:r>
              <a:rPr lang="en-US" sz="1200" spc="135" dirty="0">
                <a:latin typeface="Times New Roman"/>
                <a:cs typeface="Times New Roman"/>
              </a:rPr>
              <a:t> </a:t>
            </a:r>
            <a:r>
              <a:rPr lang="en-US" sz="1200" dirty="0">
                <a:latin typeface="Times New Roman"/>
                <a:cs typeface="Times New Roman"/>
              </a:rPr>
              <a:t>and</a:t>
            </a:r>
            <a:r>
              <a:rPr lang="en-US" sz="1200" spc="130" dirty="0">
                <a:latin typeface="Times New Roman"/>
                <a:cs typeface="Times New Roman"/>
              </a:rPr>
              <a:t> </a:t>
            </a:r>
            <a:r>
              <a:rPr lang="en-US" sz="1200" dirty="0">
                <a:latin typeface="Times New Roman"/>
                <a:cs typeface="Times New Roman"/>
              </a:rPr>
              <a:t>enabling</a:t>
            </a:r>
            <a:r>
              <a:rPr lang="en-US" sz="1200" spc="120" dirty="0">
                <a:latin typeface="Times New Roman"/>
                <a:cs typeface="Times New Roman"/>
              </a:rPr>
              <a:t> </a:t>
            </a:r>
            <a:r>
              <a:rPr lang="en-US" sz="1200" dirty="0">
                <a:latin typeface="Times New Roman"/>
                <a:cs typeface="Times New Roman"/>
              </a:rPr>
              <a:t>a</a:t>
            </a:r>
            <a:r>
              <a:rPr lang="en-US" sz="1200" spc="125" dirty="0">
                <a:latin typeface="Times New Roman"/>
                <a:cs typeface="Times New Roman"/>
              </a:rPr>
              <a:t> </a:t>
            </a:r>
            <a:r>
              <a:rPr lang="en-US" sz="1200" dirty="0">
                <a:latin typeface="Times New Roman"/>
                <a:cs typeface="Times New Roman"/>
              </a:rPr>
              <a:t>more</a:t>
            </a:r>
            <a:r>
              <a:rPr lang="en-US" sz="1200" spc="140" dirty="0">
                <a:latin typeface="Times New Roman"/>
                <a:cs typeface="Times New Roman"/>
              </a:rPr>
              <a:t> </a:t>
            </a:r>
            <a:r>
              <a:rPr lang="en-US" sz="1200" dirty="0">
                <a:latin typeface="Times New Roman"/>
                <a:cs typeface="Times New Roman"/>
              </a:rPr>
              <a:t>intuitive</a:t>
            </a:r>
            <a:r>
              <a:rPr lang="en-US" sz="1200" spc="125" dirty="0">
                <a:latin typeface="Times New Roman"/>
                <a:cs typeface="Times New Roman"/>
              </a:rPr>
              <a:t> </a:t>
            </a:r>
            <a:r>
              <a:rPr lang="en-US" sz="1200" spc="-10" dirty="0">
                <a:latin typeface="Times New Roman"/>
                <a:cs typeface="Times New Roman"/>
              </a:rPr>
              <a:t>computing experience.</a:t>
            </a:r>
            <a:endParaRPr lang="en-US" sz="1200" dirty="0">
              <a:latin typeface="Times New Roman"/>
              <a:cs typeface="Times New Roman"/>
            </a:endParaRPr>
          </a:p>
          <a:p>
            <a:pPr marL="12700" marR="5080" indent="464184" algn="just">
              <a:lnSpc>
                <a:spcPct val="143700"/>
              </a:lnSpc>
              <a:spcBef>
                <a:spcPts val="95"/>
              </a:spcBef>
            </a:pPr>
            <a:endParaRPr sz="1200" dirty="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781171" y="9784791"/>
            <a:ext cx="1778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13</a:t>
            </a:r>
            <a:endParaRPr sz="1200">
              <a:latin typeface="Times New Roman"/>
              <a:cs typeface="Times New Roman"/>
            </a:endParaRPr>
          </a:p>
        </p:txBody>
      </p:sp>
      <p:sp>
        <p:nvSpPr>
          <p:cNvPr id="3" name="object 3"/>
          <p:cNvSpPr txBox="1"/>
          <p:nvPr/>
        </p:nvSpPr>
        <p:spPr>
          <a:xfrm>
            <a:off x="886764" y="889761"/>
            <a:ext cx="6148705" cy="8016875"/>
          </a:xfrm>
          <a:prstGeom prst="rect">
            <a:avLst/>
          </a:prstGeom>
        </p:spPr>
        <p:txBody>
          <a:bodyPr vert="horz" wrap="square" lIns="0" tIns="12065" rIns="0" bIns="0" rtlCol="0">
            <a:spAutoFit/>
          </a:bodyPr>
          <a:lstStyle/>
          <a:p>
            <a:pPr marL="12700">
              <a:lnSpc>
                <a:spcPct val="150000"/>
              </a:lnSpc>
              <a:spcBef>
                <a:spcPts val="95"/>
              </a:spcBef>
            </a:pPr>
            <a:r>
              <a:rPr sz="1600" b="1" dirty="0">
                <a:latin typeface="Times New Roman"/>
                <a:cs typeface="Times New Roman"/>
              </a:rPr>
              <a:t>CHAPTER</a:t>
            </a:r>
            <a:r>
              <a:rPr sz="1600" b="1" spc="-50" dirty="0">
                <a:latin typeface="Times New Roman"/>
                <a:cs typeface="Times New Roman"/>
              </a:rPr>
              <a:t> 4</a:t>
            </a:r>
            <a:endParaRPr sz="1600" dirty="0">
              <a:latin typeface="Times New Roman"/>
              <a:cs typeface="Times New Roman"/>
            </a:endParaRPr>
          </a:p>
          <a:p>
            <a:pPr algn="ctr">
              <a:lnSpc>
                <a:spcPct val="150000"/>
              </a:lnSpc>
              <a:spcBef>
                <a:spcPts val="1625"/>
              </a:spcBef>
            </a:pPr>
            <a:r>
              <a:rPr sz="1800" b="1" spc="-10" dirty="0">
                <a:latin typeface="Times New Roman"/>
                <a:cs typeface="Times New Roman"/>
              </a:rPr>
              <a:t>SYSTEM</a:t>
            </a:r>
            <a:r>
              <a:rPr sz="1800" b="1" spc="-95" dirty="0">
                <a:latin typeface="Times New Roman"/>
                <a:cs typeface="Times New Roman"/>
              </a:rPr>
              <a:t> </a:t>
            </a:r>
            <a:r>
              <a:rPr sz="1800" b="1" spc="-10" dirty="0">
                <a:latin typeface="Times New Roman"/>
                <a:cs typeface="Times New Roman"/>
              </a:rPr>
              <a:t>ANALYSIS</a:t>
            </a:r>
            <a:endParaRPr sz="1800" dirty="0">
              <a:latin typeface="Times New Roman"/>
              <a:cs typeface="Times New Roman"/>
            </a:endParaRPr>
          </a:p>
          <a:p>
            <a:pPr marL="12700" marR="5080" indent="456565" algn="just">
              <a:lnSpc>
                <a:spcPct val="150000"/>
              </a:lnSpc>
              <a:spcBef>
                <a:spcPts val="1145"/>
              </a:spcBef>
            </a:pPr>
            <a:r>
              <a:rPr sz="1200" dirty="0">
                <a:latin typeface="Times New Roman"/>
                <a:cs typeface="Times New Roman"/>
              </a:rPr>
              <a:t>System</a:t>
            </a:r>
            <a:r>
              <a:rPr sz="1200" spc="130" dirty="0">
                <a:latin typeface="Times New Roman"/>
                <a:cs typeface="Times New Roman"/>
              </a:rPr>
              <a:t> </a:t>
            </a:r>
            <a:r>
              <a:rPr sz="1200" dirty="0">
                <a:latin typeface="Times New Roman"/>
                <a:cs typeface="Times New Roman"/>
              </a:rPr>
              <a:t>analysis</a:t>
            </a:r>
            <a:r>
              <a:rPr sz="1200" spc="130" dirty="0">
                <a:latin typeface="Times New Roman"/>
                <a:cs typeface="Times New Roman"/>
              </a:rPr>
              <a:t> </a:t>
            </a:r>
            <a:r>
              <a:rPr sz="1200" dirty="0">
                <a:latin typeface="Times New Roman"/>
                <a:cs typeface="Times New Roman"/>
              </a:rPr>
              <a:t>is</a:t>
            </a:r>
            <a:r>
              <a:rPr sz="1200" spc="135" dirty="0">
                <a:latin typeface="Times New Roman"/>
                <a:cs typeface="Times New Roman"/>
              </a:rPr>
              <a:t> </a:t>
            </a:r>
            <a:r>
              <a:rPr sz="1200" dirty="0">
                <a:latin typeface="Times New Roman"/>
                <a:cs typeface="Times New Roman"/>
              </a:rPr>
              <a:t>"the</a:t>
            </a:r>
            <a:r>
              <a:rPr sz="1200" spc="110" dirty="0">
                <a:latin typeface="Times New Roman"/>
                <a:cs typeface="Times New Roman"/>
              </a:rPr>
              <a:t> </a:t>
            </a:r>
            <a:r>
              <a:rPr sz="1200" dirty="0">
                <a:latin typeface="Times New Roman"/>
                <a:cs typeface="Times New Roman"/>
              </a:rPr>
              <a:t>process</a:t>
            </a:r>
            <a:r>
              <a:rPr sz="1200" spc="135" dirty="0">
                <a:latin typeface="Times New Roman"/>
                <a:cs typeface="Times New Roman"/>
              </a:rPr>
              <a:t> </a:t>
            </a:r>
            <a:r>
              <a:rPr sz="1200" dirty="0">
                <a:latin typeface="Times New Roman"/>
                <a:cs typeface="Times New Roman"/>
              </a:rPr>
              <a:t>of</a:t>
            </a:r>
            <a:r>
              <a:rPr sz="1200" spc="125" dirty="0">
                <a:latin typeface="Times New Roman"/>
                <a:cs typeface="Times New Roman"/>
              </a:rPr>
              <a:t> </a:t>
            </a:r>
            <a:r>
              <a:rPr sz="1200" dirty="0">
                <a:latin typeface="Times New Roman"/>
                <a:cs typeface="Times New Roman"/>
              </a:rPr>
              <a:t>studying</a:t>
            </a:r>
            <a:r>
              <a:rPr sz="1200" spc="135" dirty="0">
                <a:latin typeface="Times New Roman"/>
                <a:cs typeface="Times New Roman"/>
              </a:rPr>
              <a:t> </a:t>
            </a:r>
            <a:r>
              <a:rPr sz="1200" dirty="0">
                <a:latin typeface="Times New Roman"/>
                <a:cs typeface="Times New Roman"/>
              </a:rPr>
              <a:t>a</a:t>
            </a:r>
            <a:r>
              <a:rPr sz="1200" spc="125" dirty="0">
                <a:latin typeface="Times New Roman"/>
                <a:cs typeface="Times New Roman"/>
              </a:rPr>
              <a:t> </a:t>
            </a:r>
            <a:r>
              <a:rPr sz="1200" dirty="0">
                <a:latin typeface="Times New Roman"/>
                <a:cs typeface="Times New Roman"/>
              </a:rPr>
              <a:t>procedure</a:t>
            </a:r>
            <a:r>
              <a:rPr sz="1200" spc="125" dirty="0">
                <a:latin typeface="Times New Roman"/>
                <a:cs typeface="Times New Roman"/>
              </a:rPr>
              <a:t> </a:t>
            </a:r>
            <a:r>
              <a:rPr sz="1200" dirty="0">
                <a:latin typeface="Times New Roman"/>
                <a:cs typeface="Times New Roman"/>
              </a:rPr>
              <a:t>in</a:t>
            </a:r>
            <a:r>
              <a:rPr sz="1200" spc="130" dirty="0">
                <a:latin typeface="Times New Roman"/>
                <a:cs typeface="Times New Roman"/>
              </a:rPr>
              <a:t> </a:t>
            </a:r>
            <a:r>
              <a:rPr sz="1200" dirty="0">
                <a:latin typeface="Times New Roman"/>
                <a:cs typeface="Times New Roman"/>
              </a:rPr>
              <a:t>order</a:t>
            </a:r>
            <a:r>
              <a:rPr sz="1200" spc="130" dirty="0">
                <a:latin typeface="Times New Roman"/>
                <a:cs typeface="Times New Roman"/>
              </a:rPr>
              <a:t> </a:t>
            </a:r>
            <a:r>
              <a:rPr sz="1200" dirty="0">
                <a:latin typeface="Times New Roman"/>
                <a:cs typeface="Times New Roman"/>
              </a:rPr>
              <a:t>to</a:t>
            </a:r>
            <a:r>
              <a:rPr sz="1200" spc="130" dirty="0">
                <a:latin typeface="Times New Roman"/>
                <a:cs typeface="Times New Roman"/>
              </a:rPr>
              <a:t> </a:t>
            </a:r>
            <a:r>
              <a:rPr sz="1200" dirty="0">
                <a:latin typeface="Times New Roman"/>
                <a:cs typeface="Times New Roman"/>
              </a:rPr>
              <a:t>identify</a:t>
            </a:r>
            <a:r>
              <a:rPr sz="1200" spc="125" dirty="0">
                <a:latin typeface="Times New Roman"/>
                <a:cs typeface="Times New Roman"/>
              </a:rPr>
              <a:t> </a:t>
            </a:r>
            <a:r>
              <a:rPr sz="1200" dirty="0">
                <a:latin typeface="Times New Roman"/>
                <a:cs typeface="Times New Roman"/>
              </a:rPr>
              <a:t>its</a:t>
            </a:r>
            <a:r>
              <a:rPr sz="1200" spc="135" dirty="0">
                <a:latin typeface="Times New Roman"/>
                <a:cs typeface="Times New Roman"/>
              </a:rPr>
              <a:t> </a:t>
            </a:r>
            <a:r>
              <a:rPr sz="1200" dirty="0">
                <a:latin typeface="Times New Roman"/>
                <a:cs typeface="Times New Roman"/>
              </a:rPr>
              <a:t>goals</a:t>
            </a:r>
            <a:r>
              <a:rPr sz="1200" spc="13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purposes</a:t>
            </a:r>
            <a:r>
              <a:rPr sz="1200" spc="-65" dirty="0">
                <a:latin typeface="Times New Roman"/>
                <a:cs typeface="Times New Roman"/>
              </a:rPr>
              <a:t> </a:t>
            </a:r>
            <a:r>
              <a:rPr sz="1200" dirty="0">
                <a:latin typeface="Times New Roman"/>
                <a:cs typeface="Times New Roman"/>
              </a:rPr>
              <a:t>and</a:t>
            </a:r>
            <a:r>
              <a:rPr sz="1200" spc="-70" dirty="0">
                <a:latin typeface="Times New Roman"/>
                <a:cs typeface="Times New Roman"/>
              </a:rPr>
              <a:t> </a:t>
            </a:r>
            <a:r>
              <a:rPr sz="1200" spc="-10" dirty="0">
                <a:latin typeface="Times New Roman"/>
                <a:cs typeface="Times New Roman"/>
              </a:rPr>
              <a:t>create</a:t>
            </a:r>
            <a:r>
              <a:rPr sz="1200" spc="-40" dirty="0">
                <a:latin typeface="Times New Roman"/>
                <a:cs typeface="Times New Roman"/>
              </a:rPr>
              <a:t> </a:t>
            </a:r>
            <a:r>
              <a:rPr sz="1200" dirty="0">
                <a:latin typeface="Times New Roman"/>
                <a:cs typeface="Times New Roman"/>
                <a:hlinkClick r:id="rId2"/>
              </a:rPr>
              <a:t>systems</a:t>
            </a:r>
            <a:r>
              <a:rPr sz="1200" spc="-3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procedures</a:t>
            </a:r>
            <a:r>
              <a:rPr sz="1200" spc="-40"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will</a:t>
            </a:r>
            <a:r>
              <a:rPr sz="1200" spc="-40" dirty="0">
                <a:latin typeface="Times New Roman"/>
                <a:cs typeface="Times New Roman"/>
              </a:rPr>
              <a:t> </a:t>
            </a:r>
            <a:r>
              <a:rPr sz="1200" spc="-10" dirty="0">
                <a:latin typeface="Times New Roman"/>
                <a:cs typeface="Times New Roman"/>
              </a:rPr>
              <a:t>achieve</a:t>
            </a:r>
            <a:r>
              <a:rPr sz="1200" spc="-45" dirty="0">
                <a:latin typeface="Times New Roman"/>
                <a:cs typeface="Times New Roman"/>
              </a:rPr>
              <a:t> </a:t>
            </a:r>
            <a:r>
              <a:rPr sz="1200" dirty="0">
                <a:latin typeface="Times New Roman"/>
                <a:cs typeface="Times New Roman"/>
              </a:rPr>
              <a:t>them</a:t>
            </a:r>
            <a:r>
              <a:rPr sz="1200" spc="-4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an</a:t>
            </a:r>
            <a:r>
              <a:rPr sz="1200" spc="-40" dirty="0">
                <a:latin typeface="Times New Roman"/>
                <a:cs typeface="Times New Roman"/>
              </a:rPr>
              <a:t> </a:t>
            </a:r>
            <a:r>
              <a:rPr sz="1200" spc="-10" dirty="0">
                <a:latin typeface="Times New Roman"/>
                <a:cs typeface="Times New Roman"/>
              </a:rPr>
              <a:t>efficient</a:t>
            </a:r>
            <a:r>
              <a:rPr sz="1200" spc="-40" dirty="0">
                <a:latin typeface="Times New Roman"/>
                <a:cs typeface="Times New Roman"/>
              </a:rPr>
              <a:t> </a:t>
            </a:r>
            <a:r>
              <a:rPr sz="1200" spc="-20" dirty="0">
                <a:latin typeface="Times New Roman"/>
                <a:cs typeface="Times New Roman"/>
              </a:rPr>
              <a:t>way".</a:t>
            </a:r>
            <a:r>
              <a:rPr sz="1200" spc="-55" dirty="0">
                <a:latin typeface="Times New Roman"/>
                <a:cs typeface="Times New Roman"/>
              </a:rPr>
              <a:t> </a:t>
            </a:r>
            <a:r>
              <a:rPr sz="1200" spc="-10" dirty="0">
                <a:latin typeface="Times New Roman"/>
                <a:cs typeface="Times New Roman"/>
              </a:rPr>
              <a:t>Another</a:t>
            </a:r>
            <a:r>
              <a:rPr sz="1200" spc="-45" dirty="0">
                <a:latin typeface="Times New Roman"/>
                <a:cs typeface="Times New Roman"/>
              </a:rPr>
              <a:t> </a:t>
            </a:r>
            <a:r>
              <a:rPr sz="1200" spc="-20" dirty="0">
                <a:latin typeface="Times New Roman"/>
                <a:cs typeface="Times New Roman"/>
              </a:rPr>
              <a:t>view </a:t>
            </a:r>
            <a:r>
              <a:rPr sz="1200" dirty="0">
                <a:latin typeface="Times New Roman"/>
                <a:cs typeface="Times New Roman"/>
              </a:rPr>
              <a:t>sees</a:t>
            </a:r>
            <a:r>
              <a:rPr sz="1200" spc="35" dirty="0">
                <a:latin typeface="Times New Roman"/>
                <a:cs typeface="Times New Roman"/>
              </a:rPr>
              <a:t> </a:t>
            </a:r>
            <a:r>
              <a:rPr sz="1200" dirty="0">
                <a:latin typeface="Times New Roman"/>
                <a:cs typeface="Times New Roman"/>
              </a:rPr>
              <a:t>system</a:t>
            </a:r>
            <a:r>
              <a:rPr sz="1200" spc="45" dirty="0">
                <a:latin typeface="Times New Roman"/>
                <a:cs typeface="Times New Roman"/>
              </a:rPr>
              <a:t> </a:t>
            </a:r>
            <a:r>
              <a:rPr sz="1200" dirty="0">
                <a:latin typeface="Times New Roman"/>
                <a:cs typeface="Times New Roman"/>
              </a:rPr>
              <a:t>analysis</a:t>
            </a:r>
            <a:r>
              <a:rPr sz="1200" spc="35" dirty="0">
                <a:latin typeface="Times New Roman"/>
                <a:cs typeface="Times New Roman"/>
              </a:rPr>
              <a:t> </a:t>
            </a:r>
            <a:r>
              <a:rPr sz="1200" dirty="0">
                <a:latin typeface="Times New Roman"/>
                <a:cs typeface="Times New Roman"/>
              </a:rPr>
              <a:t>as</a:t>
            </a:r>
            <a:r>
              <a:rPr sz="1200" spc="55" dirty="0">
                <a:latin typeface="Times New Roman"/>
                <a:cs typeface="Times New Roman"/>
              </a:rPr>
              <a:t> </a:t>
            </a:r>
            <a:r>
              <a:rPr sz="1200" dirty="0">
                <a:latin typeface="Times New Roman"/>
                <a:cs typeface="Times New Roman"/>
              </a:rPr>
              <a:t>a</a:t>
            </a:r>
            <a:r>
              <a:rPr sz="1200" spc="55" dirty="0">
                <a:latin typeface="Times New Roman"/>
                <a:cs typeface="Times New Roman"/>
              </a:rPr>
              <a:t> </a:t>
            </a:r>
            <a:r>
              <a:rPr sz="1200" spc="-10" dirty="0">
                <a:latin typeface="Times New Roman"/>
                <a:cs typeface="Times New Roman"/>
                <a:hlinkClick r:id="rId3"/>
              </a:rPr>
              <a:t>problem-</a:t>
            </a:r>
            <a:r>
              <a:rPr sz="1200" dirty="0">
                <a:latin typeface="Times New Roman"/>
                <a:cs typeface="Times New Roman"/>
                <a:hlinkClick r:id="rId3"/>
              </a:rPr>
              <a:t>solving</a:t>
            </a:r>
            <a:r>
              <a:rPr sz="1200" spc="45" dirty="0">
                <a:latin typeface="Times New Roman"/>
                <a:cs typeface="Times New Roman"/>
              </a:rPr>
              <a:t> </a:t>
            </a:r>
            <a:r>
              <a:rPr sz="1200" dirty="0">
                <a:latin typeface="Times New Roman"/>
                <a:cs typeface="Times New Roman"/>
              </a:rPr>
              <a:t>technique</a:t>
            </a:r>
            <a:r>
              <a:rPr sz="1200" spc="35" dirty="0">
                <a:latin typeface="Times New Roman"/>
                <a:cs typeface="Times New Roman"/>
              </a:rPr>
              <a:t> </a:t>
            </a:r>
            <a:r>
              <a:rPr sz="1200" dirty="0">
                <a:latin typeface="Times New Roman"/>
                <a:cs typeface="Times New Roman"/>
              </a:rPr>
              <a:t>that</a:t>
            </a:r>
            <a:r>
              <a:rPr sz="1200" spc="35" dirty="0">
                <a:latin typeface="Times New Roman"/>
                <a:cs typeface="Times New Roman"/>
              </a:rPr>
              <a:t> </a:t>
            </a:r>
            <a:r>
              <a:rPr sz="1200" dirty="0">
                <a:latin typeface="Times New Roman"/>
                <a:cs typeface="Times New Roman"/>
              </a:rPr>
              <a:t>breaks</a:t>
            </a:r>
            <a:r>
              <a:rPr sz="1200" spc="40" dirty="0">
                <a:latin typeface="Times New Roman"/>
                <a:cs typeface="Times New Roman"/>
              </a:rPr>
              <a:t> </a:t>
            </a:r>
            <a:r>
              <a:rPr sz="1200" dirty="0">
                <a:latin typeface="Times New Roman"/>
                <a:cs typeface="Times New Roman"/>
              </a:rPr>
              <a:t>down</a:t>
            </a:r>
            <a:r>
              <a:rPr sz="1200" spc="40"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system</a:t>
            </a:r>
            <a:r>
              <a:rPr sz="1200" spc="45" dirty="0">
                <a:latin typeface="Times New Roman"/>
                <a:cs typeface="Times New Roman"/>
              </a:rPr>
              <a:t> </a:t>
            </a:r>
            <a:r>
              <a:rPr sz="1200" dirty="0">
                <a:latin typeface="Times New Roman"/>
                <a:cs typeface="Times New Roman"/>
              </a:rPr>
              <a:t>into</a:t>
            </a:r>
            <a:r>
              <a:rPr sz="1200" spc="40" dirty="0">
                <a:latin typeface="Times New Roman"/>
                <a:cs typeface="Times New Roman"/>
              </a:rPr>
              <a:t> </a:t>
            </a:r>
            <a:r>
              <a:rPr sz="1200" dirty="0">
                <a:latin typeface="Times New Roman"/>
                <a:cs typeface="Times New Roman"/>
              </a:rPr>
              <a:t>its</a:t>
            </a:r>
            <a:r>
              <a:rPr sz="1200" spc="60" dirty="0">
                <a:latin typeface="Times New Roman"/>
                <a:cs typeface="Times New Roman"/>
              </a:rPr>
              <a:t> </a:t>
            </a:r>
            <a:r>
              <a:rPr sz="1200" spc="-10" dirty="0">
                <a:latin typeface="Times New Roman"/>
                <a:cs typeface="Times New Roman"/>
              </a:rPr>
              <a:t>component pieces</a:t>
            </a:r>
            <a:r>
              <a:rPr sz="1200" spc="-65" dirty="0">
                <a:latin typeface="Times New Roman"/>
                <a:cs typeface="Times New Roman"/>
              </a:rPr>
              <a:t> </a:t>
            </a:r>
            <a:r>
              <a:rPr sz="1200" spc="-20" dirty="0">
                <a:latin typeface="Times New Roman"/>
                <a:cs typeface="Times New Roman"/>
              </a:rPr>
              <a:t>for</a:t>
            </a:r>
            <a:r>
              <a:rPr sz="1200" spc="-55" dirty="0">
                <a:latin typeface="Times New Roman"/>
                <a:cs typeface="Times New Roman"/>
              </a:rPr>
              <a:t> </a:t>
            </a:r>
            <a:r>
              <a:rPr sz="1200" spc="-10" dirty="0">
                <a:latin typeface="Times New Roman"/>
                <a:cs typeface="Times New Roman"/>
              </a:rPr>
              <a:t>the</a:t>
            </a:r>
            <a:r>
              <a:rPr sz="1200" spc="-60" dirty="0">
                <a:latin typeface="Times New Roman"/>
                <a:cs typeface="Times New Roman"/>
              </a:rPr>
              <a:t> </a:t>
            </a:r>
            <a:r>
              <a:rPr sz="1200" spc="-10" dirty="0">
                <a:latin typeface="Times New Roman"/>
                <a:cs typeface="Times New Roman"/>
              </a:rPr>
              <a:t>purpose</a:t>
            </a:r>
            <a:r>
              <a:rPr sz="1200" spc="-65" dirty="0">
                <a:latin typeface="Times New Roman"/>
                <a:cs typeface="Times New Roman"/>
              </a:rPr>
              <a:t> </a:t>
            </a:r>
            <a:r>
              <a:rPr sz="1200" spc="-10" dirty="0">
                <a:latin typeface="Times New Roman"/>
                <a:cs typeface="Times New Roman"/>
              </a:rPr>
              <a:t>of</a:t>
            </a:r>
            <a:r>
              <a:rPr sz="1200" spc="-60" dirty="0">
                <a:latin typeface="Times New Roman"/>
                <a:cs typeface="Times New Roman"/>
              </a:rPr>
              <a:t> </a:t>
            </a:r>
            <a:r>
              <a:rPr sz="1200" spc="-20" dirty="0">
                <a:latin typeface="Times New Roman"/>
                <a:cs typeface="Times New Roman"/>
              </a:rPr>
              <a:t>the</a:t>
            </a:r>
            <a:r>
              <a:rPr sz="1200" spc="-55" dirty="0">
                <a:latin typeface="Times New Roman"/>
                <a:cs typeface="Times New Roman"/>
              </a:rPr>
              <a:t> </a:t>
            </a:r>
            <a:r>
              <a:rPr sz="1200" spc="-10" dirty="0">
                <a:latin typeface="Times New Roman"/>
                <a:cs typeface="Times New Roman"/>
              </a:rPr>
              <a:t>studying</a:t>
            </a:r>
            <a:r>
              <a:rPr sz="1200" spc="-60" dirty="0">
                <a:latin typeface="Times New Roman"/>
                <a:cs typeface="Times New Roman"/>
              </a:rPr>
              <a:t> </a:t>
            </a:r>
            <a:r>
              <a:rPr sz="1200" spc="-10" dirty="0">
                <a:latin typeface="Times New Roman"/>
                <a:cs typeface="Times New Roman"/>
              </a:rPr>
              <a:t>how</a:t>
            </a:r>
            <a:r>
              <a:rPr sz="1200" spc="-50" dirty="0">
                <a:latin typeface="Times New Roman"/>
                <a:cs typeface="Times New Roman"/>
              </a:rPr>
              <a:t> </a:t>
            </a:r>
            <a:r>
              <a:rPr sz="1200" spc="-20" dirty="0">
                <a:latin typeface="Times New Roman"/>
                <a:cs typeface="Times New Roman"/>
              </a:rPr>
              <a:t>well</a:t>
            </a:r>
            <a:r>
              <a:rPr sz="1200" spc="-45" dirty="0">
                <a:latin typeface="Times New Roman"/>
                <a:cs typeface="Times New Roman"/>
              </a:rPr>
              <a:t> </a:t>
            </a:r>
            <a:r>
              <a:rPr sz="1200" spc="-10" dirty="0">
                <a:latin typeface="Times New Roman"/>
                <a:cs typeface="Times New Roman"/>
              </a:rPr>
              <a:t>those</a:t>
            </a:r>
            <a:r>
              <a:rPr sz="1200" spc="-60" dirty="0">
                <a:latin typeface="Times New Roman"/>
                <a:cs typeface="Times New Roman"/>
              </a:rPr>
              <a:t> </a:t>
            </a:r>
            <a:r>
              <a:rPr sz="1200" spc="-10" dirty="0">
                <a:latin typeface="Times New Roman"/>
                <a:cs typeface="Times New Roman"/>
              </a:rPr>
              <a:t>component</a:t>
            </a:r>
            <a:r>
              <a:rPr sz="1200" spc="-40" dirty="0">
                <a:latin typeface="Times New Roman"/>
                <a:cs typeface="Times New Roman"/>
              </a:rPr>
              <a:t> </a:t>
            </a:r>
            <a:r>
              <a:rPr sz="1200" spc="-10" dirty="0">
                <a:latin typeface="Times New Roman"/>
                <a:cs typeface="Times New Roman"/>
              </a:rPr>
              <a:t>parts</a:t>
            </a:r>
            <a:r>
              <a:rPr sz="1200" spc="-50" dirty="0">
                <a:latin typeface="Times New Roman"/>
                <a:cs typeface="Times New Roman"/>
              </a:rPr>
              <a:t> </a:t>
            </a:r>
            <a:r>
              <a:rPr sz="1200" dirty="0">
                <a:latin typeface="Times New Roman"/>
                <a:cs typeface="Times New Roman"/>
              </a:rPr>
              <a:t>work</a:t>
            </a:r>
            <a:r>
              <a:rPr sz="1200" spc="-35" dirty="0">
                <a:latin typeface="Times New Roman"/>
                <a:cs typeface="Times New Roman"/>
              </a:rPr>
              <a:t> </a:t>
            </a:r>
            <a:r>
              <a:rPr sz="1200" spc="-20" dirty="0">
                <a:latin typeface="Times New Roman"/>
                <a:cs typeface="Times New Roman"/>
              </a:rPr>
              <a:t>and</a:t>
            </a:r>
            <a:r>
              <a:rPr sz="1200" spc="-55" dirty="0">
                <a:latin typeface="Times New Roman"/>
                <a:cs typeface="Times New Roman"/>
              </a:rPr>
              <a:t> </a:t>
            </a:r>
            <a:r>
              <a:rPr sz="1200" dirty="0">
                <a:latin typeface="Times New Roman"/>
                <a:cs typeface="Times New Roman"/>
              </a:rPr>
              <a:t>interactto</a:t>
            </a:r>
            <a:r>
              <a:rPr sz="1200" spc="5" dirty="0">
                <a:latin typeface="Times New Roman"/>
                <a:cs typeface="Times New Roman"/>
              </a:rPr>
              <a:t> </a:t>
            </a:r>
            <a:r>
              <a:rPr sz="1200" spc="-10" dirty="0">
                <a:latin typeface="Times New Roman"/>
                <a:cs typeface="Times New Roman"/>
              </a:rPr>
              <a:t>accomplish </a:t>
            </a:r>
            <a:r>
              <a:rPr sz="1200" dirty="0">
                <a:latin typeface="Times New Roman"/>
                <a:cs typeface="Times New Roman"/>
              </a:rPr>
              <a:t>their</a:t>
            </a:r>
            <a:r>
              <a:rPr sz="1200" spc="-30" dirty="0">
                <a:latin typeface="Times New Roman"/>
                <a:cs typeface="Times New Roman"/>
              </a:rPr>
              <a:t> </a:t>
            </a:r>
            <a:r>
              <a:rPr sz="1200" spc="-10" dirty="0">
                <a:latin typeface="Times New Roman"/>
                <a:cs typeface="Times New Roman"/>
              </a:rPr>
              <a:t>purpose.</a:t>
            </a:r>
            <a:endParaRPr sz="1200" dirty="0">
              <a:latin typeface="Times New Roman"/>
              <a:cs typeface="Times New Roman"/>
            </a:endParaRPr>
          </a:p>
          <a:p>
            <a:pPr marL="12700" marR="6350" indent="456565" algn="just">
              <a:lnSpc>
                <a:spcPct val="150000"/>
              </a:lnSpc>
              <a:spcBef>
                <a:spcPts val="800"/>
              </a:spcBef>
            </a:pPr>
            <a:r>
              <a:rPr sz="1200" dirty="0">
                <a:latin typeface="Times New Roman"/>
                <a:cs typeface="Times New Roman"/>
              </a:rPr>
              <a:t>System</a:t>
            </a:r>
            <a:r>
              <a:rPr sz="1200" spc="5" dirty="0">
                <a:latin typeface="Times New Roman"/>
                <a:cs typeface="Times New Roman"/>
              </a:rPr>
              <a:t> </a:t>
            </a:r>
            <a:r>
              <a:rPr sz="1200" dirty="0">
                <a:latin typeface="Times New Roman"/>
                <a:cs typeface="Times New Roman"/>
              </a:rPr>
              <a:t>analysis</a:t>
            </a:r>
            <a:r>
              <a:rPr sz="1200" spc="1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used</a:t>
            </a:r>
            <a:r>
              <a:rPr sz="1200" spc="-10" dirty="0">
                <a:latin typeface="Times New Roman"/>
                <a:cs typeface="Times New Roman"/>
              </a:rPr>
              <a:t> </a:t>
            </a: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every</a:t>
            </a:r>
            <a:r>
              <a:rPr sz="1200" spc="5" dirty="0">
                <a:latin typeface="Times New Roman"/>
                <a:cs typeface="Times New Roman"/>
              </a:rPr>
              <a:t> </a:t>
            </a:r>
            <a:r>
              <a:rPr sz="1200" dirty="0">
                <a:latin typeface="Times New Roman"/>
                <a:cs typeface="Times New Roman"/>
              </a:rPr>
              <a:t>field</a:t>
            </a:r>
            <a:r>
              <a:rPr sz="1200" spc="10" dirty="0">
                <a:latin typeface="Times New Roman"/>
                <a:cs typeface="Times New Roman"/>
              </a:rPr>
              <a:t> </a:t>
            </a:r>
            <a:r>
              <a:rPr sz="1200" dirty="0">
                <a:latin typeface="Times New Roman"/>
                <a:cs typeface="Times New Roman"/>
              </a:rPr>
              <a:t>where</a:t>
            </a:r>
            <a:r>
              <a:rPr sz="1200" spc="-10" dirty="0">
                <a:latin typeface="Times New Roman"/>
                <a:cs typeface="Times New Roman"/>
              </a:rPr>
              <a:t> </a:t>
            </a:r>
            <a:r>
              <a:rPr sz="1200" dirty="0">
                <a:latin typeface="Times New Roman"/>
                <a:cs typeface="Times New Roman"/>
              </a:rPr>
              <a:t>something</a:t>
            </a:r>
            <a:r>
              <a:rPr sz="1200" spc="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developed.</a:t>
            </a:r>
            <a:r>
              <a:rPr sz="1200" spc="-5" dirty="0">
                <a:latin typeface="Times New Roman"/>
                <a:cs typeface="Times New Roman"/>
              </a:rPr>
              <a:t> </a:t>
            </a:r>
            <a:r>
              <a:rPr sz="1200" dirty="0">
                <a:latin typeface="Times New Roman"/>
                <a:cs typeface="Times New Roman"/>
              </a:rPr>
              <a:t>Analysis</a:t>
            </a:r>
            <a:r>
              <a:rPr sz="1200" spc="5" dirty="0">
                <a:latin typeface="Times New Roman"/>
                <a:cs typeface="Times New Roman"/>
              </a:rPr>
              <a:t> </a:t>
            </a:r>
            <a:r>
              <a:rPr sz="1200" dirty="0">
                <a:latin typeface="Times New Roman"/>
                <a:cs typeface="Times New Roman"/>
              </a:rPr>
              <a:t>can</a:t>
            </a:r>
            <a:r>
              <a:rPr sz="1200" spc="-5" dirty="0">
                <a:latin typeface="Times New Roman"/>
                <a:cs typeface="Times New Roman"/>
              </a:rPr>
              <a:t> </a:t>
            </a:r>
            <a:r>
              <a:rPr sz="1200" dirty="0">
                <a:latin typeface="Times New Roman"/>
                <a:cs typeface="Times New Roman"/>
              </a:rPr>
              <a:t>also</a:t>
            </a:r>
            <a:r>
              <a:rPr sz="1200" spc="1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spc="-50" dirty="0">
                <a:latin typeface="Times New Roman"/>
                <a:cs typeface="Times New Roman"/>
              </a:rPr>
              <a:t>a </a:t>
            </a:r>
            <a:r>
              <a:rPr sz="1200" dirty="0">
                <a:latin typeface="Times New Roman"/>
                <a:cs typeface="Times New Roman"/>
              </a:rPr>
              <a:t>series</a:t>
            </a:r>
            <a:r>
              <a:rPr sz="1200" spc="50"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components</a:t>
            </a:r>
            <a:r>
              <a:rPr sz="1200" spc="4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perform</a:t>
            </a:r>
            <a:r>
              <a:rPr sz="1200" spc="35" dirty="0">
                <a:latin typeface="Times New Roman"/>
                <a:cs typeface="Times New Roman"/>
              </a:rPr>
              <a:t> </a:t>
            </a:r>
            <a:r>
              <a:rPr sz="1200" dirty="0">
                <a:latin typeface="Times New Roman"/>
                <a:cs typeface="Times New Roman"/>
              </a:rPr>
              <a:t>organic</a:t>
            </a:r>
            <a:r>
              <a:rPr sz="1200" spc="40" dirty="0">
                <a:latin typeface="Times New Roman"/>
                <a:cs typeface="Times New Roman"/>
              </a:rPr>
              <a:t> </a:t>
            </a:r>
            <a:r>
              <a:rPr sz="1200" dirty="0">
                <a:latin typeface="Times New Roman"/>
                <a:cs typeface="Times New Roman"/>
              </a:rPr>
              <a:t>functions</a:t>
            </a:r>
            <a:r>
              <a:rPr sz="1200" spc="30" dirty="0">
                <a:latin typeface="Times New Roman"/>
                <a:cs typeface="Times New Roman"/>
              </a:rPr>
              <a:t> </a:t>
            </a:r>
            <a:r>
              <a:rPr sz="1200" dirty="0">
                <a:latin typeface="Times New Roman"/>
                <a:cs typeface="Times New Roman"/>
              </a:rPr>
              <a:t>together,</a:t>
            </a:r>
            <a:r>
              <a:rPr sz="1200" spc="40" dirty="0">
                <a:latin typeface="Times New Roman"/>
                <a:cs typeface="Times New Roman"/>
              </a:rPr>
              <a:t> </a:t>
            </a:r>
            <a:r>
              <a:rPr sz="1200" dirty="0">
                <a:latin typeface="Times New Roman"/>
                <a:cs typeface="Times New Roman"/>
              </a:rPr>
              <a:t>such</a:t>
            </a:r>
            <a:r>
              <a:rPr sz="1200" spc="35" dirty="0">
                <a:latin typeface="Times New Roman"/>
                <a:cs typeface="Times New Roman"/>
              </a:rPr>
              <a:t> </a:t>
            </a:r>
            <a:r>
              <a:rPr sz="1200" dirty="0">
                <a:latin typeface="Times New Roman"/>
                <a:cs typeface="Times New Roman"/>
              </a:rPr>
              <a:t>as</a:t>
            </a:r>
            <a:r>
              <a:rPr sz="1200" spc="60"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engineering.</a:t>
            </a:r>
            <a:r>
              <a:rPr sz="1200" spc="125" dirty="0">
                <a:latin typeface="Times New Roman"/>
                <a:cs typeface="Times New Roman"/>
              </a:rPr>
              <a:t> </a:t>
            </a:r>
            <a:r>
              <a:rPr sz="1200" spc="-10" dirty="0">
                <a:latin typeface="Times New Roman"/>
                <a:cs typeface="Times New Roman"/>
                <a:hlinkClick r:id="rId4"/>
              </a:rPr>
              <a:t>System</a:t>
            </a:r>
            <a:r>
              <a:rPr sz="1200" spc="-10" dirty="0">
                <a:latin typeface="Times New Roman"/>
                <a:cs typeface="Times New Roman"/>
              </a:rPr>
              <a:t> </a:t>
            </a:r>
            <a:r>
              <a:rPr sz="1200" dirty="0">
                <a:latin typeface="Times New Roman"/>
                <a:cs typeface="Times New Roman"/>
                <a:hlinkClick r:id="rId4"/>
              </a:rPr>
              <a:t>engineering</a:t>
            </a:r>
            <a:r>
              <a:rPr sz="1200" spc="114" dirty="0">
                <a:latin typeface="Times New Roman"/>
                <a:cs typeface="Times New Roman"/>
              </a:rPr>
              <a:t> </a:t>
            </a:r>
            <a:r>
              <a:rPr sz="1200" dirty="0">
                <a:latin typeface="Times New Roman"/>
                <a:cs typeface="Times New Roman"/>
              </a:rPr>
              <a:t>is</a:t>
            </a:r>
            <a:r>
              <a:rPr sz="1200" spc="120" dirty="0">
                <a:latin typeface="Times New Roman"/>
                <a:cs typeface="Times New Roman"/>
              </a:rPr>
              <a:t> </a:t>
            </a:r>
            <a:r>
              <a:rPr sz="1200" dirty="0">
                <a:latin typeface="Times New Roman"/>
                <a:cs typeface="Times New Roman"/>
              </a:rPr>
              <a:t>an</a:t>
            </a:r>
            <a:r>
              <a:rPr sz="1200" spc="120" dirty="0">
                <a:latin typeface="Times New Roman"/>
                <a:cs typeface="Times New Roman"/>
              </a:rPr>
              <a:t> </a:t>
            </a:r>
            <a:r>
              <a:rPr sz="1200" dirty="0">
                <a:latin typeface="Times New Roman"/>
                <a:cs typeface="Times New Roman"/>
                <a:hlinkClick r:id="rId5"/>
              </a:rPr>
              <a:t>interdisciplinary</a:t>
            </a:r>
            <a:r>
              <a:rPr sz="1200" spc="114" dirty="0">
                <a:latin typeface="Times New Roman"/>
                <a:cs typeface="Times New Roman"/>
                <a:hlinkClick r:id="rId5"/>
              </a:rPr>
              <a:t> </a:t>
            </a:r>
            <a:r>
              <a:rPr sz="1200" dirty="0">
                <a:latin typeface="Times New Roman"/>
                <a:cs typeface="Times New Roman"/>
                <a:hlinkClick r:id="rId5"/>
              </a:rPr>
              <a:t>field</a:t>
            </a:r>
            <a:r>
              <a:rPr sz="1200" spc="125" dirty="0">
                <a:latin typeface="Times New Roman"/>
                <a:cs typeface="Times New Roman"/>
              </a:rPr>
              <a:t> </a:t>
            </a:r>
            <a:r>
              <a:rPr sz="1200" dirty="0">
                <a:latin typeface="Times New Roman"/>
                <a:cs typeface="Times New Roman"/>
              </a:rPr>
              <a:t>of</a:t>
            </a:r>
            <a:r>
              <a:rPr sz="1200" spc="114" dirty="0">
                <a:latin typeface="Times New Roman"/>
                <a:cs typeface="Times New Roman"/>
              </a:rPr>
              <a:t> </a:t>
            </a:r>
            <a:r>
              <a:rPr sz="1200" dirty="0">
                <a:latin typeface="Times New Roman"/>
                <a:cs typeface="Times New Roman"/>
              </a:rPr>
              <a:t>engineering</a:t>
            </a:r>
            <a:r>
              <a:rPr sz="1200" spc="114" dirty="0">
                <a:latin typeface="Times New Roman"/>
                <a:cs typeface="Times New Roman"/>
              </a:rPr>
              <a:t> </a:t>
            </a:r>
            <a:r>
              <a:rPr sz="1200" dirty="0">
                <a:latin typeface="Times New Roman"/>
                <a:cs typeface="Times New Roman"/>
              </a:rPr>
              <a:t>that</a:t>
            </a:r>
            <a:r>
              <a:rPr sz="1200" spc="120" dirty="0">
                <a:latin typeface="Times New Roman"/>
                <a:cs typeface="Times New Roman"/>
              </a:rPr>
              <a:t> </a:t>
            </a:r>
            <a:r>
              <a:rPr sz="1200" dirty="0">
                <a:latin typeface="Times New Roman"/>
                <a:cs typeface="Times New Roman"/>
              </a:rPr>
              <a:t>focuses</a:t>
            </a:r>
            <a:r>
              <a:rPr sz="1200" spc="120" dirty="0">
                <a:latin typeface="Times New Roman"/>
                <a:cs typeface="Times New Roman"/>
              </a:rPr>
              <a:t> </a:t>
            </a:r>
            <a:r>
              <a:rPr sz="1200" dirty="0">
                <a:latin typeface="Times New Roman"/>
                <a:cs typeface="Times New Roman"/>
              </a:rPr>
              <a:t>on</a:t>
            </a:r>
            <a:r>
              <a:rPr sz="1200" spc="114" dirty="0">
                <a:latin typeface="Times New Roman"/>
                <a:cs typeface="Times New Roman"/>
              </a:rPr>
              <a:t> </a:t>
            </a:r>
            <a:r>
              <a:rPr sz="1200" dirty="0">
                <a:latin typeface="Times New Roman"/>
                <a:cs typeface="Times New Roman"/>
              </a:rPr>
              <a:t>how</a:t>
            </a:r>
            <a:r>
              <a:rPr sz="1200" spc="120" dirty="0">
                <a:latin typeface="Times New Roman"/>
                <a:cs typeface="Times New Roman"/>
              </a:rPr>
              <a:t> </a:t>
            </a:r>
            <a:r>
              <a:rPr sz="1200" dirty="0">
                <a:latin typeface="Times New Roman"/>
                <a:cs typeface="Times New Roman"/>
              </a:rPr>
              <a:t>complex</a:t>
            </a:r>
            <a:r>
              <a:rPr sz="1200" spc="114" dirty="0">
                <a:latin typeface="Times New Roman"/>
                <a:cs typeface="Times New Roman"/>
              </a:rPr>
              <a:t> </a:t>
            </a:r>
            <a:r>
              <a:rPr sz="1200" spc="-10" dirty="0">
                <a:latin typeface="Times New Roman"/>
                <a:cs typeface="Times New Roman"/>
              </a:rPr>
              <a:t>engineering </a:t>
            </a:r>
            <a:r>
              <a:rPr sz="1200" dirty="0">
                <a:latin typeface="Times New Roman"/>
                <a:cs typeface="Times New Roman"/>
              </a:rPr>
              <a:t>projects</a:t>
            </a:r>
            <a:r>
              <a:rPr sz="1200" spc="-25" dirty="0">
                <a:latin typeface="Times New Roman"/>
                <a:cs typeface="Times New Roman"/>
              </a:rPr>
              <a:t> </a:t>
            </a:r>
            <a:r>
              <a:rPr sz="1200" dirty="0">
                <a:latin typeface="Times New Roman"/>
                <a:cs typeface="Times New Roman"/>
              </a:rPr>
              <a:t>should</a:t>
            </a:r>
            <a:r>
              <a:rPr sz="1200" spc="-25"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dirty="0">
                <a:latin typeface="Times New Roman"/>
                <a:cs typeface="Times New Roman"/>
              </a:rPr>
              <a:t>designed</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managed.</a:t>
            </a:r>
            <a:endParaRPr sz="1200" dirty="0">
              <a:latin typeface="Times New Roman"/>
              <a:cs typeface="Times New Roman"/>
            </a:endParaRPr>
          </a:p>
          <a:p>
            <a:pPr>
              <a:lnSpc>
                <a:spcPct val="150000"/>
              </a:lnSpc>
              <a:spcBef>
                <a:spcPts val="30"/>
              </a:spcBef>
            </a:pPr>
            <a:endParaRPr sz="1200" dirty="0">
              <a:latin typeface="Times New Roman"/>
              <a:cs typeface="Times New Roman"/>
            </a:endParaRPr>
          </a:p>
          <a:p>
            <a:pPr marL="12700">
              <a:lnSpc>
                <a:spcPct val="150000"/>
              </a:lnSpc>
            </a:pPr>
            <a:r>
              <a:rPr sz="1600" b="1" dirty="0">
                <a:latin typeface="Times New Roman"/>
                <a:cs typeface="Times New Roman"/>
              </a:rPr>
              <a:t>4.1</a:t>
            </a:r>
            <a:r>
              <a:rPr sz="1600" b="1" spc="-30" dirty="0">
                <a:latin typeface="Times New Roman"/>
                <a:cs typeface="Times New Roman"/>
              </a:rPr>
              <a:t> </a:t>
            </a:r>
            <a:r>
              <a:rPr sz="1600" b="1" dirty="0">
                <a:latin typeface="Times New Roman"/>
                <a:cs typeface="Times New Roman"/>
              </a:rPr>
              <a:t>Existing</a:t>
            </a:r>
            <a:r>
              <a:rPr sz="1600" b="1" spc="-25" dirty="0">
                <a:latin typeface="Times New Roman"/>
                <a:cs typeface="Times New Roman"/>
              </a:rPr>
              <a:t> </a:t>
            </a:r>
            <a:r>
              <a:rPr sz="1600" b="1" spc="-10" dirty="0">
                <a:latin typeface="Times New Roman"/>
                <a:cs typeface="Times New Roman"/>
              </a:rPr>
              <a:t>System</a:t>
            </a:r>
            <a:endParaRPr sz="1600" dirty="0">
              <a:latin typeface="Times New Roman"/>
              <a:cs typeface="Times New Roman"/>
            </a:endParaRPr>
          </a:p>
          <a:p>
            <a:pPr marL="12700" algn="just">
              <a:lnSpc>
                <a:spcPct val="150000"/>
              </a:lnSpc>
              <a:spcBef>
                <a:spcPts val="480"/>
              </a:spcBef>
            </a:pPr>
            <a:r>
              <a:rPr lang="en-US" sz="1200" dirty="0">
                <a:latin typeface="Times New Roman"/>
                <a:cs typeface="Times New Roman"/>
              </a:rPr>
              <a:t>Traditional</a:t>
            </a:r>
            <a:r>
              <a:rPr lang="en-US" sz="1200" spc="445" dirty="0">
                <a:latin typeface="Times New Roman"/>
                <a:cs typeface="Times New Roman"/>
              </a:rPr>
              <a:t> </a:t>
            </a:r>
            <a:r>
              <a:rPr lang="en-US" sz="1200" dirty="0">
                <a:latin typeface="Times New Roman"/>
                <a:cs typeface="Times New Roman"/>
              </a:rPr>
              <a:t>computer</a:t>
            </a:r>
            <a:r>
              <a:rPr lang="en-US" sz="1200" spc="450" dirty="0">
                <a:latin typeface="Times New Roman"/>
                <a:cs typeface="Times New Roman"/>
              </a:rPr>
              <a:t> </a:t>
            </a:r>
            <a:r>
              <a:rPr lang="en-US" sz="1200" dirty="0">
                <a:latin typeface="Times New Roman"/>
                <a:cs typeface="Times New Roman"/>
              </a:rPr>
              <a:t>interaction</a:t>
            </a:r>
            <a:r>
              <a:rPr lang="en-US" sz="1200" spc="450" dirty="0">
                <a:latin typeface="Times New Roman"/>
                <a:cs typeface="Times New Roman"/>
              </a:rPr>
              <a:t> </a:t>
            </a:r>
            <a:r>
              <a:rPr lang="en-US" sz="1200" dirty="0">
                <a:latin typeface="Times New Roman"/>
                <a:cs typeface="Times New Roman"/>
              </a:rPr>
              <a:t>largely</a:t>
            </a:r>
            <a:r>
              <a:rPr lang="en-US" sz="1200" spc="440" dirty="0">
                <a:latin typeface="Times New Roman"/>
                <a:cs typeface="Times New Roman"/>
              </a:rPr>
              <a:t> </a:t>
            </a:r>
            <a:r>
              <a:rPr lang="en-US" sz="1200" dirty="0">
                <a:latin typeface="Times New Roman"/>
                <a:cs typeface="Times New Roman"/>
              </a:rPr>
              <a:t>depends</a:t>
            </a:r>
            <a:r>
              <a:rPr lang="en-US" sz="1200" spc="455" dirty="0">
                <a:latin typeface="Times New Roman"/>
                <a:cs typeface="Times New Roman"/>
              </a:rPr>
              <a:t> </a:t>
            </a:r>
            <a:r>
              <a:rPr lang="en-US" sz="1200" dirty="0">
                <a:latin typeface="Times New Roman"/>
                <a:cs typeface="Times New Roman"/>
              </a:rPr>
              <a:t>on</a:t>
            </a:r>
            <a:r>
              <a:rPr lang="en-US" sz="1200" spc="440" dirty="0">
                <a:latin typeface="Times New Roman"/>
                <a:cs typeface="Times New Roman"/>
              </a:rPr>
              <a:t> </a:t>
            </a:r>
            <a:r>
              <a:rPr lang="en-US" sz="1200" dirty="0">
                <a:latin typeface="Times New Roman"/>
                <a:cs typeface="Times New Roman"/>
              </a:rPr>
              <a:t>physical</a:t>
            </a:r>
            <a:r>
              <a:rPr lang="en-US" sz="1200" spc="455" dirty="0">
                <a:latin typeface="Times New Roman"/>
                <a:cs typeface="Times New Roman"/>
              </a:rPr>
              <a:t> </a:t>
            </a:r>
            <a:r>
              <a:rPr lang="en-US" sz="1200" dirty="0">
                <a:latin typeface="Times New Roman"/>
                <a:cs typeface="Times New Roman"/>
              </a:rPr>
              <a:t>input</a:t>
            </a:r>
            <a:r>
              <a:rPr lang="en-US" sz="1200" spc="445" dirty="0">
                <a:latin typeface="Times New Roman"/>
                <a:cs typeface="Times New Roman"/>
              </a:rPr>
              <a:t> </a:t>
            </a:r>
            <a:r>
              <a:rPr lang="en-US" sz="1200" dirty="0">
                <a:latin typeface="Times New Roman"/>
                <a:cs typeface="Times New Roman"/>
              </a:rPr>
              <a:t>devices</a:t>
            </a:r>
            <a:r>
              <a:rPr lang="en-US" sz="1200" spc="440" dirty="0">
                <a:latin typeface="Times New Roman"/>
                <a:cs typeface="Times New Roman"/>
              </a:rPr>
              <a:t> </a:t>
            </a:r>
            <a:r>
              <a:rPr lang="en-US" sz="1200" dirty="0">
                <a:latin typeface="Times New Roman"/>
                <a:cs typeface="Times New Roman"/>
              </a:rPr>
              <a:t>like</a:t>
            </a:r>
            <a:r>
              <a:rPr lang="en-US" sz="1200" spc="445" dirty="0">
                <a:latin typeface="Times New Roman"/>
                <a:cs typeface="Times New Roman"/>
              </a:rPr>
              <a:t> </a:t>
            </a:r>
            <a:r>
              <a:rPr lang="en-US" sz="1200" dirty="0">
                <a:latin typeface="Times New Roman"/>
                <a:cs typeface="Times New Roman"/>
              </a:rPr>
              <a:t>a</a:t>
            </a:r>
            <a:r>
              <a:rPr lang="en-US" sz="1200" spc="445" dirty="0">
                <a:latin typeface="Times New Roman"/>
                <a:cs typeface="Times New Roman"/>
              </a:rPr>
              <a:t> </a:t>
            </a:r>
            <a:r>
              <a:rPr lang="en-US" sz="1200" dirty="0">
                <a:latin typeface="Times New Roman"/>
                <a:cs typeface="Times New Roman"/>
              </a:rPr>
              <a:t>mouse</a:t>
            </a:r>
            <a:r>
              <a:rPr lang="en-US" sz="1200" spc="445" dirty="0">
                <a:latin typeface="Times New Roman"/>
                <a:cs typeface="Times New Roman"/>
              </a:rPr>
              <a:t> </a:t>
            </a:r>
            <a:r>
              <a:rPr lang="en-US" sz="1200" spc="-25" dirty="0" err="1">
                <a:latin typeface="Times New Roman"/>
                <a:cs typeface="Times New Roman"/>
              </a:rPr>
              <a:t>or</a:t>
            </a:r>
            <a:r>
              <a:rPr lang="en-US" sz="1200" dirty="0" err="1">
                <a:latin typeface="Times New Roman"/>
                <a:cs typeface="Times New Roman"/>
              </a:rPr>
              <a:t>touchpad</a:t>
            </a:r>
            <a:r>
              <a:rPr lang="en-US" sz="1200" dirty="0">
                <a:latin typeface="Times New Roman"/>
                <a:cs typeface="Times New Roman"/>
              </a:rPr>
              <a:t>.</a:t>
            </a:r>
            <a:r>
              <a:rPr lang="en-US" sz="1200" spc="204" dirty="0">
                <a:latin typeface="Times New Roman"/>
                <a:cs typeface="Times New Roman"/>
              </a:rPr>
              <a:t> </a:t>
            </a:r>
            <a:r>
              <a:rPr lang="en-US" sz="1200" dirty="0">
                <a:latin typeface="Times New Roman"/>
                <a:cs typeface="Times New Roman"/>
              </a:rPr>
              <a:t>While</a:t>
            </a:r>
            <a:r>
              <a:rPr lang="en-US" sz="1200" spc="204" dirty="0">
                <a:latin typeface="Times New Roman"/>
                <a:cs typeface="Times New Roman"/>
              </a:rPr>
              <a:t> </a:t>
            </a:r>
            <a:r>
              <a:rPr lang="en-US" sz="1200" dirty="0">
                <a:latin typeface="Times New Roman"/>
                <a:cs typeface="Times New Roman"/>
              </a:rPr>
              <a:t>these</a:t>
            </a:r>
            <a:r>
              <a:rPr lang="en-US" sz="1200" spc="200" dirty="0">
                <a:latin typeface="Times New Roman"/>
                <a:cs typeface="Times New Roman"/>
              </a:rPr>
              <a:t> </a:t>
            </a:r>
            <a:r>
              <a:rPr lang="en-US" sz="1200" dirty="0">
                <a:latin typeface="Times New Roman"/>
                <a:cs typeface="Times New Roman"/>
              </a:rPr>
              <a:t>devices</a:t>
            </a:r>
            <a:r>
              <a:rPr lang="en-US" sz="1200" spc="200" dirty="0">
                <a:latin typeface="Times New Roman"/>
                <a:cs typeface="Times New Roman"/>
              </a:rPr>
              <a:t> </a:t>
            </a:r>
            <a:r>
              <a:rPr lang="en-US" sz="1200" dirty="0">
                <a:latin typeface="Times New Roman"/>
                <a:cs typeface="Times New Roman"/>
              </a:rPr>
              <a:t>perform</a:t>
            </a:r>
            <a:r>
              <a:rPr lang="en-US" sz="1200" spc="195" dirty="0">
                <a:latin typeface="Times New Roman"/>
                <a:cs typeface="Times New Roman"/>
              </a:rPr>
              <a:t> </a:t>
            </a:r>
            <a:r>
              <a:rPr lang="en-US" sz="1200" dirty="0">
                <a:latin typeface="Times New Roman"/>
                <a:cs typeface="Times New Roman"/>
              </a:rPr>
              <a:t>their</a:t>
            </a:r>
            <a:r>
              <a:rPr lang="en-US" sz="1200" spc="195" dirty="0">
                <a:latin typeface="Times New Roman"/>
                <a:cs typeface="Times New Roman"/>
              </a:rPr>
              <a:t> </a:t>
            </a:r>
            <a:r>
              <a:rPr lang="en-US" sz="1200" dirty="0">
                <a:latin typeface="Times New Roman"/>
                <a:cs typeface="Times New Roman"/>
              </a:rPr>
              <a:t>functions</a:t>
            </a:r>
            <a:r>
              <a:rPr lang="en-US" sz="1200" spc="185" dirty="0">
                <a:latin typeface="Times New Roman"/>
                <a:cs typeface="Times New Roman"/>
              </a:rPr>
              <a:t> </a:t>
            </a:r>
            <a:r>
              <a:rPr lang="en-US" sz="1200" dirty="0">
                <a:latin typeface="Times New Roman"/>
                <a:cs typeface="Times New Roman"/>
              </a:rPr>
              <a:t>well,</a:t>
            </a:r>
            <a:r>
              <a:rPr lang="en-US" sz="1200" spc="204" dirty="0">
                <a:latin typeface="Times New Roman"/>
                <a:cs typeface="Times New Roman"/>
              </a:rPr>
              <a:t> </a:t>
            </a:r>
            <a:r>
              <a:rPr lang="en-US" sz="1200" dirty="0">
                <a:latin typeface="Times New Roman"/>
                <a:cs typeface="Times New Roman"/>
              </a:rPr>
              <a:t>they</a:t>
            </a:r>
            <a:r>
              <a:rPr lang="en-US" sz="1200" spc="180" dirty="0">
                <a:latin typeface="Times New Roman"/>
                <a:cs typeface="Times New Roman"/>
              </a:rPr>
              <a:t> </a:t>
            </a:r>
            <a:r>
              <a:rPr lang="en-US" sz="1200" dirty="0">
                <a:latin typeface="Times New Roman"/>
                <a:cs typeface="Times New Roman"/>
              </a:rPr>
              <a:t>require</a:t>
            </a:r>
            <a:r>
              <a:rPr lang="en-US" sz="1200" spc="204" dirty="0">
                <a:latin typeface="Times New Roman"/>
                <a:cs typeface="Times New Roman"/>
              </a:rPr>
              <a:t> </a:t>
            </a:r>
            <a:r>
              <a:rPr lang="en-US" sz="1200" dirty="0">
                <a:latin typeface="Times New Roman"/>
                <a:cs typeface="Times New Roman"/>
              </a:rPr>
              <a:t>direct</a:t>
            </a:r>
            <a:r>
              <a:rPr lang="en-US" sz="1200" spc="195" dirty="0">
                <a:latin typeface="Times New Roman"/>
                <a:cs typeface="Times New Roman"/>
              </a:rPr>
              <a:t> </a:t>
            </a:r>
            <a:r>
              <a:rPr lang="en-US" sz="1200" dirty="0">
                <a:latin typeface="Times New Roman"/>
                <a:cs typeface="Times New Roman"/>
              </a:rPr>
              <a:t>manual</a:t>
            </a:r>
            <a:r>
              <a:rPr lang="en-US" sz="1200" spc="200" dirty="0">
                <a:latin typeface="Times New Roman"/>
                <a:cs typeface="Times New Roman"/>
              </a:rPr>
              <a:t> </a:t>
            </a:r>
            <a:r>
              <a:rPr lang="en-US" sz="1200" spc="-10" dirty="0">
                <a:latin typeface="Times New Roman"/>
                <a:cs typeface="Times New Roman"/>
              </a:rPr>
              <a:t>operation, </a:t>
            </a:r>
            <a:r>
              <a:rPr lang="en-US" sz="1200" dirty="0">
                <a:latin typeface="Times New Roman"/>
                <a:cs typeface="Times New Roman"/>
              </a:rPr>
              <a:t>which</a:t>
            </a:r>
            <a:r>
              <a:rPr lang="en-US" sz="1200" spc="145" dirty="0">
                <a:latin typeface="Times New Roman"/>
                <a:cs typeface="Times New Roman"/>
              </a:rPr>
              <a:t> </a:t>
            </a:r>
            <a:r>
              <a:rPr lang="en-US" sz="1200" dirty="0">
                <a:latin typeface="Times New Roman"/>
                <a:cs typeface="Times New Roman"/>
              </a:rPr>
              <a:t>can</a:t>
            </a:r>
            <a:r>
              <a:rPr lang="en-US" sz="1200" spc="150" dirty="0">
                <a:latin typeface="Times New Roman"/>
                <a:cs typeface="Times New Roman"/>
              </a:rPr>
              <a:t> </a:t>
            </a:r>
            <a:r>
              <a:rPr lang="en-US" sz="1200" dirty="0">
                <a:latin typeface="Times New Roman"/>
                <a:cs typeface="Times New Roman"/>
              </a:rPr>
              <a:t>be</a:t>
            </a:r>
            <a:r>
              <a:rPr lang="en-US" sz="1200" spc="145" dirty="0">
                <a:latin typeface="Times New Roman"/>
                <a:cs typeface="Times New Roman"/>
              </a:rPr>
              <a:t> </a:t>
            </a:r>
            <a:r>
              <a:rPr lang="en-US" sz="1200" dirty="0">
                <a:latin typeface="Times New Roman"/>
                <a:cs typeface="Times New Roman"/>
              </a:rPr>
              <a:t>cumbersome</a:t>
            </a:r>
            <a:r>
              <a:rPr lang="en-US" sz="1200" spc="145" dirty="0">
                <a:latin typeface="Times New Roman"/>
                <a:cs typeface="Times New Roman"/>
              </a:rPr>
              <a:t> </a:t>
            </a:r>
            <a:r>
              <a:rPr lang="en-US" sz="1200" dirty="0">
                <a:latin typeface="Times New Roman"/>
                <a:cs typeface="Times New Roman"/>
              </a:rPr>
              <a:t>or</a:t>
            </a:r>
            <a:r>
              <a:rPr lang="en-US" sz="1200" spc="145" dirty="0">
                <a:latin typeface="Times New Roman"/>
                <a:cs typeface="Times New Roman"/>
              </a:rPr>
              <a:t> </a:t>
            </a:r>
            <a:r>
              <a:rPr lang="en-US" sz="1200" dirty="0">
                <a:latin typeface="Times New Roman"/>
                <a:cs typeface="Times New Roman"/>
              </a:rPr>
              <a:t>restrictive</a:t>
            </a:r>
            <a:r>
              <a:rPr lang="en-US" sz="1200" spc="155" dirty="0">
                <a:latin typeface="Times New Roman"/>
                <a:cs typeface="Times New Roman"/>
              </a:rPr>
              <a:t> </a:t>
            </a:r>
            <a:r>
              <a:rPr lang="en-US" sz="1200" dirty="0">
                <a:latin typeface="Times New Roman"/>
                <a:cs typeface="Times New Roman"/>
              </a:rPr>
              <a:t>in</a:t>
            </a:r>
            <a:r>
              <a:rPr lang="en-US" sz="1200" spc="150" dirty="0">
                <a:latin typeface="Times New Roman"/>
                <a:cs typeface="Times New Roman"/>
              </a:rPr>
              <a:t> </a:t>
            </a:r>
            <a:r>
              <a:rPr lang="en-US" sz="1200" dirty="0">
                <a:latin typeface="Times New Roman"/>
                <a:cs typeface="Times New Roman"/>
              </a:rPr>
              <a:t>certain</a:t>
            </a:r>
            <a:r>
              <a:rPr lang="en-US" sz="1200" spc="150" dirty="0">
                <a:latin typeface="Times New Roman"/>
                <a:cs typeface="Times New Roman"/>
              </a:rPr>
              <a:t> </a:t>
            </a:r>
            <a:r>
              <a:rPr lang="en-US" sz="1200" dirty="0">
                <a:latin typeface="Times New Roman"/>
                <a:cs typeface="Times New Roman"/>
              </a:rPr>
              <a:t>situations,</a:t>
            </a:r>
            <a:r>
              <a:rPr lang="en-US" sz="1200" spc="145" dirty="0">
                <a:latin typeface="Times New Roman"/>
                <a:cs typeface="Times New Roman"/>
              </a:rPr>
              <a:t> </a:t>
            </a:r>
            <a:r>
              <a:rPr lang="en-US" sz="1200" dirty="0">
                <a:latin typeface="Times New Roman"/>
                <a:cs typeface="Times New Roman"/>
              </a:rPr>
              <a:t>such</a:t>
            </a:r>
            <a:r>
              <a:rPr lang="en-US" sz="1200" spc="150" dirty="0">
                <a:latin typeface="Times New Roman"/>
                <a:cs typeface="Times New Roman"/>
              </a:rPr>
              <a:t> </a:t>
            </a:r>
            <a:r>
              <a:rPr lang="en-US" sz="1200" dirty="0">
                <a:latin typeface="Times New Roman"/>
                <a:cs typeface="Times New Roman"/>
              </a:rPr>
              <a:t>as</a:t>
            </a:r>
            <a:r>
              <a:rPr lang="en-US" sz="1200" spc="150" dirty="0">
                <a:latin typeface="Times New Roman"/>
                <a:cs typeface="Times New Roman"/>
              </a:rPr>
              <a:t> </a:t>
            </a:r>
            <a:r>
              <a:rPr lang="en-US" sz="1200" dirty="0">
                <a:latin typeface="Times New Roman"/>
                <a:cs typeface="Times New Roman"/>
              </a:rPr>
              <a:t>when</a:t>
            </a:r>
            <a:r>
              <a:rPr lang="en-US" sz="1200" spc="150" dirty="0">
                <a:latin typeface="Times New Roman"/>
                <a:cs typeface="Times New Roman"/>
              </a:rPr>
              <a:t> </a:t>
            </a:r>
            <a:r>
              <a:rPr lang="en-US" sz="1200" dirty="0">
                <a:latin typeface="Times New Roman"/>
                <a:cs typeface="Times New Roman"/>
              </a:rPr>
              <a:t>hands-free</a:t>
            </a:r>
            <a:r>
              <a:rPr lang="en-US" sz="1200" spc="145" dirty="0">
                <a:latin typeface="Times New Roman"/>
                <a:cs typeface="Times New Roman"/>
              </a:rPr>
              <a:t> </a:t>
            </a:r>
            <a:r>
              <a:rPr lang="en-US" sz="1200" dirty="0">
                <a:latin typeface="Times New Roman"/>
                <a:cs typeface="Times New Roman"/>
              </a:rPr>
              <a:t>operation</a:t>
            </a:r>
            <a:r>
              <a:rPr lang="en-US" sz="1200" spc="150" dirty="0">
                <a:latin typeface="Times New Roman"/>
                <a:cs typeface="Times New Roman"/>
              </a:rPr>
              <a:t> </a:t>
            </a:r>
            <a:r>
              <a:rPr lang="en-US" sz="1200" spc="-25" dirty="0">
                <a:latin typeface="Times New Roman"/>
                <a:cs typeface="Times New Roman"/>
              </a:rPr>
              <a:t>is </a:t>
            </a:r>
            <a:r>
              <a:rPr lang="en-US" sz="1200" dirty="0">
                <a:latin typeface="Times New Roman"/>
                <a:cs typeface="Times New Roman"/>
              </a:rPr>
              <a:t>needed.</a:t>
            </a:r>
            <a:r>
              <a:rPr lang="en-US" sz="1200" spc="125" dirty="0">
                <a:latin typeface="Times New Roman"/>
                <a:cs typeface="Times New Roman"/>
              </a:rPr>
              <a:t> </a:t>
            </a:r>
            <a:r>
              <a:rPr lang="en-US" sz="1200" dirty="0">
                <a:latin typeface="Times New Roman"/>
                <a:cs typeface="Times New Roman"/>
              </a:rPr>
              <a:t>Some</a:t>
            </a:r>
            <a:r>
              <a:rPr lang="en-US" sz="1200" spc="145" dirty="0">
                <a:latin typeface="Times New Roman"/>
                <a:cs typeface="Times New Roman"/>
              </a:rPr>
              <a:t> </a:t>
            </a:r>
            <a:r>
              <a:rPr lang="en-US" sz="1200" dirty="0">
                <a:latin typeface="Times New Roman"/>
                <a:cs typeface="Times New Roman"/>
              </a:rPr>
              <a:t>existing</a:t>
            </a:r>
            <a:r>
              <a:rPr lang="en-US" sz="1200" spc="130" dirty="0">
                <a:latin typeface="Times New Roman"/>
                <a:cs typeface="Times New Roman"/>
              </a:rPr>
              <a:t> </a:t>
            </a:r>
            <a:r>
              <a:rPr lang="en-US" sz="1200" dirty="0">
                <a:latin typeface="Times New Roman"/>
                <a:cs typeface="Times New Roman"/>
              </a:rPr>
              <a:t>gesture-based</a:t>
            </a:r>
            <a:r>
              <a:rPr lang="en-US" sz="1200" spc="114" dirty="0">
                <a:latin typeface="Times New Roman"/>
                <a:cs typeface="Times New Roman"/>
              </a:rPr>
              <a:t> </a:t>
            </a:r>
            <a:r>
              <a:rPr lang="en-US" sz="1200" dirty="0">
                <a:latin typeface="Times New Roman"/>
                <a:cs typeface="Times New Roman"/>
              </a:rPr>
              <a:t>systems,</a:t>
            </a:r>
            <a:r>
              <a:rPr lang="en-US" sz="1200" spc="130" dirty="0">
                <a:latin typeface="Times New Roman"/>
                <a:cs typeface="Times New Roman"/>
              </a:rPr>
              <a:t> </a:t>
            </a:r>
            <a:r>
              <a:rPr lang="en-US" sz="1200" dirty="0">
                <a:latin typeface="Times New Roman"/>
                <a:cs typeface="Times New Roman"/>
              </a:rPr>
              <a:t>such</a:t>
            </a:r>
            <a:r>
              <a:rPr lang="en-US" sz="1200" spc="130" dirty="0">
                <a:latin typeface="Times New Roman"/>
                <a:cs typeface="Times New Roman"/>
              </a:rPr>
              <a:t> </a:t>
            </a:r>
            <a:r>
              <a:rPr lang="en-US" sz="1200" dirty="0">
                <a:latin typeface="Times New Roman"/>
                <a:cs typeface="Times New Roman"/>
              </a:rPr>
              <a:t>as</a:t>
            </a:r>
            <a:r>
              <a:rPr lang="en-US" sz="1200" spc="130" dirty="0">
                <a:latin typeface="Times New Roman"/>
                <a:cs typeface="Times New Roman"/>
              </a:rPr>
              <a:t> </a:t>
            </a:r>
            <a:r>
              <a:rPr lang="en-US" sz="1200" dirty="0">
                <a:latin typeface="Times New Roman"/>
                <a:cs typeface="Times New Roman"/>
              </a:rPr>
              <a:t>the</a:t>
            </a:r>
            <a:r>
              <a:rPr lang="en-US" sz="1200" spc="110" dirty="0">
                <a:latin typeface="Times New Roman"/>
                <a:cs typeface="Times New Roman"/>
              </a:rPr>
              <a:t> </a:t>
            </a:r>
            <a:r>
              <a:rPr lang="en-US" sz="1200" dirty="0">
                <a:latin typeface="Times New Roman"/>
                <a:cs typeface="Times New Roman"/>
              </a:rPr>
              <a:t>Microsoft</a:t>
            </a:r>
            <a:r>
              <a:rPr lang="en-US" sz="1200" spc="135" dirty="0">
                <a:latin typeface="Times New Roman"/>
                <a:cs typeface="Times New Roman"/>
              </a:rPr>
              <a:t> </a:t>
            </a:r>
            <a:r>
              <a:rPr lang="en-US" sz="1200" dirty="0">
                <a:latin typeface="Times New Roman"/>
                <a:cs typeface="Times New Roman"/>
              </a:rPr>
              <a:t>Kinect,</a:t>
            </a:r>
            <a:r>
              <a:rPr lang="en-US" sz="1200" spc="130" dirty="0">
                <a:latin typeface="Times New Roman"/>
                <a:cs typeface="Times New Roman"/>
              </a:rPr>
              <a:t> </a:t>
            </a:r>
            <a:r>
              <a:rPr lang="en-US" sz="1200" dirty="0">
                <a:latin typeface="Times New Roman"/>
                <a:cs typeface="Times New Roman"/>
              </a:rPr>
              <a:t>demonstrate</a:t>
            </a:r>
            <a:r>
              <a:rPr lang="en-US" sz="1200" spc="125" dirty="0">
                <a:latin typeface="Times New Roman"/>
                <a:cs typeface="Times New Roman"/>
              </a:rPr>
              <a:t> </a:t>
            </a:r>
            <a:r>
              <a:rPr lang="en-US" sz="1200" dirty="0">
                <a:latin typeface="Times New Roman"/>
                <a:cs typeface="Times New Roman"/>
              </a:rPr>
              <a:t>how</a:t>
            </a:r>
            <a:r>
              <a:rPr lang="en-US" sz="1200" spc="125" dirty="0">
                <a:latin typeface="Times New Roman"/>
                <a:cs typeface="Times New Roman"/>
              </a:rPr>
              <a:t> </a:t>
            </a:r>
            <a:r>
              <a:rPr lang="en-US" sz="1200" spc="-20" dirty="0">
                <a:latin typeface="Times New Roman"/>
                <a:cs typeface="Times New Roman"/>
              </a:rPr>
              <a:t>hand </a:t>
            </a:r>
            <a:r>
              <a:rPr lang="en-US" sz="1200" dirty="0">
                <a:latin typeface="Times New Roman"/>
                <a:cs typeface="Times New Roman"/>
              </a:rPr>
              <a:t>movements</a:t>
            </a:r>
            <a:r>
              <a:rPr lang="en-US" sz="1200" spc="250" dirty="0">
                <a:latin typeface="Times New Roman"/>
                <a:cs typeface="Times New Roman"/>
              </a:rPr>
              <a:t> </a:t>
            </a:r>
            <a:r>
              <a:rPr lang="en-US" sz="1200" dirty="0">
                <a:latin typeface="Times New Roman"/>
                <a:cs typeface="Times New Roman"/>
              </a:rPr>
              <a:t>can</a:t>
            </a:r>
            <a:r>
              <a:rPr lang="en-US" sz="1200" spc="229" dirty="0">
                <a:latin typeface="Times New Roman"/>
                <a:cs typeface="Times New Roman"/>
              </a:rPr>
              <a:t> </a:t>
            </a:r>
            <a:r>
              <a:rPr lang="en-US" sz="1200" dirty="0">
                <a:latin typeface="Times New Roman"/>
                <a:cs typeface="Times New Roman"/>
              </a:rPr>
              <a:t>be</a:t>
            </a:r>
            <a:r>
              <a:rPr lang="en-US" sz="1200" spc="245" dirty="0">
                <a:latin typeface="Times New Roman"/>
                <a:cs typeface="Times New Roman"/>
              </a:rPr>
              <a:t> </a:t>
            </a:r>
            <a:r>
              <a:rPr lang="en-US" sz="1200" dirty="0">
                <a:latin typeface="Times New Roman"/>
                <a:cs typeface="Times New Roman"/>
              </a:rPr>
              <a:t>tracked</a:t>
            </a:r>
            <a:r>
              <a:rPr lang="en-US" sz="1200" spc="235" dirty="0">
                <a:latin typeface="Times New Roman"/>
                <a:cs typeface="Times New Roman"/>
              </a:rPr>
              <a:t> </a:t>
            </a:r>
            <a:r>
              <a:rPr lang="en-US" sz="1200" dirty="0">
                <a:latin typeface="Times New Roman"/>
                <a:cs typeface="Times New Roman"/>
              </a:rPr>
              <a:t>using</a:t>
            </a:r>
            <a:r>
              <a:rPr lang="en-US" sz="1200" spc="220" dirty="0">
                <a:latin typeface="Times New Roman"/>
                <a:cs typeface="Times New Roman"/>
              </a:rPr>
              <a:t> </a:t>
            </a:r>
            <a:r>
              <a:rPr lang="en-US" sz="1200" dirty="0">
                <a:latin typeface="Times New Roman"/>
                <a:cs typeface="Times New Roman"/>
              </a:rPr>
              <a:t>depth-sensing</a:t>
            </a:r>
            <a:r>
              <a:rPr lang="en-US" sz="1200" spc="225" dirty="0">
                <a:latin typeface="Times New Roman"/>
                <a:cs typeface="Times New Roman"/>
              </a:rPr>
              <a:t> </a:t>
            </a:r>
            <a:r>
              <a:rPr lang="en-US" sz="1200" dirty="0">
                <a:latin typeface="Times New Roman"/>
                <a:cs typeface="Times New Roman"/>
              </a:rPr>
              <a:t>cameras.</a:t>
            </a:r>
            <a:r>
              <a:rPr lang="en-US" sz="1200" spc="250" dirty="0">
                <a:latin typeface="Times New Roman"/>
                <a:cs typeface="Times New Roman"/>
              </a:rPr>
              <a:t> </a:t>
            </a:r>
            <a:r>
              <a:rPr lang="en-US" sz="1200" dirty="0">
                <a:latin typeface="Times New Roman"/>
                <a:cs typeface="Times New Roman"/>
              </a:rPr>
              <a:t>However,</a:t>
            </a:r>
            <a:r>
              <a:rPr lang="en-US" sz="1200" spc="250" dirty="0">
                <a:latin typeface="Times New Roman"/>
                <a:cs typeface="Times New Roman"/>
              </a:rPr>
              <a:t> </a:t>
            </a:r>
            <a:r>
              <a:rPr lang="en-US" sz="1200" dirty="0">
                <a:latin typeface="Times New Roman"/>
                <a:cs typeface="Times New Roman"/>
              </a:rPr>
              <a:t>these</a:t>
            </a:r>
            <a:r>
              <a:rPr lang="en-US" sz="1200" spc="245" dirty="0">
                <a:latin typeface="Times New Roman"/>
                <a:cs typeface="Times New Roman"/>
              </a:rPr>
              <a:t> </a:t>
            </a:r>
            <a:r>
              <a:rPr lang="en-US" sz="1200" dirty="0">
                <a:latin typeface="Times New Roman"/>
                <a:cs typeface="Times New Roman"/>
              </a:rPr>
              <a:t>solutions</a:t>
            </a:r>
            <a:r>
              <a:rPr lang="en-US" sz="1200" spc="240" dirty="0">
                <a:latin typeface="Times New Roman"/>
                <a:cs typeface="Times New Roman"/>
              </a:rPr>
              <a:t> </a:t>
            </a:r>
            <a:r>
              <a:rPr lang="en-US" sz="1200" dirty="0">
                <a:latin typeface="Times New Roman"/>
                <a:cs typeface="Times New Roman"/>
              </a:rPr>
              <a:t>are</a:t>
            </a:r>
            <a:r>
              <a:rPr lang="en-US" sz="1200" spc="245" dirty="0">
                <a:latin typeface="Times New Roman"/>
                <a:cs typeface="Times New Roman"/>
              </a:rPr>
              <a:t> </a:t>
            </a:r>
            <a:r>
              <a:rPr lang="en-US" sz="1200" spc="-10" dirty="0">
                <a:latin typeface="Times New Roman"/>
                <a:cs typeface="Times New Roman"/>
              </a:rPr>
              <a:t>expensive</a:t>
            </a:r>
            <a:endParaRPr lang="en-US" sz="1200" dirty="0">
              <a:latin typeface="Times New Roman"/>
              <a:cs typeface="Times New Roman"/>
            </a:endParaRPr>
          </a:p>
          <a:p>
            <a:pPr marL="12700" marR="5080" algn="just">
              <a:lnSpc>
                <a:spcPct val="150000"/>
              </a:lnSpc>
              <a:spcBef>
                <a:spcPts val="10"/>
              </a:spcBef>
            </a:pPr>
            <a:r>
              <a:rPr lang="en-US" sz="1200" dirty="0">
                <a:latin typeface="Times New Roman"/>
                <a:cs typeface="Times New Roman"/>
              </a:rPr>
              <a:t>and</a:t>
            </a:r>
            <a:r>
              <a:rPr lang="en-US" sz="1200" spc="355" dirty="0">
                <a:latin typeface="Times New Roman"/>
                <a:cs typeface="Times New Roman"/>
              </a:rPr>
              <a:t> </a:t>
            </a:r>
            <a:r>
              <a:rPr lang="en-US" sz="1200" dirty="0">
                <a:latin typeface="Times New Roman"/>
                <a:cs typeface="Times New Roman"/>
              </a:rPr>
              <a:t>rely</a:t>
            </a:r>
            <a:r>
              <a:rPr lang="en-US" sz="1200" spc="345" dirty="0">
                <a:latin typeface="Times New Roman"/>
                <a:cs typeface="Times New Roman"/>
              </a:rPr>
              <a:t> </a:t>
            </a:r>
            <a:r>
              <a:rPr lang="en-US" sz="1200" dirty="0">
                <a:latin typeface="Times New Roman"/>
                <a:cs typeface="Times New Roman"/>
              </a:rPr>
              <a:t>on</a:t>
            </a:r>
            <a:r>
              <a:rPr lang="en-US" sz="1200" spc="360" dirty="0">
                <a:latin typeface="Times New Roman"/>
                <a:cs typeface="Times New Roman"/>
              </a:rPr>
              <a:t> </a:t>
            </a:r>
            <a:r>
              <a:rPr lang="en-US" sz="1200" dirty="0">
                <a:latin typeface="Times New Roman"/>
                <a:cs typeface="Times New Roman"/>
              </a:rPr>
              <a:t>specialized</a:t>
            </a:r>
            <a:r>
              <a:rPr lang="en-US" sz="1200" spc="370" dirty="0">
                <a:latin typeface="Times New Roman"/>
                <a:cs typeface="Times New Roman"/>
              </a:rPr>
              <a:t> </a:t>
            </a:r>
            <a:r>
              <a:rPr lang="en-US" sz="1200" dirty="0">
                <a:latin typeface="Times New Roman"/>
                <a:cs typeface="Times New Roman"/>
              </a:rPr>
              <a:t>hardware,</a:t>
            </a:r>
            <a:r>
              <a:rPr lang="en-US" sz="1200" spc="370" dirty="0">
                <a:latin typeface="Times New Roman"/>
                <a:cs typeface="Times New Roman"/>
              </a:rPr>
              <a:t> </a:t>
            </a:r>
            <a:r>
              <a:rPr lang="en-US" sz="1200" dirty="0">
                <a:latin typeface="Times New Roman"/>
                <a:cs typeface="Times New Roman"/>
              </a:rPr>
              <a:t>making</a:t>
            </a:r>
            <a:r>
              <a:rPr lang="en-US" sz="1200" spc="340" dirty="0">
                <a:latin typeface="Times New Roman"/>
                <a:cs typeface="Times New Roman"/>
              </a:rPr>
              <a:t> </a:t>
            </a:r>
            <a:r>
              <a:rPr lang="en-US" sz="1200" dirty="0">
                <a:latin typeface="Times New Roman"/>
                <a:cs typeface="Times New Roman"/>
              </a:rPr>
              <a:t>them</a:t>
            </a:r>
            <a:r>
              <a:rPr lang="en-US" sz="1200" spc="360" dirty="0">
                <a:latin typeface="Times New Roman"/>
                <a:cs typeface="Times New Roman"/>
              </a:rPr>
              <a:t> </a:t>
            </a:r>
            <a:r>
              <a:rPr lang="en-US" sz="1200" dirty="0">
                <a:latin typeface="Times New Roman"/>
                <a:cs typeface="Times New Roman"/>
              </a:rPr>
              <a:t>less</a:t>
            </a:r>
            <a:r>
              <a:rPr lang="en-US" sz="1200" spc="345" dirty="0">
                <a:latin typeface="Times New Roman"/>
                <a:cs typeface="Times New Roman"/>
              </a:rPr>
              <a:t> </a:t>
            </a:r>
            <a:r>
              <a:rPr lang="en-US" sz="1200" dirty="0">
                <a:latin typeface="Times New Roman"/>
                <a:cs typeface="Times New Roman"/>
              </a:rPr>
              <a:t>accessible</a:t>
            </a:r>
            <a:r>
              <a:rPr lang="en-US" sz="1200" spc="365" dirty="0">
                <a:latin typeface="Times New Roman"/>
                <a:cs typeface="Times New Roman"/>
              </a:rPr>
              <a:t> </a:t>
            </a:r>
            <a:r>
              <a:rPr lang="en-US" sz="1200" dirty="0">
                <a:latin typeface="Times New Roman"/>
                <a:cs typeface="Times New Roman"/>
              </a:rPr>
              <a:t>to</a:t>
            </a:r>
            <a:r>
              <a:rPr lang="en-US" sz="1200" spc="360" dirty="0">
                <a:latin typeface="Times New Roman"/>
                <a:cs typeface="Times New Roman"/>
              </a:rPr>
              <a:t> </a:t>
            </a:r>
            <a:r>
              <a:rPr lang="en-US" sz="1200" dirty="0">
                <a:latin typeface="Times New Roman"/>
                <a:cs typeface="Times New Roman"/>
              </a:rPr>
              <a:t>the</a:t>
            </a:r>
            <a:r>
              <a:rPr lang="en-US" sz="1200" spc="360" dirty="0">
                <a:latin typeface="Times New Roman"/>
                <a:cs typeface="Times New Roman"/>
              </a:rPr>
              <a:t> </a:t>
            </a:r>
            <a:r>
              <a:rPr lang="en-US" sz="1200" dirty="0">
                <a:latin typeface="Times New Roman"/>
                <a:cs typeface="Times New Roman"/>
              </a:rPr>
              <a:t>general</a:t>
            </a:r>
            <a:r>
              <a:rPr lang="en-US" sz="1200" spc="360" dirty="0">
                <a:latin typeface="Times New Roman"/>
                <a:cs typeface="Times New Roman"/>
              </a:rPr>
              <a:t> </a:t>
            </a:r>
            <a:r>
              <a:rPr lang="en-US" sz="1200" dirty="0">
                <a:latin typeface="Times New Roman"/>
                <a:cs typeface="Times New Roman"/>
              </a:rPr>
              <a:t>user.</a:t>
            </a:r>
            <a:r>
              <a:rPr lang="en-US" sz="1200" spc="360" dirty="0">
                <a:latin typeface="Times New Roman"/>
                <a:cs typeface="Times New Roman"/>
              </a:rPr>
              <a:t> </a:t>
            </a:r>
            <a:r>
              <a:rPr lang="en-US" sz="1200" spc="-10" dirty="0">
                <a:latin typeface="Times New Roman"/>
                <a:cs typeface="Times New Roman"/>
              </a:rPr>
              <a:t>Recently, </a:t>
            </a:r>
            <a:r>
              <a:rPr lang="en-US" sz="1200" dirty="0">
                <a:latin typeface="Times New Roman"/>
                <a:cs typeface="Times New Roman"/>
              </a:rPr>
              <a:t>research</a:t>
            </a:r>
            <a:r>
              <a:rPr lang="en-US" sz="1200" spc="190" dirty="0">
                <a:latin typeface="Times New Roman"/>
                <a:cs typeface="Times New Roman"/>
              </a:rPr>
              <a:t> </a:t>
            </a:r>
            <a:r>
              <a:rPr lang="en-US" sz="1200" dirty="0">
                <a:latin typeface="Times New Roman"/>
                <a:cs typeface="Times New Roman"/>
              </a:rPr>
              <a:t>in</a:t>
            </a:r>
            <a:r>
              <a:rPr lang="en-US" sz="1200" spc="195" dirty="0">
                <a:latin typeface="Times New Roman"/>
                <a:cs typeface="Times New Roman"/>
              </a:rPr>
              <a:t> </a:t>
            </a:r>
            <a:r>
              <a:rPr lang="en-US" sz="1200" dirty="0">
                <a:latin typeface="Times New Roman"/>
                <a:cs typeface="Times New Roman"/>
              </a:rPr>
              <a:t>computer</a:t>
            </a:r>
            <a:r>
              <a:rPr lang="en-US" sz="1200" spc="185" dirty="0">
                <a:latin typeface="Times New Roman"/>
                <a:cs typeface="Times New Roman"/>
              </a:rPr>
              <a:t> </a:t>
            </a:r>
            <a:r>
              <a:rPr lang="en-US" sz="1200" dirty="0">
                <a:latin typeface="Times New Roman"/>
                <a:cs typeface="Times New Roman"/>
              </a:rPr>
              <a:t>vision</a:t>
            </a:r>
            <a:r>
              <a:rPr lang="en-US" sz="1200" spc="195" dirty="0">
                <a:latin typeface="Times New Roman"/>
                <a:cs typeface="Times New Roman"/>
              </a:rPr>
              <a:t> </a:t>
            </a:r>
            <a:r>
              <a:rPr lang="en-US" sz="1200" dirty="0">
                <a:latin typeface="Times New Roman"/>
                <a:cs typeface="Times New Roman"/>
              </a:rPr>
              <a:t>and</a:t>
            </a:r>
            <a:r>
              <a:rPr lang="en-US" sz="1200" spc="204" dirty="0">
                <a:latin typeface="Times New Roman"/>
                <a:cs typeface="Times New Roman"/>
              </a:rPr>
              <a:t> </a:t>
            </a:r>
            <a:r>
              <a:rPr lang="en-US" sz="1200" dirty="0">
                <a:latin typeface="Times New Roman"/>
                <a:cs typeface="Times New Roman"/>
              </a:rPr>
              <a:t>machine</a:t>
            </a:r>
            <a:r>
              <a:rPr lang="en-US" sz="1200" spc="195" dirty="0">
                <a:latin typeface="Times New Roman"/>
                <a:cs typeface="Times New Roman"/>
              </a:rPr>
              <a:t> </a:t>
            </a:r>
            <a:r>
              <a:rPr lang="en-US" sz="1200" dirty="0">
                <a:latin typeface="Times New Roman"/>
                <a:cs typeface="Times New Roman"/>
              </a:rPr>
              <a:t>learning</a:t>
            </a:r>
            <a:r>
              <a:rPr lang="en-US" sz="1200" spc="175" dirty="0">
                <a:latin typeface="Times New Roman"/>
                <a:cs typeface="Times New Roman"/>
              </a:rPr>
              <a:t> </a:t>
            </a:r>
            <a:r>
              <a:rPr lang="en-US" sz="1200" dirty="0">
                <a:latin typeface="Times New Roman"/>
                <a:cs typeface="Times New Roman"/>
              </a:rPr>
              <a:t>has</a:t>
            </a:r>
            <a:r>
              <a:rPr lang="en-US" sz="1200" spc="195" dirty="0">
                <a:latin typeface="Times New Roman"/>
                <a:cs typeface="Times New Roman"/>
              </a:rPr>
              <a:t> </a:t>
            </a:r>
            <a:r>
              <a:rPr lang="en-US" sz="1200" dirty="0">
                <a:latin typeface="Times New Roman"/>
                <a:cs typeface="Times New Roman"/>
              </a:rPr>
              <a:t>advanced</a:t>
            </a:r>
            <a:r>
              <a:rPr lang="en-US" sz="1200" spc="195" dirty="0">
                <a:latin typeface="Times New Roman"/>
                <a:cs typeface="Times New Roman"/>
              </a:rPr>
              <a:t> </a:t>
            </a:r>
            <a:r>
              <a:rPr lang="en-US" sz="1200" dirty="0">
                <a:latin typeface="Times New Roman"/>
                <a:cs typeface="Times New Roman"/>
              </a:rPr>
              <a:t>the</a:t>
            </a:r>
            <a:r>
              <a:rPr lang="en-US" sz="1200" spc="195" dirty="0">
                <a:latin typeface="Times New Roman"/>
                <a:cs typeface="Times New Roman"/>
              </a:rPr>
              <a:t> </a:t>
            </a:r>
            <a:r>
              <a:rPr lang="en-US" sz="1200" dirty="0">
                <a:latin typeface="Times New Roman"/>
                <a:cs typeface="Times New Roman"/>
              </a:rPr>
              <a:t>development</a:t>
            </a:r>
            <a:r>
              <a:rPr lang="en-US" sz="1200" spc="195" dirty="0">
                <a:latin typeface="Times New Roman"/>
                <a:cs typeface="Times New Roman"/>
              </a:rPr>
              <a:t> </a:t>
            </a:r>
            <a:r>
              <a:rPr lang="en-US" sz="1200" dirty="0">
                <a:latin typeface="Times New Roman"/>
                <a:cs typeface="Times New Roman"/>
              </a:rPr>
              <a:t>of</a:t>
            </a:r>
            <a:r>
              <a:rPr lang="en-US" sz="1200" spc="200" dirty="0">
                <a:latin typeface="Times New Roman"/>
                <a:cs typeface="Times New Roman"/>
              </a:rPr>
              <a:t> </a:t>
            </a:r>
            <a:r>
              <a:rPr lang="en-US" sz="1200" dirty="0">
                <a:latin typeface="Times New Roman"/>
                <a:cs typeface="Times New Roman"/>
              </a:rPr>
              <a:t>hand</a:t>
            </a:r>
            <a:r>
              <a:rPr lang="en-US" sz="1200" spc="190" dirty="0">
                <a:latin typeface="Times New Roman"/>
                <a:cs typeface="Times New Roman"/>
              </a:rPr>
              <a:t> </a:t>
            </a:r>
            <a:r>
              <a:rPr lang="en-US" sz="1200" spc="-10" dirty="0">
                <a:latin typeface="Times New Roman"/>
                <a:cs typeface="Times New Roman"/>
              </a:rPr>
              <a:t>gesture </a:t>
            </a:r>
            <a:r>
              <a:rPr lang="en-US" sz="1200" dirty="0">
                <a:latin typeface="Times New Roman"/>
                <a:cs typeface="Times New Roman"/>
              </a:rPr>
              <a:t>recognition</a:t>
            </a:r>
            <a:r>
              <a:rPr lang="en-US" sz="1200" spc="475" dirty="0">
                <a:latin typeface="Times New Roman"/>
                <a:cs typeface="Times New Roman"/>
              </a:rPr>
              <a:t> </a:t>
            </a:r>
            <a:r>
              <a:rPr lang="en-US" sz="1200" dirty="0">
                <a:latin typeface="Times New Roman"/>
                <a:cs typeface="Times New Roman"/>
              </a:rPr>
              <a:t>systems,</a:t>
            </a:r>
            <a:r>
              <a:rPr lang="en-US" sz="1200" spc="465" dirty="0">
                <a:latin typeface="Times New Roman"/>
                <a:cs typeface="Times New Roman"/>
              </a:rPr>
              <a:t> </a:t>
            </a:r>
            <a:r>
              <a:rPr lang="en-US" sz="1200" dirty="0">
                <a:latin typeface="Times New Roman"/>
                <a:cs typeface="Times New Roman"/>
              </a:rPr>
              <a:t>providing</a:t>
            </a:r>
            <a:r>
              <a:rPr lang="en-US" sz="1200" spc="455" dirty="0">
                <a:latin typeface="Times New Roman"/>
                <a:cs typeface="Times New Roman"/>
              </a:rPr>
              <a:t> </a:t>
            </a:r>
            <a:r>
              <a:rPr lang="en-US" sz="1200" dirty="0">
                <a:latin typeface="Times New Roman"/>
                <a:cs typeface="Times New Roman"/>
              </a:rPr>
              <a:t>a</a:t>
            </a:r>
            <a:r>
              <a:rPr lang="en-US" sz="1200" spc="490" dirty="0">
                <a:latin typeface="Times New Roman"/>
                <a:cs typeface="Times New Roman"/>
              </a:rPr>
              <a:t> </a:t>
            </a:r>
            <a:r>
              <a:rPr lang="en-US" sz="1200" dirty="0">
                <a:latin typeface="Times New Roman"/>
                <a:cs typeface="Times New Roman"/>
              </a:rPr>
              <a:t>more</a:t>
            </a:r>
            <a:r>
              <a:rPr lang="en-US" sz="1200" spc="490" dirty="0">
                <a:latin typeface="Times New Roman"/>
                <a:cs typeface="Times New Roman"/>
              </a:rPr>
              <a:t> </a:t>
            </a:r>
            <a:r>
              <a:rPr lang="en-US" sz="1200" dirty="0">
                <a:latin typeface="Times New Roman"/>
                <a:cs typeface="Times New Roman"/>
              </a:rPr>
              <a:t>natural</a:t>
            </a:r>
            <a:r>
              <a:rPr lang="en-US" sz="1200" spc="470" dirty="0">
                <a:latin typeface="Times New Roman"/>
                <a:cs typeface="Times New Roman"/>
              </a:rPr>
              <a:t> </a:t>
            </a:r>
            <a:r>
              <a:rPr lang="en-US" sz="1200" dirty="0">
                <a:latin typeface="Times New Roman"/>
                <a:cs typeface="Times New Roman"/>
              </a:rPr>
              <a:t>and</a:t>
            </a:r>
            <a:r>
              <a:rPr lang="en-US" sz="1200" spc="465" dirty="0">
                <a:latin typeface="Times New Roman"/>
                <a:cs typeface="Times New Roman"/>
              </a:rPr>
              <a:t> </a:t>
            </a:r>
            <a:r>
              <a:rPr lang="en-US" sz="1200" dirty="0">
                <a:latin typeface="Times New Roman"/>
                <a:cs typeface="Times New Roman"/>
              </a:rPr>
              <a:t>intuitive</a:t>
            </a:r>
            <a:r>
              <a:rPr lang="en-US" sz="1200" spc="480" dirty="0">
                <a:latin typeface="Times New Roman"/>
                <a:cs typeface="Times New Roman"/>
              </a:rPr>
              <a:t> </a:t>
            </a:r>
            <a:r>
              <a:rPr lang="en-US" sz="1200" dirty="0">
                <a:latin typeface="Times New Roman"/>
                <a:cs typeface="Times New Roman"/>
              </a:rPr>
              <a:t>way</a:t>
            </a:r>
            <a:r>
              <a:rPr lang="en-US" sz="1200" spc="465" dirty="0">
                <a:latin typeface="Times New Roman"/>
                <a:cs typeface="Times New Roman"/>
              </a:rPr>
              <a:t> </a:t>
            </a:r>
            <a:r>
              <a:rPr lang="en-US" sz="1200" dirty="0">
                <a:latin typeface="Times New Roman"/>
                <a:cs typeface="Times New Roman"/>
              </a:rPr>
              <a:t>for</a:t>
            </a:r>
            <a:r>
              <a:rPr lang="en-US" sz="1200" spc="459" dirty="0">
                <a:latin typeface="Times New Roman"/>
                <a:cs typeface="Times New Roman"/>
              </a:rPr>
              <a:t> </a:t>
            </a:r>
            <a:r>
              <a:rPr lang="en-US" sz="1200" dirty="0">
                <a:latin typeface="Times New Roman"/>
                <a:cs typeface="Times New Roman"/>
              </a:rPr>
              <a:t>users</a:t>
            </a:r>
            <a:r>
              <a:rPr lang="en-US" sz="1200" spc="465" dirty="0">
                <a:latin typeface="Times New Roman"/>
                <a:cs typeface="Times New Roman"/>
              </a:rPr>
              <a:t> </a:t>
            </a:r>
            <a:r>
              <a:rPr lang="en-US" sz="1200" dirty="0">
                <a:latin typeface="Times New Roman"/>
                <a:cs typeface="Times New Roman"/>
              </a:rPr>
              <a:t>to</a:t>
            </a:r>
            <a:r>
              <a:rPr lang="en-US" sz="1200" spc="470" dirty="0">
                <a:latin typeface="Times New Roman"/>
                <a:cs typeface="Times New Roman"/>
              </a:rPr>
              <a:t> </a:t>
            </a:r>
            <a:r>
              <a:rPr lang="en-US" sz="1200" dirty="0">
                <a:latin typeface="Times New Roman"/>
                <a:cs typeface="Times New Roman"/>
              </a:rPr>
              <a:t>interact</a:t>
            </a:r>
            <a:r>
              <a:rPr lang="en-US" sz="1200" spc="455" dirty="0">
                <a:latin typeface="Times New Roman"/>
                <a:cs typeface="Times New Roman"/>
              </a:rPr>
              <a:t> </a:t>
            </a:r>
            <a:r>
              <a:rPr lang="en-US" sz="1200" spc="-20" dirty="0">
                <a:latin typeface="Times New Roman"/>
                <a:cs typeface="Times New Roman"/>
              </a:rPr>
              <a:t>with </a:t>
            </a:r>
            <a:r>
              <a:rPr lang="en-US" sz="1200" dirty="0">
                <a:latin typeface="Times New Roman"/>
                <a:cs typeface="Times New Roman"/>
              </a:rPr>
              <a:t>computers.</a:t>
            </a:r>
            <a:r>
              <a:rPr lang="en-US" sz="1200" spc="390" dirty="0">
                <a:latin typeface="Times New Roman"/>
                <a:cs typeface="Times New Roman"/>
              </a:rPr>
              <a:t> </a:t>
            </a:r>
            <a:r>
              <a:rPr lang="en-US" sz="1200" dirty="0">
                <a:latin typeface="Times New Roman"/>
                <a:cs typeface="Times New Roman"/>
              </a:rPr>
              <a:t>Various</a:t>
            </a:r>
            <a:r>
              <a:rPr lang="en-US" sz="1200" spc="390" dirty="0">
                <a:latin typeface="Times New Roman"/>
                <a:cs typeface="Times New Roman"/>
              </a:rPr>
              <a:t> </a:t>
            </a:r>
            <a:r>
              <a:rPr lang="en-US" sz="1200" dirty="0">
                <a:latin typeface="Times New Roman"/>
                <a:cs typeface="Times New Roman"/>
              </a:rPr>
              <a:t>studies</a:t>
            </a:r>
            <a:r>
              <a:rPr lang="en-US" sz="1200" spc="390" dirty="0">
                <a:latin typeface="Times New Roman"/>
                <a:cs typeface="Times New Roman"/>
              </a:rPr>
              <a:t> </a:t>
            </a:r>
            <a:r>
              <a:rPr lang="en-US" sz="1200" dirty="0">
                <a:latin typeface="Times New Roman"/>
                <a:cs typeface="Times New Roman"/>
              </a:rPr>
              <a:t>on</a:t>
            </a:r>
            <a:r>
              <a:rPr lang="en-US" sz="1200" spc="380" dirty="0">
                <a:latin typeface="Times New Roman"/>
                <a:cs typeface="Times New Roman"/>
              </a:rPr>
              <a:t> </a:t>
            </a:r>
            <a:r>
              <a:rPr lang="en-US" sz="1200" dirty="0">
                <a:latin typeface="Times New Roman"/>
                <a:cs typeface="Times New Roman"/>
              </a:rPr>
              <a:t>gesture-controlled</a:t>
            </a:r>
            <a:r>
              <a:rPr lang="en-US" sz="1200" spc="390" dirty="0">
                <a:latin typeface="Times New Roman"/>
                <a:cs typeface="Times New Roman"/>
              </a:rPr>
              <a:t> </a:t>
            </a:r>
            <a:r>
              <a:rPr lang="en-US" sz="1200" dirty="0">
                <a:latin typeface="Times New Roman"/>
                <a:cs typeface="Times New Roman"/>
              </a:rPr>
              <a:t>virtual</a:t>
            </a:r>
            <a:r>
              <a:rPr lang="en-US" sz="1200" spc="380" dirty="0">
                <a:latin typeface="Times New Roman"/>
                <a:cs typeface="Times New Roman"/>
              </a:rPr>
              <a:t> </a:t>
            </a:r>
            <a:r>
              <a:rPr lang="en-US" sz="1200" dirty="0">
                <a:latin typeface="Times New Roman"/>
                <a:cs typeface="Times New Roman"/>
              </a:rPr>
              <a:t>mice</a:t>
            </a:r>
            <a:r>
              <a:rPr lang="en-US" sz="1200" spc="385" dirty="0">
                <a:latin typeface="Times New Roman"/>
                <a:cs typeface="Times New Roman"/>
              </a:rPr>
              <a:t> </a:t>
            </a:r>
            <a:r>
              <a:rPr lang="en-US" sz="1200" dirty="0">
                <a:latin typeface="Times New Roman"/>
                <a:cs typeface="Times New Roman"/>
              </a:rPr>
              <a:t>have</a:t>
            </a:r>
            <a:r>
              <a:rPr lang="en-US" sz="1200" spc="370" dirty="0">
                <a:latin typeface="Times New Roman"/>
                <a:cs typeface="Times New Roman"/>
              </a:rPr>
              <a:t> </a:t>
            </a:r>
            <a:r>
              <a:rPr lang="en-US" sz="1200" dirty="0">
                <a:latin typeface="Times New Roman"/>
                <a:cs typeface="Times New Roman"/>
              </a:rPr>
              <a:t>explored</a:t>
            </a:r>
            <a:r>
              <a:rPr lang="en-US" sz="1200" spc="380" dirty="0">
                <a:latin typeface="Times New Roman"/>
                <a:cs typeface="Times New Roman"/>
              </a:rPr>
              <a:t> </a:t>
            </a:r>
            <a:r>
              <a:rPr lang="en-US" sz="1200" dirty="0">
                <a:latin typeface="Times New Roman"/>
                <a:cs typeface="Times New Roman"/>
              </a:rPr>
              <a:t>methods</a:t>
            </a:r>
            <a:r>
              <a:rPr lang="en-US" sz="1200" spc="380" dirty="0">
                <a:latin typeface="Times New Roman"/>
                <a:cs typeface="Times New Roman"/>
              </a:rPr>
              <a:t> </a:t>
            </a:r>
            <a:r>
              <a:rPr lang="en-US" sz="1200" dirty="0">
                <a:latin typeface="Times New Roman"/>
                <a:cs typeface="Times New Roman"/>
              </a:rPr>
              <a:t>such</a:t>
            </a:r>
            <a:r>
              <a:rPr lang="en-US" sz="1200" spc="380" dirty="0">
                <a:latin typeface="Times New Roman"/>
                <a:cs typeface="Times New Roman"/>
              </a:rPr>
              <a:t> </a:t>
            </a:r>
            <a:r>
              <a:rPr lang="en-US" sz="1200" spc="-25" dirty="0">
                <a:latin typeface="Times New Roman"/>
                <a:cs typeface="Times New Roman"/>
              </a:rPr>
              <a:t>as </a:t>
            </a:r>
            <a:r>
              <a:rPr lang="en-US" sz="1200" dirty="0">
                <a:latin typeface="Times New Roman"/>
                <a:cs typeface="Times New Roman"/>
              </a:rPr>
              <a:t>motion</a:t>
            </a:r>
            <a:r>
              <a:rPr lang="en-US" sz="1200" spc="100" dirty="0">
                <a:latin typeface="Times New Roman"/>
                <a:cs typeface="Times New Roman"/>
              </a:rPr>
              <a:t> </a:t>
            </a:r>
            <a:r>
              <a:rPr lang="en-US" sz="1200" dirty="0">
                <a:latin typeface="Times New Roman"/>
                <a:cs typeface="Times New Roman"/>
              </a:rPr>
              <a:t>and</a:t>
            </a:r>
            <a:r>
              <a:rPr lang="en-US" sz="1200" spc="100" dirty="0">
                <a:latin typeface="Times New Roman"/>
                <a:cs typeface="Times New Roman"/>
              </a:rPr>
              <a:t> </a:t>
            </a:r>
            <a:r>
              <a:rPr lang="en-US" sz="1200" dirty="0">
                <a:latin typeface="Times New Roman"/>
                <a:cs typeface="Times New Roman"/>
              </a:rPr>
              <a:t>color</a:t>
            </a:r>
            <a:r>
              <a:rPr lang="en-US" sz="1200" spc="100" dirty="0">
                <a:latin typeface="Times New Roman"/>
                <a:cs typeface="Times New Roman"/>
              </a:rPr>
              <a:t> </a:t>
            </a:r>
            <a:r>
              <a:rPr lang="en-US" sz="1200" dirty="0">
                <a:latin typeface="Times New Roman"/>
                <a:cs typeface="Times New Roman"/>
              </a:rPr>
              <a:t>detection,</a:t>
            </a:r>
            <a:r>
              <a:rPr lang="en-US" sz="1200" spc="105" dirty="0">
                <a:latin typeface="Times New Roman"/>
                <a:cs typeface="Times New Roman"/>
              </a:rPr>
              <a:t> </a:t>
            </a:r>
            <a:r>
              <a:rPr lang="en-US" sz="1200" dirty="0">
                <a:latin typeface="Times New Roman"/>
                <a:cs typeface="Times New Roman"/>
              </a:rPr>
              <a:t>depth-sensing</a:t>
            </a:r>
            <a:r>
              <a:rPr lang="en-US" sz="1200" spc="90" dirty="0">
                <a:latin typeface="Times New Roman"/>
                <a:cs typeface="Times New Roman"/>
              </a:rPr>
              <a:t> </a:t>
            </a:r>
            <a:r>
              <a:rPr lang="en-US" sz="1200" dirty="0">
                <a:latin typeface="Times New Roman"/>
                <a:cs typeface="Times New Roman"/>
              </a:rPr>
              <a:t>cameras,</a:t>
            </a:r>
            <a:r>
              <a:rPr lang="en-US" sz="1200" spc="100" dirty="0">
                <a:latin typeface="Times New Roman"/>
                <a:cs typeface="Times New Roman"/>
              </a:rPr>
              <a:t> </a:t>
            </a:r>
            <a:r>
              <a:rPr lang="en-US" sz="1200" dirty="0">
                <a:latin typeface="Times New Roman"/>
                <a:cs typeface="Times New Roman"/>
              </a:rPr>
              <a:t>and</a:t>
            </a:r>
            <a:r>
              <a:rPr lang="en-US" sz="1200" spc="90" dirty="0">
                <a:latin typeface="Times New Roman"/>
                <a:cs typeface="Times New Roman"/>
              </a:rPr>
              <a:t> </a:t>
            </a:r>
            <a:r>
              <a:rPr lang="en-US" sz="1200" dirty="0">
                <a:latin typeface="Times New Roman"/>
                <a:cs typeface="Times New Roman"/>
              </a:rPr>
              <a:t>AI-driven</a:t>
            </a:r>
            <a:r>
              <a:rPr lang="en-US" sz="1200" spc="85" dirty="0">
                <a:latin typeface="Times New Roman"/>
                <a:cs typeface="Times New Roman"/>
              </a:rPr>
              <a:t> </a:t>
            </a:r>
            <a:r>
              <a:rPr lang="en-US" sz="1200" dirty="0">
                <a:latin typeface="Times New Roman"/>
                <a:cs typeface="Times New Roman"/>
              </a:rPr>
              <a:t>algorithms,</a:t>
            </a:r>
            <a:r>
              <a:rPr lang="en-US" sz="1200" spc="105" dirty="0">
                <a:latin typeface="Times New Roman"/>
                <a:cs typeface="Times New Roman"/>
              </a:rPr>
              <a:t> </a:t>
            </a:r>
            <a:r>
              <a:rPr lang="en-US" sz="1200" dirty="0">
                <a:latin typeface="Times New Roman"/>
                <a:cs typeface="Times New Roman"/>
              </a:rPr>
              <a:t>showing</a:t>
            </a:r>
            <a:r>
              <a:rPr lang="en-US" sz="1200" spc="90" dirty="0">
                <a:latin typeface="Times New Roman"/>
                <a:cs typeface="Times New Roman"/>
              </a:rPr>
              <a:t> </a:t>
            </a:r>
            <a:r>
              <a:rPr lang="en-US" sz="1200" dirty="0">
                <a:latin typeface="Times New Roman"/>
                <a:cs typeface="Times New Roman"/>
              </a:rPr>
              <a:t>the</a:t>
            </a:r>
            <a:r>
              <a:rPr lang="en-US" sz="1200" spc="100" dirty="0">
                <a:latin typeface="Times New Roman"/>
                <a:cs typeface="Times New Roman"/>
              </a:rPr>
              <a:t> </a:t>
            </a:r>
            <a:r>
              <a:rPr lang="en-US" sz="1200" spc="-10" dirty="0">
                <a:latin typeface="Times New Roman"/>
                <a:cs typeface="Times New Roman"/>
              </a:rPr>
              <a:t>potential </a:t>
            </a:r>
            <a:r>
              <a:rPr lang="en-US" sz="1200" dirty="0">
                <a:latin typeface="Times New Roman"/>
                <a:cs typeface="Times New Roman"/>
              </a:rPr>
              <a:t>for</a:t>
            </a:r>
            <a:r>
              <a:rPr lang="en-US" sz="1200" spc="70" dirty="0">
                <a:latin typeface="Times New Roman"/>
                <a:cs typeface="Times New Roman"/>
              </a:rPr>
              <a:t> </a:t>
            </a:r>
            <a:r>
              <a:rPr lang="en-US" sz="1200" dirty="0">
                <a:latin typeface="Times New Roman"/>
                <a:cs typeface="Times New Roman"/>
              </a:rPr>
              <a:t>creating</a:t>
            </a:r>
            <a:r>
              <a:rPr lang="en-US" sz="1200" spc="95" dirty="0">
                <a:latin typeface="Times New Roman"/>
                <a:cs typeface="Times New Roman"/>
              </a:rPr>
              <a:t> </a:t>
            </a:r>
            <a:r>
              <a:rPr lang="en-US" sz="1200" dirty="0">
                <a:latin typeface="Times New Roman"/>
                <a:cs typeface="Times New Roman"/>
              </a:rPr>
              <a:t>accurate,</a:t>
            </a:r>
            <a:r>
              <a:rPr lang="en-US" sz="1200" spc="105" dirty="0">
                <a:latin typeface="Times New Roman"/>
                <a:cs typeface="Times New Roman"/>
              </a:rPr>
              <a:t> </a:t>
            </a:r>
            <a:r>
              <a:rPr lang="en-US" sz="1200" dirty="0">
                <a:latin typeface="Times New Roman"/>
                <a:cs typeface="Times New Roman"/>
              </a:rPr>
              <a:t>responsive,</a:t>
            </a:r>
            <a:r>
              <a:rPr lang="en-US" sz="1200" spc="90" dirty="0">
                <a:latin typeface="Times New Roman"/>
                <a:cs typeface="Times New Roman"/>
              </a:rPr>
              <a:t> </a:t>
            </a:r>
            <a:r>
              <a:rPr lang="en-US" sz="1200" dirty="0">
                <a:latin typeface="Times New Roman"/>
                <a:cs typeface="Times New Roman"/>
              </a:rPr>
              <a:t>and</a:t>
            </a:r>
            <a:r>
              <a:rPr lang="en-US" sz="1200" spc="80" dirty="0">
                <a:latin typeface="Times New Roman"/>
                <a:cs typeface="Times New Roman"/>
              </a:rPr>
              <a:t> </a:t>
            </a:r>
            <a:r>
              <a:rPr lang="en-US" sz="1200" dirty="0">
                <a:latin typeface="Times New Roman"/>
                <a:cs typeface="Times New Roman"/>
              </a:rPr>
              <a:t>user-friendly</a:t>
            </a:r>
            <a:r>
              <a:rPr lang="en-US" sz="1200" spc="80" dirty="0">
                <a:latin typeface="Times New Roman"/>
                <a:cs typeface="Times New Roman"/>
              </a:rPr>
              <a:t> </a:t>
            </a:r>
            <a:r>
              <a:rPr lang="en-US" sz="1200" dirty="0">
                <a:latin typeface="Times New Roman"/>
                <a:cs typeface="Times New Roman"/>
              </a:rPr>
              <a:t>alternatives</a:t>
            </a:r>
            <a:r>
              <a:rPr lang="en-US" sz="1200" spc="125" dirty="0">
                <a:latin typeface="Times New Roman"/>
                <a:cs typeface="Times New Roman"/>
              </a:rPr>
              <a:t> </a:t>
            </a:r>
            <a:r>
              <a:rPr lang="en-US" sz="1200" dirty="0">
                <a:latin typeface="Times New Roman"/>
                <a:cs typeface="Times New Roman"/>
              </a:rPr>
              <a:t>to</a:t>
            </a:r>
            <a:r>
              <a:rPr lang="en-US" sz="1200" spc="90" dirty="0">
                <a:latin typeface="Times New Roman"/>
                <a:cs typeface="Times New Roman"/>
              </a:rPr>
              <a:t> </a:t>
            </a:r>
            <a:r>
              <a:rPr lang="en-US" sz="1200" dirty="0">
                <a:latin typeface="Times New Roman"/>
                <a:cs typeface="Times New Roman"/>
              </a:rPr>
              <a:t>conventional</a:t>
            </a:r>
            <a:r>
              <a:rPr lang="en-US" sz="1200" spc="110" dirty="0">
                <a:latin typeface="Times New Roman"/>
                <a:cs typeface="Times New Roman"/>
              </a:rPr>
              <a:t> </a:t>
            </a:r>
            <a:r>
              <a:rPr lang="en-US" sz="1200" dirty="0">
                <a:latin typeface="Times New Roman"/>
                <a:cs typeface="Times New Roman"/>
              </a:rPr>
              <a:t>input</a:t>
            </a:r>
            <a:r>
              <a:rPr lang="en-US" sz="1200" spc="80" dirty="0">
                <a:latin typeface="Times New Roman"/>
                <a:cs typeface="Times New Roman"/>
              </a:rPr>
              <a:t> </a:t>
            </a:r>
            <a:r>
              <a:rPr lang="en-US" sz="1200" spc="-10" dirty="0">
                <a:latin typeface="Times New Roman"/>
                <a:cs typeface="Times New Roman"/>
              </a:rPr>
              <a:t>devices</a:t>
            </a:r>
            <a:r>
              <a:rPr lang="en-US" sz="1200" spc="-10" dirty="0">
                <a:latin typeface="Arial MT"/>
                <a:cs typeface="Arial MT"/>
              </a:rPr>
              <a:t>.</a:t>
            </a:r>
            <a:endParaRPr lang="en-US" sz="1200" dirty="0">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6880" y="627380"/>
            <a:ext cx="2523490" cy="182101"/>
          </a:xfrm>
          <a:prstGeom prst="rect">
            <a:avLst/>
          </a:prstGeom>
        </p:spPr>
        <p:txBody>
          <a:bodyPr vert="horz" wrap="square" lIns="0" tIns="12700" rIns="0" bIns="0" rtlCol="0">
            <a:spAutoFit/>
          </a:bodyPr>
          <a:lstStyle/>
          <a:p>
            <a:pPr marL="12700">
              <a:lnSpc>
                <a:spcPct val="100000"/>
              </a:lnSpc>
              <a:spcBef>
                <a:spcPts val="100"/>
              </a:spcBef>
            </a:pPr>
            <a:r>
              <a:rPr sz="1100" dirty="0">
                <a:latin typeface="Times New Roman" panose="02020603050405020304" pitchFamily="18" charset="0"/>
                <a:cs typeface="Times New Roman" panose="02020603050405020304" pitchFamily="18" charset="0"/>
              </a:rPr>
              <a:t>Diabetes</a:t>
            </a:r>
            <a:r>
              <a:rPr sz="1100" spc="-40" dirty="0">
                <a:latin typeface="Times New Roman" panose="02020603050405020304" pitchFamily="18" charset="0"/>
                <a:cs typeface="Times New Roman" panose="02020603050405020304" pitchFamily="18" charset="0"/>
              </a:rPr>
              <a:t> </a:t>
            </a:r>
            <a:r>
              <a:rPr sz="1100" dirty="0">
                <a:latin typeface="Times New Roman" panose="02020603050405020304" pitchFamily="18" charset="0"/>
                <a:cs typeface="Times New Roman" panose="02020603050405020304" pitchFamily="18" charset="0"/>
              </a:rPr>
              <a:t>Prediction</a:t>
            </a:r>
            <a:r>
              <a:rPr sz="1100" spc="-45" dirty="0">
                <a:latin typeface="Times New Roman" panose="02020603050405020304" pitchFamily="18" charset="0"/>
                <a:cs typeface="Times New Roman" panose="02020603050405020304" pitchFamily="18" charset="0"/>
              </a:rPr>
              <a:t> </a:t>
            </a:r>
            <a:r>
              <a:rPr sz="1100" dirty="0">
                <a:latin typeface="Times New Roman" panose="02020603050405020304" pitchFamily="18" charset="0"/>
                <a:cs typeface="Times New Roman" panose="02020603050405020304" pitchFamily="18" charset="0"/>
              </a:rPr>
              <a:t>Using</a:t>
            </a:r>
            <a:r>
              <a:rPr sz="1100" spc="-45" dirty="0">
                <a:latin typeface="Times New Roman" panose="02020603050405020304" pitchFamily="18" charset="0"/>
                <a:cs typeface="Times New Roman" panose="02020603050405020304" pitchFamily="18" charset="0"/>
              </a:rPr>
              <a:t> </a:t>
            </a:r>
            <a:r>
              <a:rPr sz="1100" dirty="0">
                <a:latin typeface="Times New Roman" panose="02020603050405020304" pitchFamily="18" charset="0"/>
                <a:cs typeface="Times New Roman" panose="02020603050405020304" pitchFamily="18" charset="0"/>
              </a:rPr>
              <a:t>Machine</a:t>
            </a:r>
            <a:r>
              <a:rPr sz="1100" spc="-35" dirty="0">
                <a:latin typeface="Times New Roman" panose="02020603050405020304" pitchFamily="18" charset="0"/>
                <a:cs typeface="Times New Roman" panose="02020603050405020304" pitchFamily="18" charset="0"/>
              </a:rPr>
              <a:t> </a:t>
            </a:r>
            <a:r>
              <a:rPr sz="1100" spc="-10" dirty="0">
                <a:latin typeface="Times New Roman" panose="02020603050405020304" pitchFamily="18" charset="0"/>
                <a:cs typeface="Times New Roman" panose="02020603050405020304" pitchFamily="18" charset="0"/>
              </a:rPr>
              <a:t>Learning</a:t>
            </a:r>
            <a:endParaRPr sz="11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050916" y="627380"/>
            <a:ext cx="2252345" cy="182101"/>
          </a:xfrm>
          <a:prstGeom prst="rect">
            <a:avLst/>
          </a:prstGeom>
        </p:spPr>
        <p:txBody>
          <a:bodyPr vert="horz" wrap="square" lIns="0" tIns="12700" rIns="0" bIns="0" rtlCol="0">
            <a:spAutoFit/>
          </a:bodyPr>
          <a:lstStyle/>
          <a:p>
            <a:pPr marL="12700">
              <a:lnSpc>
                <a:spcPct val="100000"/>
              </a:lnSpc>
              <a:spcBef>
                <a:spcPts val="100"/>
              </a:spcBef>
            </a:pPr>
            <a:r>
              <a:rPr sz="1100" dirty="0">
                <a:latin typeface="Times New Roman" panose="02020603050405020304" pitchFamily="18" charset="0"/>
                <a:cs typeface="Times New Roman" panose="02020603050405020304" pitchFamily="18" charset="0"/>
              </a:rPr>
              <a:t>System</a:t>
            </a:r>
            <a:r>
              <a:rPr sz="1100" spc="-20" dirty="0">
                <a:latin typeface="Times New Roman" panose="02020603050405020304" pitchFamily="18" charset="0"/>
                <a:cs typeface="Times New Roman" panose="02020603050405020304" pitchFamily="18" charset="0"/>
              </a:rPr>
              <a:t> </a:t>
            </a:r>
            <a:r>
              <a:rPr sz="1100" spc="-10" dirty="0">
                <a:latin typeface="Times New Roman" panose="02020603050405020304" pitchFamily="18" charset="0"/>
                <a:cs typeface="Times New Roman" panose="02020603050405020304" pitchFamily="18" charset="0"/>
              </a:rPr>
              <a:t>Requirements</a:t>
            </a:r>
            <a:r>
              <a:rPr sz="1100" spc="-5" dirty="0">
                <a:latin typeface="Times New Roman" panose="02020603050405020304" pitchFamily="18" charset="0"/>
                <a:cs typeface="Times New Roman" panose="02020603050405020304" pitchFamily="18" charset="0"/>
              </a:rPr>
              <a:t> </a:t>
            </a:r>
            <a:r>
              <a:rPr sz="1100" dirty="0">
                <a:latin typeface="Times New Roman" panose="02020603050405020304" pitchFamily="18" charset="0"/>
                <a:cs typeface="Times New Roman" panose="02020603050405020304" pitchFamily="18" charset="0"/>
              </a:rPr>
              <a:t>and</a:t>
            </a:r>
            <a:r>
              <a:rPr sz="1100" spc="-25" dirty="0">
                <a:latin typeface="Times New Roman" panose="02020603050405020304" pitchFamily="18" charset="0"/>
                <a:cs typeface="Times New Roman" panose="02020603050405020304" pitchFamily="18" charset="0"/>
              </a:rPr>
              <a:t> </a:t>
            </a:r>
            <a:r>
              <a:rPr sz="1100" spc="-10" dirty="0">
                <a:latin typeface="Times New Roman" panose="02020603050405020304" pitchFamily="18" charset="0"/>
                <a:cs typeface="Times New Roman" panose="02020603050405020304" pitchFamily="18" charset="0"/>
              </a:rPr>
              <a:t>Specification</a:t>
            </a:r>
            <a:endParaRPr sz="11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886764" y="9955783"/>
            <a:ext cx="12617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Dept.</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10" dirty="0">
                <a:latin typeface="Times New Roman"/>
                <a:cs typeface="Times New Roman"/>
              </a:rPr>
              <a:t>CSE,CBIT</a:t>
            </a:r>
            <a:endParaRPr sz="1200">
              <a:latin typeface="Times New Roman"/>
              <a:cs typeface="Times New Roman"/>
            </a:endParaRPr>
          </a:p>
        </p:txBody>
      </p:sp>
      <p:sp>
        <p:nvSpPr>
          <p:cNvPr id="5" name="object 5"/>
          <p:cNvSpPr txBox="1"/>
          <p:nvPr/>
        </p:nvSpPr>
        <p:spPr>
          <a:xfrm>
            <a:off x="3781171" y="9955783"/>
            <a:ext cx="1778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14</a:t>
            </a:r>
            <a:endParaRPr sz="1200">
              <a:latin typeface="Times New Roman"/>
              <a:cs typeface="Times New Roman"/>
            </a:endParaRPr>
          </a:p>
        </p:txBody>
      </p:sp>
      <p:sp>
        <p:nvSpPr>
          <p:cNvPr id="6" name="object 6"/>
          <p:cNvSpPr txBox="1"/>
          <p:nvPr/>
        </p:nvSpPr>
        <p:spPr>
          <a:xfrm>
            <a:off x="6500621" y="9955783"/>
            <a:ext cx="533400"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202</a:t>
            </a:r>
            <a:r>
              <a:rPr lang="en-US" sz="1200" spc="-10" dirty="0">
                <a:latin typeface="Times New Roman"/>
                <a:cs typeface="Times New Roman"/>
              </a:rPr>
              <a:t>5</a:t>
            </a:r>
            <a:r>
              <a:rPr sz="1200" spc="-10" dirty="0">
                <a:latin typeface="Times New Roman"/>
                <a:cs typeface="Times New Roman"/>
              </a:rPr>
              <a:t>-</a:t>
            </a:r>
            <a:r>
              <a:rPr sz="1200" spc="-25" dirty="0">
                <a:latin typeface="Times New Roman"/>
                <a:cs typeface="Times New Roman"/>
              </a:rPr>
              <a:t>2</a:t>
            </a:r>
            <a:r>
              <a:rPr lang="en-US" sz="1200" spc="-25" dirty="0">
                <a:latin typeface="Times New Roman"/>
                <a:cs typeface="Times New Roman"/>
              </a:rPr>
              <a:t>6</a:t>
            </a:r>
            <a:endParaRPr sz="1200" dirty="0">
              <a:latin typeface="Times New Roman"/>
              <a:cs typeface="Times New Roman"/>
            </a:endParaRPr>
          </a:p>
        </p:txBody>
      </p:sp>
      <p:sp>
        <p:nvSpPr>
          <p:cNvPr id="7" name="object 7"/>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8" name="object 8"/>
          <p:cNvSpPr/>
          <p:nvPr/>
        </p:nvSpPr>
        <p:spPr>
          <a:xfrm>
            <a:off x="450215" y="832497"/>
            <a:ext cx="6807200" cy="45085"/>
          </a:xfrm>
          <a:custGeom>
            <a:avLst/>
            <a:gdLst/>
            <a:ahLst/>
            <a:cxnLst/>
            <a:rect l="l" t="t" r="r" b="b"/>
            <a:pathLst>
              <a:path w="6807200" h="45084">
                <a:moveTo>
                  <a:pt x="6797548" y="0"/>
                </a:moveTo>
                <a:lnTo>
                  <a:pt x="0" y="0"/>
                </a:lnTo>
                <a:lnTo>
                  <a:pt x="0" y="6464"/>
                </a:lnTo>
                <a:lnTo>
                  <a:pt x="6797548" y="6464"/>
                </a:lnTo>
                <a:lnTo>
                  <a:pt x="6797548" y="0"/>
                </a:lnTo>
                <a:close/>
              </a:path>
              <a:path w="6807200" h="45084">
                <a:moveTo>
                  <a:pt x="6807200" y="21958"/>
                </a:moveTo>
                <a:lnTo>
                  <a:pt x="6731" y="21958"/>
                </a:lnTo>
                <a:lnTo>
                  <a:pt x="6731" y="45072"/>
                </a:lnTo>
                <a:lnTo>
                  <a:pt x="6807200" y="45072"/>
                </a:lnTo>
                <a:lnTo>
                  <a:pt x="6807200" y="21958"/>
                </a:lnTo>
                <a:close/>
              </a:path>
            </a:pathLst>
          </a:custGeom>
          <a:solidFill>
            <a:srgbClr val="823909"/>
          </a:solidFill>
        </p:spPr>
        <p:txBody>
          <a:bodyPr wrap="square" lIns="0" tIns="0" rIns="0" bIns="0" rtlCol="0"/>
          <a:lstStyle/>
          <a:p>
            <a:endParaRPr/>
          </a:p>
        </p:txBody>
      </p:sp>
      <p:sp>
        <p:nvSpPr>
          <p:cNvPr id="9" name="object 9"/>
          <p:cNvSpPr txBox="1"/>
          <p:nvPr/>
        </p:nvSpPr>
        <p:spPr>
          <a:xfrm>
            <a:off x="886764" y="889761"/>
            <a:ext cx="6151245" cy="4921347"/>
          </a:xfrm>
          <a:prstGeom prst="rect">
            <a:avLst/>
          </a:prstGeom>
        </p:spPr>
        <p:txBody>
          <a:bodyPr vert="horz" wrap="square" lIns="0" tIns="12065" rIns="0" bIns="0" rtlCol="0">
            <a:spAutoFit/>
          </a:bodyPr>
          <a:lstStyle/>
          <a:p>
            <a:pPr marL="12700">
              <a:lnSpc>
                <a:spcPct val="150000"/>
              </a:lnSpc>
              <a:spcBef>
                <a:spcPts val="95"/>
              </a:spcBef>
            </a:pPr>
            <a:r>
              <a:rPr sz="1600" b="1" dirty="0">
                <a:latin typeface="Times New Roman"/>
                <a:cs typeface="Times New Roman"/>
              </a:rPr>
              <a:t>4.2</a:t>
            </a:r>
            <a:r>
              <a:rPr sz="1600" b="1" spc="-30" dirty="0">
                <a:latin typeface="Times New Roman"/>
                <a:cs typeface="Times New Roman"/>
              </a:rPr>
              <a:t> </a:t>
            </a:r>
            <a:r>
              <a:rPr sz="1600" b="1" spc="-10" dirty="0">
                <a:latin typeface="Times New Roman"/>
                <a:cs typeface="Times New Roman"/>
              </a:rPr>
              <a:t>Proposed</a:t>
            </a:r>
            <a:r>
              <a:rPr sz="1600" b="1" spc="-20" dirty="0">
                <a:latin typeface="Times New Roman"/>
                <a:cs typeface="Times New Roman"/>
              </a:rPr>
              <a:t> </a:t>
            </a:r>
            <a:r>
              <a:rPr sz="1600" b="1" spc="-10" dirty="0">
                <a:latin typeface="Times New Roman"/>
                <a:cs typeface="Times New Roman"/>
              </a:rPr>
              <a:t>System</a:t>
            </a:r>
            <a:endParaRPr sz="1600" dirty="0">
              <a:latin typeface="Times New Roman"/>
              <a:cs typeface="Times New Roman"/>
            </a:endParaRPr>
          </a:p>
          <a:p>
            <a:pPr marL="12700" marR="5080" indent="464184" algn="just">
              <a:lnSpc>
                <a:spcPct val="150000"/>
              </a:lnSpc>
              <a:spcBef>
                <a:spcPts val="1030"/>
              </a:spcBef>
            </a:pPr>
            <a:r>
              <a:rPr lang="en-US" sz="1200" spc="-10" dirty="0">
                <a:latin typeface="Times New Roman"/>
                <a:cs typeface="Times New Roman"/>
              </a:rPr>
              <a:t>An open-source and commonly used library for real-time hand tracking and gesture recognition is </a:t>
            </a:r>
            <a:r>
              <a:rPr lang="en-US" sz="1200" spc="-10" dirty="0" err="1">
                <a:latin typeface="Times New Roman"/>
                <a:cs typeface="Times New Roman"/>
              </a:rPr>
              <a:t>MediaPipe</a:t>
            </a:r>
            <a:r>
              <a:rPr lang="en-US" sz="1200" spc="-10" dirty="0">
                <a:latin typeface="Times New Roman"/>
                <a:cs typeface="Times New Roman"/>
              </a:rPr>
              <a:t>, which accurately detects hand landmarks and finger positions. The OpenCV (cv2) library is used for capturing camera frames, processing images, and detecting hand movements effectively. </a:t>
            </a:r>
            <a:r>
              <a:rPr lang="en-US" sz="1200" spc="-10" dirty="0" err="1">
                <a:latin typeface="Times New Roman"/>
                <a:cs typeface="Times New Roman"/>
              </a:rPr>
              <a:t>PyAutoGUI</a:t>
            </a:r>
            <a:r>
              <a:rPr lang="en-US" sz="1200" spc="-10" dirty="0">
                <a:latin typeface="Times New Roman"/>
                <a:cs typeface="Times New Roman"/>
              </a:rPr>
              <a:t> enables the system to simulate mouse actions such as cursor movement, clicking, scrolling, and dragging based on the gestures recognized. The random library can be used for generating random values when needed, such as testing gesture responses or adding optional random behaviors for debugging or </a:t>
            </a:r>
            <a:r>
              <a:rPr lang="en-US" sz="1200" spc="-10" dirty="0" err="1">
                <a:latin typeface="Times New Roman"/>
                <a:cs typeface="Times New Roman"/>
              </a:rPr>
              <a:t>experimentation.These</a:t>
            </a:r>
            <a:r>
              <a:rPr lang="en-US" sz="1200" spc="-10" dirty="0">
                <a:latin typeface="Times New Roman"/>
                <a:cs typeface="Times New Roman"/>
              </a:rPr>
              <a:t> libraries work together to build a smooth and responsive gesture-controlled system. </a:t>
            </a:r>
            <a:r>
              <a:rPr lang="en-US" sz="1200" spc="-10" dirty="0" err="1">
                <a:latin typeface="Times New Roman"/>
                <a:cs typeface="Times New Roman"/>
              </a:rPr>
              <a:t>MediaPipe</a:t>
            </a:r>
            <a:r>
              <a:rPr lang="en-US" sz="1200" spc="-10" dirty="0">
                <a:latin typeface="Times New Roman"/>
                <a:cs typeface="Times New Roman"/>
              </a:rPr>
              <a:t> offers highly accurate tracking, while cv2 processes live video efficiently. </a:t>
            </a:r>
            <a:r>
              <a:rPr lang="en-US" sz="1200" spc="-10" dirty="0" err="1">
                <a:latin typeface="Times New Roman"/>
                <a:cs typeface="Times New Roman"/>
              </a:rPr>
              <a:t>PyAutoGUI</a:t>
            </a:r>
            <a:r>
              <a:rPr lang="en-US" sz="1200" spc="-10" dirty="0">
                <a:latin typeface="Times New Roman"/>
                <a:cs typeface="Times New Roman"/>
              </a:rPr>
              <a:t> converts gestures into real mouse actions on the screen. The random library helps in testing dynamic conditions or adding variations during development for better system reliability.</a:t>
            </a:r>
            <a:endParaRPr sz="1200" dirty="0">
              <a:latin typeface="Times New Roman"/>
              <a:cs typeface="Times New Roman"/>
            </a:endParaRPr>
          </a:p>
          <a:p>
            <a:pPr marL="12700">
              <a:lnSpc>
                <a:spcPct val="150000"/>
              </a:lnSpc>
            </a:pPr>
            <a:r>
              <a:rPr sz="1200" spc="-10" dirty="0">
                <a:latin typeface="Times New Roman"/>
                <a:cs typeface="Times New Roman"/>
              </a:rPr>
              <a:t>Advantages</a:t>
            </a:r>
            <a:r>
              <a:rPr sz="1200" dirty="0">
                <a:latin typeface="Times New Roman"/>
                <a:cs typeface="Times New Roman"/>
              </a:rPr>
              <a:t> Of</a:t>
            </a:r>
            <a:r>
              <a:rPr sz="1200" spc="5" dirty="0">
                <a:latin typeface="Times New Roman"/>
                <a:cs typeface="Times New Roman"/>
              </a:rPr>
              <a:t> </a:t>
            </a:r>
            <a:r>
              <a:rPr sz="1200" dirty="0">
                <a:latin typeface="Times New Roman"/>
                <a:cs typeface="Times New Roman"/>
              </a:rPr>
              <a:t>Proposed</a:t>
            </a:r>
            <a:r>
              <a:rPr sz="1200" spc="15" dirty="0">
                <a:latin typeface="Times New Roman"/>
                <a:cs typeface="Times New Roman"/>
              </a:rPr>
              <a:t> </a:t>
            </a:r>
            <a:r>
              <a:rPr sz="1200" spc="-10" dirty="0">
                <a:latin typeface="Times New Roman"/>
                <a:cs typeface="Times New Roman"/>
              </a:rPr>
              <a:t>System:</a:t>
            </a:r>
            <a:endParaRPr sz="1200" dirty="0">
              <a:latin typeface="Times New Roman"/>
              <a:cs typeface="Times New Roman"/>
            </a:endParaRPr>
          </a:p>
          <a:p>
            <a:pPr>
              <a:lnSpc>
                <a:spcPct val="150000"/>
              </a:lnSpc>
              <a:spcBef>
                <a:spcPts val="50"/>
              </a:spcBef>
            </a:pPr>
            <a:endParaRPr sz="1200" dirty="0">
              <a:latin typeface="Times New Roman"/>
              <a:cs typeface="Times New Roman"/>
            </a:endParaRPr>
          </a:p>
          <a:p>
            <a:pPr marL="130810" indent="-118110">
              <a:lnSpc>
                <a:spcPct val="150000"/>
              </a:lnSpc>
              <a:buAutoNum type="romanLcPeriod"/>
              <a:tabLst>
                <a:tab pos="130810" algn="l"/>
              </a:tabLst>
            </a:pPr>
            <a:r>
              <a:rPr lang="en-US" sz="1200" dirty="0">
                <a:latin typeface="Times New Roman"/>
                <a:cs typeface="Times New Roman"/>
              </a:rPr>
              <a:t>User-Friendly</a:t>
            </a:r>
            <a:endParaRPr sz="1200" dirty="0">
              <a:latin typeface="Times New Roman"/>
              <a:cs typeface="Times New Roman"/>
            </a:endParaRPr>
          </a:p>
          <a:p>
            <a:pPr marL="173355" indent="-160655">
              <a:lnSpc>
                <a:spcPct val="150000"/>
              </a:lnSpc>
              <a:spcBef>
                <a:spcPts val="5"/>
              </a:spcBef>
              <a:buAutoNum type="romanLcPeriod"/>
              <a:tabLst>
                <a:tab pos="173355" algn="l"/>
              </a:tabLst>
            </a:pPr>
            <a:r>
              <a:rPr lang="en-US" sz="1200" dirty="0">
                <a:latin typeface="Times New Roman"/>
                <a:cs typeface="Times New Roman"/>
              </a:rPr>
              <a:t>Convenient</a:t>
            </a:r>
            <a:endParaRPr sz="1200" dirty="0">
              <a:latin typeface="Times New Roman"/>
              <a:cs typeface="Times New Roman"/>
            </a:endParaRPr>
          </a:p>
          <a:p>
            <a:pPr marL="215900" indent="-203200">
              <a:lnSpc>
                <a:spcPct val="150000"/>
              </a:lnSpc>
              <a:spcBef>
                <a:spcPts val="5"/>
              </a:spcBef>
              <a:buAutoNum type="romanLcPeriod"/>
              <a:tabLst>
                <a:tab pos="215900" algn="l"/>
              </a:tabLst>
            </a:pPr>
            <a:r>
              <a:rPr sz="1200" dirty="0">
                <a:latin typeface="Times New Roman"/>
                <a:cs typeface="Times New Roman"/>
              </a:rPr>
              <a:t>More</a:t>
            </a:r>
            <a:r>
              <a:rPr sz="1200" spc="-35" dirty="0">
                <a:latin typeface="Times New Roman"/>
                <a:cs typeface="Times New Roman"/>
              </a:rPr>
              <a:t> </a:t>
            </a:r>
            <a:r>
              <a:rPr lang="en-US" sz="1200" spc="-10" dirty="0">
                <a:latin typeface="Times New Roman"/>
                <a:cs typeface="Times New Roman"/>
              </a:rPr>
              <a:t>Engaging</a:t>
            </a:r>
            <a:endParaRPr sz="1200" dirty="0">
              <a:latin typeface="Times New Roman"/>
              <a:cs typeface="Times New Roman"/>
            </a:endParaRPr>
          </a:p>
        </p:txBody>
      </p:sp>
      <p:pic>
        <p:nvPicPr>
          <p:cNvPr id="10" name="object 10"/>
          <p:cNvPicPr/>
          <p:nvPr/>
        </p:nvPicPr>
        <p:blipFill>
          <a:blip r:embed="rId2" cstate="print"/>
          <a:stretch>
            <a:fillRect/>
          </a:stretch>
        </p:blipFill>
        <p:spPr>
          <a:xfrm>
            <a:off x="958850" y="5982123"/>
            <a:ext cx="5833305" cy="507577"/>
          </a:xfrm>
          <a:prstGeom prst="rect">
            <a:avLst/>
          </a:prstGeom>
        </p:spPr>
      </p:pic>
      <p:sp>
        <p:nvSpPr>
          <p:cNvPr id="11" name="object 11"/>
          <p:cNvSpPr txBox="1"/>
          <p:nvPr/>
        </p:nvSpPr>
        <p:spPr>
          <a:xfrm>
            <a:off x="726440" y="6795896"/>
            <a:ext cx="6395720" cy="1944250"/>
          </a:xfrm>
          <a:prstGeom prst="rect">
            <a:avLst/>
          </a:prstGeom>
        </p:spPr>
        <p:txBody>
          <a:bodyPr vert="horz" wrap="square" lIns="0" tIns="12700" rIns="0" bIns="0" rtlCol="0">
            <a:spAutoFit/>
          </a:bodyPr>
          <a:lstStyle/>
          <a:p>
            <a:pPr marL="1945639" algn="just">
              <a:lnSpc>
                <a:spcPct val="150000"/>
              </a:lnSpc>
              <a:spcBef>
                <a:spcPts val="100"/>
              </a:spcBef>
            </a:pPr>
            <a:endParaRPr sz="1200" dirty="0">
              <a:latin typeface="Times New Roman"/>
              <a:cs typeface="Times New Roman"/>
            </a:endParaRPr>
          </a:p>
          <a:p>
            <a:pPr marL="12700" marR="5080" indent="457200" algn="just">
              <a:lnSpc>
                <a:spcPct val="150000"/>
              </a:lnSpc>
              <a:spcBef>
                <a:spcPts val="220"/>
              </a:spcBef>
            </a:pPr>
            <a:r>
              <a:rPr lang="en-US" sz="1200" dirty="0">
                <a:latin typeface="Times New Roman"/>
                <a:cs typeface="Times New Roman"/>
              </a:rPr>
              <a:t>The</a:t>
            </a:r>
            <a:r>
              <a:rPr lang="en-US" sz="1200" spc="-40" dirty="0">
                <a:latin typeface="Times New Roman"/>
                <a:cs typeface="Times New Roman"/>
              </a:rPr>
              <a:t> </a:t>
            </a:r>
            <a:r>
              <a:rPr lang="en-US" sz="1200" dirty="0">
                <a:latin typeface="Times New Roman"/>
                <a:cs typeface="Times New Roman"/>
              </a:rPr>
              <a:t>above</a:t>
            </a:r>
            <a:r>
              <a:rPr lang="en-US" sz="1200" spc="-35" dirty="0">
                <a:latin typeface="Times New Roman"/>
                <a:cs typeface="Times New Roman"/>
              </a:rPr>
              <a:t> </a:t>
            </a:r>
            <a:r>
              <a:rPr lang="en-US" sz="1200" dirty="0">
                <a:latin typeface="Times New Roman"/>
                <a:cs typeface="Times New Roman"/>
              </a:rPr>
              <a:t>Figure</a:t>
            </a:r>
            <a:r>
              <a:rPr lang="en-US" sz="1200" spc="-35" dirty="0">
                <a:latin typeface="Times New Roman"/>
                <a:cs typeface="Times New Roman"/>
              </a:rPr>
              <a:t> 4.1</a:t>
            </a:r>
            <a:r>
              <a:rPr lang="en-US" sz="1200" spc="-30" dirty="0">
                <a:latin typeface="Times New Roman"/>
                <a:cs typeface="Times New Roman"/>
              </a:rPr>
              <a:t> </a:t>
            </a:r>
            <a:r>
              <a:rPr lang="en-US" sz="1200" dirty="0">
                <a:latin typeface="Times New Roman"/>
                <a:cs typeface="Times New Roman"/>
              </a:rPr>
              <a:t>depicts</a:t>
            </a:r>
            <a:r>
              <a:rPr lang="en-US" sz="1200" spc="-35" dirty="0">
                <a:latin typeface="Times New Roman"/>
                <a:cs typeface="Times New Roman"/>
              </a:rPr>
              <a:t> </a:t>
            </a:r>
            <a:r>
              <a:rPr lang="en-US" sz="1200" dirty="0">
                <a:latin typeface="Times New Roman"/>
                <a:cs typeface="Times New Roman"/>
              </a:rPr>
              <a:t>a</a:t>
            </a:r>
            <a:r>
              <a:rPr lang="en-US" sz="1200" spc="-35" dirty="0">
                <a:latin typeface="Times New Roman"/>
                <a:cs typeface="Times New Roman"/>
              </a:rPr>
              <a:t> </a:t>
            </a:r>
            <a:r>
              <a:rPr lang="en-US" sz="1200" dirty="0">
                <a:latin typeface="Times New Roman"/>
                <a:cs typeface="Times New Roman"/>
              </a:rPr>
              <a:t>flowchart</a:t>
            </a:r>
            <a:r>
              <a:rPr lang="en-US" sz="1200" spc="-30" dirty="0">
                <a:latin typeface="Times New Roman"/>
                <a:cs typeface="Times New Roman"/>
              </a:rPr>
              <a:t> </a:t>
            </a:r>
            <a:r>
              <a:rPr sz="1200" spc="-10" dirty="0" err="1">
                <a:latin typeface="Times New Roman"/>
                <a:cs typeface="Times New Roman"/>
              </a:rPr>
              <a:t>flowchart</a:t>
            </a:r>
            <a:r>
              <a:rPr sz="1200" spc="-40"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system</a:t>
            </a:r>
            <a:r>
              <a:rPr sz="1200" spc="-45"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uses</a:t>
            </a:r>
            <a:r>
              <a:rPr sz="1200" spc="-50"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camera</a:t>
            </a:r>
            <a:r>
              <a:rPr sz="1200" spc="-45" dirty="0">
                <a:latin typeface="Times New Roman"/>
                <a:cs typeface="Times New Roman"/>
              </a:rPr>
              <a:t> </a:t>
            </a:r>
            <a:r>
              <a:rPr sz="1200" dirty="0">
                <a:latin typeface="Times New Roman"/>
                <a:cs typeface="Times New Roman"/>
              </a:rPr>
              <a:t>as</a:t>
            </a:r>
            <a:r>
              <a:rPr sz="1200" spc="-45" dirty="0">
                <a:latin typeface="Times New Roman"/>
                <a:cs typeface="Times New Roman"/>
              </a:rPr>
              <a:t> </a:t>
            </a:r>
            <a:r>
              <a:rPr sz="1200" dirty="0">
                <a:latin typeface="Times New Roman"/>
                <a:cs typeface="Times New Roman"/>
              </a:rPr>
              <a:t>input.</a:t>
            </a:r>
            <a:r>
              <a:rPr sz="1200" spc="-6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camera</a:t>
            </a:r>
            <a:r>
              <a:rPr sz="1200" spc="-45" dirty="0">
                <a:latin typeface="Times New Roman"/>
                <a:cs typeface="Times New Roman"/>
              </a:rPr>
              <a:t> </a:t>
            </a:r>
            <a:r>
              <a:rPr sz="1200" dirty="0">
                <a:latin typeface="Times New Roman"/>
                <a:cs typeface="Times New Roman"/>
              </a:rPr>
              <a:t>input</a:t>
            </a:r>
            <a:r>
              <a:rPr sz="1200" spc="-4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fed</a:t>
            </a:r>
            <a:r>
              <a:rPr sz="1200" spc="-45" dirty="0">
                <a:latin typeface="Times New Roman"/>
                <a:cs typeface="Times New Roman"/>
              </a:rPr>
              <a:t> </a:t>
            </a:r>
            <a:r>
              <a:rPr sz="1200" spc="-20" dirty="0">
                <a:latin typeface="Times New Roman"/>
                <a:cs typeface="Times New Roman"/>
              </a:rPr>
              <a:t>into </a:t>
            </a:r>
            <a:r>
              <a:rPr sz="1200" dirty="0">
                <a:latin typeface="Times New Roman"/>
                <a:cs typeface="Times New Roman"/>
              </a:rPr>
              <a:t>a</a:t>
            </a:r>
            <a:r>
              <a:rPr sz="1200" spc="125" dirty="0">
                <a:latin typeface="Times New Roman"/>
                <a:cs typeface="Times New Roman"/>
              </a:rPr>
              <a:t> </a:t>
            </a:r>
            <a:r>
              <a:rPr sz="1200" dirty="0">
                <a:latin typeface="Times New Roman"/>
                <a:cs typeface="Times New Roman"/>
              </a:rPr>
              <a:t>"Detect</a:t>
            </a:r>
            <a:r>
              <a:rPr sz="1200" spc="135" dirty="0">
                <a:latin typeface="Times New Roman"/>
                <a:cs typeface="Times New Roman"/>
              </a:rPr>
              <a:t> </a:t>
            </a:r>
            <a:r>
              <a:rPr sz="1200" dirty="0">
                <a:latin typeface="Times New Roman"/>
                <a:cs typeface="Times New Roman"/>
              </a:rPr>
              <a:t>Module",</a:t>
            </a:r>
            <a:r>
              <a:rPr sz="1200" spc="130" dirty="0">
                <a:latin typeface="Times New Roman"/>
                <a:cs typeface="Times New Roman"/>
              </a:rPr>
              <a:t> </a:t>
            </a:r>
            <a:r>
              <a:rPr sz="1200" dirty="0">
                <a:latin typeface="Times New Roman"/>
                <a:cs typeface="Times New Roman"/>
              </a:rPr>
              <a:t>which</a:t>
            </a:r>
            <a:r>
              <a:rPr sz="1200" spc="130" dirty="0">
                <a:latin typeface="Times New Roman"/>
                <a:cs typeface="Times New Roman"/>
              </a:rPr>
              <a:t> </a:t>
            </a:r>
            <a:r>
              <a:rPr sz="1200" dirty="0">
                <a:latin typeface="Times New Roman"/>
                <a:cs typeface="Times New Roman"/>
              </a:rPr>
              <a:t>processes</a:t>
            </a:r>
            <a:r>
              <a:rPr sz="1200" spc="125" dirty="0">
                <a:latin typeface="Times New Roman"/>
                <a:cs typeface="Times New Roman"/>
              </a:rPr>
              <a:t> </a:t>
            </a:r>
            <a:r>
              <a:rPr sz="1200" dirty="0">
                <a:latin typeface="Times New Roman"/>
                <a:cs typeface="Times New Roman"/>
              </a:rPr>
              <a:t>the</a:t>
            </a:r>
            <a:r>
              <a:rPr sz="1200" spc="130" dirty="0">
                <a:latin typeface="Times New Roman"/>
                <a:cs typeface="Times New Roman"/>
              </a:rPr>
              <a:t> </a:t>
            </a:r>
            <a:r>
              <a:rPr sz="1200" dirty="0">
                <a:latin typeface="Times New Roman"/>
                <a:cs typeface="Times New Roman"/>
              </a:rPr>
              <a:t>input.</a:t>
            </a:r>
            <a:r>
              <a:rPr sz="1200" spc="110" dirty="0">
                <a:latin typeface="Times New Roman"/>
                <a:cs typeface="Times New Roman"/>
              </a:rPr>
              <a:t> </a:t>
            </a:r>
            <a:r>
              <a:rPr sz="1200" dirty="0">
                <a:latin typeface="Times New Roman"/>
                <a:cs typeface="Times New Roman"/>
              </a:rPr>
              <a:t>The</a:t>
            </a:r>
            <a:r>
              <a:rPr sz="1200" spc="125" dirty="0">
                <a:latin typeface="Times New Roman"/>
                <a:cs typeface="Times New Roman"/>
              </a:rPr>
              <a:t> </a:t>
            </a:r>
            <a:r>
              <a:rPr sz="1200" dirty="0">
                <a:latin typeface="Times New Roman"/>
                <a:cs typeface="Times New Roman"/>
              </a:rPr>
              <a:t>output</a:t>
            </a:r>
            <a:r>
              <a:rPr sz="1200" spc="130" dirty="0">
                <a:latin typeface="Times New Roman"/>
                <a:cs typeface="Times New Roman"/>
              </a:rPr>
              <a:t> </a:t>
            </a:r>
            <a:r>
              <a:rPr sz="1200" dirty="0">
                <a:latin typeface="Times New Roman"/>
                <a:cs typeface="Times New Roman"/>
              </a:rPr>
              <a:t>of</a:t>
            </a:r>
            <a:r>
              <a:rPr sz="1200" spc="130" dirty="0">
                <a:latin typeface="Times New Roman"/>
                <a:cs typeface="Times New Roman"/>
              </a:rPr>
              <a:t> </a:t>
            </a:r>
            <a:r>
              <a:rPr sz="1200" dirty="0">
                <a:latin typeface="Times New Roman"/>
                <a:cs typeface="Times New Roman"/>
              </a:rPr>
              <a:t>the</a:t>
            </a:r>
            <a:r>
              <a:rPr sz="1200" spc="125" dirty="0">
                <a:latin typeface="Times New Roman"/>
                <a:cs typeface="Times New Roman"/>
              </a:rPr>
              <a:t> </a:t>
            </a:r>
            <a:r>
              <a:rPr sz="1200" dirty="0">
                <a:latin typeface="Times New Roman"/>
                <a:cs typeface="Times New Roman"/>
              </a:rPr>
              <a:t>"Detect</a:t>
            </a:r>
            <a:r>
              <a:rPr sz="1200" spc="135" dirty="0">
                <a:latin typeface="Times New Roman"/>
                <a:cs typeface="Times New Roman"/>
              </a:rPr>
              <a:t> </a:t>
            </a:r>
            <a:r>
              <a:rPr sz="1200" dirty="0">
                <a:latin typeface="Times New Roman"/>
                <a:cs typeface="Times New Roman"/>
              </a:rPr>
              <a:t>Module"</a:t>
            </a:r>
            <a:r>
              <a:rPr sz="1200" spc="130" dirty="0">
                <a:latin typeface="Times New Roman"/>
                <a:cs typeface="Times New Roman"/>
              </a:rPr>
              <a:t> </a:t>
            </a:r>
            <a:r>
              <a:rPr sz="1200" dirty="0">
                <a:latin typeface="Times New Roman"/>
                <a:cs typeface="Times New Roman"/>
              </a:rPr>
              <a:t>is</a:t>
            </a:r>
            <a:r>
              <a:rPr sz="1200" spc="135" dirty="0">
                <a:latin typeface="Times New Roman"/>
                <a:cs typeface="Times New Roman"/>
              </a:rPr>
              <a:t> </a:t>
            </a:r>
            <a:r>
              <a:rPr sz="1200" dirty="0">
                <a:latin typeface="Times New Roman"/>
                <a:cs typeface="Times New Roman"/>
              </a:rPr>
              <a:t>then</a:t>
            </a:r>
            <a:r>
              <a:rPr sz="1200" spc="130" dirty="0">
                <a:latin typeface="Times New Roman"/>
                <a:cs typeface="Times New Roman"/>
              </a:rPr>
              <a:t> </a:t>
            </a:r>
            <a:r>
              <a:rPr sz="1200" dirty="0">
                <a:latin typeface="Times New Roman"/>
                <a:cs typeface="Times New Roman"/>
              </a:rPr>
              <a:t>fed</a:t>
            </a:r>
            <a:r>
              <a:rPr sz="1200" spc="125" dirty="0">
                <a:latin typeface="Times New Roman"/>
                <a:cs typeface="Times New Roman"/>
              </a:rPr>
              <a:t> </a:t>
            </a:r>
            <a:r>
              <a:rPr sz="1200" dirty="0">
                <a:latin typeface="Times New Roman"/>
                <a:cs typeface="Times New Roman"/>
              </a:rPr>
              <a:t>into</a:t>
            </a:r>
            <a:r>
              <a:rPr sz="1200" spc="135" dirty="0">
                <a:latin typeface="Times New Roman"/>
                <a:cs typeface="Times New Roman"/>
              </a:rPr>
              <a:t> </a:t>
            </a:r>
            <a:r>
              <a:rPr sz="1200" spc="-50" dirty="0">
                <a:latin typeface="Times New Roman"/>
                <a:cs typeface="Times New Roman"/>
              </a:rPr>
              <a:t>a </a:t>
            </a:r>
            <a:r>
              <a:rPr sz="1200" dirty="0">
                <a:latin typeface="Times New Roman"/>
                <a:cs typeface="Times New Roman"/>
              </a:rPr>
              <a:t>"Mouse</a:t>
            </a:r>
            <a:r>
              <a:rPr sz="1200" spc="-60" dirty="0">
                <a:latin typeface="Times New Roman"/>
                <a:cs typeface="Times New Roman"/>
              </a:rPr>
              <a:t> </a:t>
            </a:r>
            <a:r>
              <a:rPr sz="1200" dirty="0">
                <a:latin typeface="Times New Roman"/>
                <a:cs typeface="Times New Roman"/>
              </a:rPr>
              <a:t>Function",</a:t>
            </a:r>
            <a:r>
              <a:rPr sz="1200" spc="-50" dirty="0">
                <a:latin typeface="Times New Roman"/>
                <a:cs typeface="Times New Roman"/>
              </a:rPr>
              <a:t> </a:t>
            </a:r>
            <a:r>
              <a:rPr sz="1200" dirty="0">
                <a:latin typeface="Times New Roman"/>
                <a:cs typeface="Times New Roman"/>
              </a:rPr>
              <a:t>which</a:t>
            </a:r>
            <a:r>
              <a:rPr sz="1200" spc="-55" dirty="0">
                <a:latin typeface="Times New Roman"/>
                <a:cs typeface="Times New Roman"/>
              </a:rPr>
              <a:t> </a:t>
            </a:r>
            <a:r>
              <a:rPr sz="1200" dirty="0">
                <a:latin typeface="Times New Roman"/>
                <a:cs typeface="Times New Roman"/>
              </a:rPr>
              <a:t>performs</a:t>
            </a:r>
            <a:r>
              <a:rPr sz="1200" spc="-60" dirty="0">
                <a:latin typeface="Times New Roman"/>
                <a:cs typeface="Times New Roman"/>
              </a:rPr>
              <a:t> </a:t>
            </a:r>
            <a:r>
              <a:rPr sz="1200" dirty="0">
                <a:latin typeface="Times New Roman"/>
                <a:cs typeface="Times New Roman"/>
              </a:rPr>
              <a:t>some</a:t>
            </a:r>
            <a:r>
              <a:rPr sz="1200" spc="-55" dirty="0">
                <a:latin typeface="Times New Roman"/>
                <a:cs typeface="Times New Roman"/>
              </a:rPr>
              <a:t> </a:t>
            </a:r>
            <a:r>
              <a:rPr sz="1200" dirty="0">
                <a:latin typeface="Times New Roman"/>
                <a:cs typeface="Times New Roman"/>
              </a:rPr>
              <a:t>operation</a:t>
            </a:r>
            <a:r>
              <a:rPr sz="1200" spc="-55" dirty="0">
                <a:latin typeface="Times New Roman"/>
                <a:cs typeface="Times New Roman"/>
              </a:rPr>
              <a:t> </a:t>
            </a:r>
            <a:r>
              <a:rPr sz="1200" dirty="0">
                <a:latin typeface="Times New Roman"/>
                <a:cs typeface="Times New Roman"/>
              </a:rPr>
              <a:t>based</a:t>
            </a:r>
            <a:r>
              <a:rPr sz="1200" spc="-55"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detected</a:t>
            </a:r>
            <a:r>
              <a:rPr sz="1200" spc="-55" dirty="0">
                <a:latin typeface="Times New Roman"/>
                <a:cs typeface="Times New Roman"/>
              </a:rPr>
              <a:t> </a:t>
            </a:r>
            <a:r>
              <a:rPr sz="1200" spc="-10" dirty="0">
                <a:latin typeface="Times New Roman"/>
                <a:cs typeface="Times New Roman"/>
              </a:rPr>
              <a:t>information.</a:t>
            </a:r>
            <a:r>
              <a:rPr sz="1200" spc="-55" dirty="0">
                <a:latin typeface="Times New Roman"/>
                <a:cs typeface="Times New Roman"/>
              </a:rPr>
              <a:t> </a:t>
            </a:r>
            <a:r>
              <a:rPr sz="1200" spc="-10" dirty="0">
                <a:latin typeface="Times New Roman"/>
                <a:cs typeface="Times New Roman"/>
              </a:rPr>
              <a:t>Finally,</a:t>
            </a:r>
            <a:r>
              <a:rPr sz="1200" spc="-55"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spc="-10" dirty="0">
                <a:latin typeface="Times New Roman"/>
                <a:cs typeface="Times New Roman"/>
              </a:rPr>
              <a:t>output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"Mouse</a:t>
            </a:r>
            <a:r>
              <a:rPr sz="1200" spc="50" dirty="0">
                <a:latin typeface="Times New Roman"/>
                <a:cs typeface="Times New Roman"/>
              </a:rPr>
              <a:t> </a:t>
            </a:r>
            <a:r>
              <a:rPr sz="1200" dirty="0">
                <a:latin typeface="Times New Roman"/>
                <a:cs typeface="Times New Roman"/>
              </a:rPr>
              <a:t>Function"</a:t>
            </a:r>
            <a:r>
              <a:rPr sz="1200" spc="45" dirty="0">
                <a:latin typeface="Times New Roman"/>
                <a:cs typeface="Times New Roman"/>
              </a:rPr>
              <a:t> </a:t>
            </a:r>
            <a:r>
              <a:rPr sz="1200" dirty="0">
                <a:latin typeface="Times New Roman"/>
                <a:cs typeface="Times New Roman"/>
              </a:rPr>
              <a:t>is</a:t>
            </a:r>
            <a:r>
              <a:rPr sz="1200" spc="60" dirty="0">
                <a:latin typeface="Times New Roman"/>
                <a:cs typeface="Times New Roman"/>
              </a:rPr>
              <a:t> </a:t>
            </a:r>
            <a:r>
              <a:rPr sz="1200" dirty="0">
                <a:latin typeface="Times New Roman"/>
                <a:cs typeface="Times New Roman"/>
              </a:rPr>
              <a:t>displayed</a:t>
            </a:r>
            <a:r>
              <a:rPr sz="1200" spc="55" dirty="0">
                <a:latin typeface="Times New Roman"/>
                <a:cs typeface="Times New Roman"/>
              </a:rPr>
              <a:t> </a:t>
            </a:r>
            <a:r>
              <a:rPr sz="1200" dirty="0">
                <a:latin typeface="Times New Roman"/>
                <a:cs typeface="Times New Roman"/>
              </a:rPr>
              <a:t>as</a:t>
            </a:r>
            <a:r>
              <a:rPr sz="1200" spc="55" dirty="0">
                <a:latin typeface="Times New Roman"/>
                <a:cs typeface="Times New Roman"/>
              </a:rPr>
              <a:t> </a:t>
            </a:r>
            <a:r>
              <a:rPr sz="1200" dirty="0">
                <a:latin typeface="Times New Roman"/>
                <a:cs typeface="Times New Roman"/>
              </a:rPr>
              <a:t>"Output".</a:t>
            </a:r>
            <a:r>
              <a:rPr sz="1200" spc="20" dirty="0">
                <a:latin typeface="Times New Roman"/>
                <a:cs typeface="Times New Roman"/>
              </a:rPr>
              <a:t> </a:t>
            </a:r>
            <a:r>
              <a:rPr sz="1200" dirty="0">
                <a:latin typeface="Times New Roman"/>
                <a:cs typeface="Times New Roman"/>
              </a:rPr>
              <a:t>This</a:t>
            </a:r>
            <a:r>
              <a:rPr sz="1200" spc="60" dirty="0">
                <a:latin typeface="Times New Roman"/>
                <a:cs typeface="Times New Roman"/>
              </a:rPr>
              <a:t> </a:t>
            </a:r>
            <a:r>
              <a:rPr sz="1200" dirty="0">
                <a:latin typeface="Times New Roman"/>
                <a:cs typeface="Times New Roman"/>
              </a:rPr>
              <a:t>system</a:t>
            </a:r>
            <a:r>
              <a:rPr sz="1200" spc="60" dirty="0">
                <a:latin typeface="Times New Roman"/>
                <a:cs typeface="Times New Roman"/>
              </a:rPr>
              <a:t> </a:t>
            </a:r>
            <a:r>
              <a:rPr sz="1200" dirty="0">
                <a:latin typeface="Times New Roman"/>
                <a:cs typeface="Times New Roman"/>
              </a:rPr>
              <a:t>could</a:t>
            </a:r>
            <a:r>
              <a:rPr sz="1200" spc="60" dirty="0">
                <a:latin typeface="Times New Roman"/>
                <a:cs typeface="Times New Roman"/>
              </a:rPr>
              <a:t> </a:t>
            </a:r>
            <a:r>
              <a:rPr sz="1200" dirty="0">
                <a:latin typeface="Times New Roman"/>
                <a:cs typeface="Times New Roman"/>
              </a:rPr>
              <a:t>be</a:t>
            </a:r>
            <a:r>
              <a:rPr sz="1200" spc="50" dirty="0">
                <a:latin typeface="Times New Roman"/>
                <a:cs typeface="Times New Roman"/>
              </a:rPr>
              <a:t> </a:t>
            </a:r>
            <a:r>
              <a:rPr sz="1200" dirty="0">
                <a:latin typeface="Times New Roman"/>
                <a:cs typeface="Times New Roman"/>
              </a:rPr>
              <a:t>used</a:t>
            </a:r>
            <a:r>
              <a:rPr sz="1200" spc="50"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dirty="0">
                <a:latin typeface="Times New Roman"/>
                <a:cs typeface="Times New Roman"/>
              </a:rPr>
              <a:t>various</a:t>
            </a:r>
            <a:r>
              <a:rPr sz="1200" spc="55" dirty="0">
                <a:latin typeface="Times New Roman"/>
                <a:cs typeface="Times New Roman"/>
              </a:rPr>
              <a:t> </a:t>
            </a:r>
            <a:r>
              <a:rPr sz="1200" spc="-10" dirty="0">
                <a:latin typeface="Times New Roman"/>
                <a:cs typeface="Times New Roman"/>
              </a:rPr>
              <a:t>applications,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dirty="0">
                <a:latin typeface="Times New Roman"/>
                <a:cs typeface="Times New Roman"/>
              </a:rPr>
              <a:t>controlling</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mouse</a:t>
            </a:r>
            <a:r>
              <a:rPr sz="1200" spc="-25" dirty="0">
                <a:latin typeface="Times New Roman"/>
                <a:cs typeface="Times New Roman"/>
              </a:rPr>
              <a:t> </a:t>
            </a:r>
            <a:r>
              <a:rPr sz="1200" dirty="0">
                <a:latin typeface="Times New Roman"/>
                <a:cs typeface="Times New Roman"/>
              </a:rPr>
              <a:t>cursor</a:t>
            </a:r>
            <a:r>
              <a:rPr sz="1200" spc="-30"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hand</a:t>
            </a:r>
            <a:r>
              <a:rPr sz="1200" spc="-20" dirty="0">
                <a:latin typeface="Times New Roman"/>
                <a:cs typeface="Times New Roman"/>
              </a:rPr>
              <a:t> </a:t>
            </a:r>
            <a:r>
              <a:rPr sz="1200" dirty="0">
                <a:latin typeface="Times New Roman"/>
                <a:cs typeface="Times New Roman"/>
              </a:rPr>
              <a:t>gestures,</a:t>
            </a:r>
            <a:r>
              <a:rPr sz="1200" spc="-2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creating</a:t>
            </a:r>
            <a:r>
              <a:rPr sz="1200" spc="-2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virtual</a:t>
            </a:r>
            <a:r>
              <a:rPr sz="1200" spc="-20" dirty="0">
                <a:latin typeface="Times New Roman"/>
                <a:cs typeface="Times New Roman"/>
              </a:rPr>
              <a:t> </a:t>
            </a:r>
            <a:r>
              <a:rPr sz="1200" dirty="0">
                <a:latin typeface="Times New Roman"/>
                <a:cs typeface="Times New Roman"/>
              </a:rPr>
              <a:t>keyboard</a:t>
            </a:r>
            <a:r>
              <a:rPr sz="1200" spc="-2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screen</a:t>
            </a:r>
            <a:endParaRPr sz="1200" dirty="0">
              <a:latin typeface="Times New Roman"/>
              <a:cs typeface="Times New Roman"/>
            </a:endParaRPr>
          </a:p>
        </p:txBody>
      </p:sp>
      <p:sp>
        <p:nvSpPr>
          <p:cNvPr id="12" name="TextBox 11">
            <a:extLst>
              <a:ext uri="{FF2B5EF4-FFF2-40B4-BE49-F238E27FC236}">
                <a16:creationId xmlns:a16="http://schemas.microsoft.com/office/drawing/2014/main" id="{19E2AADA-5AA1-D688-F412-A8B58064DAC4}"/>
              </a:ext>
            </a:extLst>
          </p:cNvPr>
          <p:cNvSpPr txBox="1"/>
          <p:nvPr/>
        </p:nvSpPr>
        <p:spPr>
          <a:xfrm>
            <a:off x="2411411" y="6687174"/>
            <a:ext cx="2639505" cy="335926"/>
          </a:xfrm>
          <a:prstGeom prst="rect">
            <a:avLst/>
          </a:prstGeom>
          <a:noFill/>
        </p:spPr>
        <p:txBody>
          <a:bodyPr wrap="none" rtlCol="0">
            <a:spAutoFit/>
          </a:bodyPr>
          <a:lstStyle/>
          <a:p>
            <a:pPr>
              <a:lnSpc>
                <a:spcPct val="150000"/>
              </a:lnSpc>
            </a:pPr>
            <a:r>
              <a:rPr lang="en-US" sz="1200" b="1" dirty="0">
                <a:latin typeface="Times New Roman"/>
                <a:cs typeface="Times New Roman"/>
              </a:rPr>
              <a:t>Figure</a:t>
            </a:r>
            <a:r>
              <a:rPr lang="en-US" sz="1200" b="1" spc="-45" dirty="0">
                <a:latin typeface="Times New Roman"/>
                <a:cs typeface="Times New Roman"/>
              </a:rPr>
              <a:t> </a:t>
            </a:r>
            <a:r>
              <a:rPr lang="en-US" sz="1200" b="1" dirty="0">
                <a:latin typeface="Times New Roman"/>
                <a:cs typeface="Times New Roman"/>
              </a:rPr>
              <a:t>4.1:</a:t>
            </a:r>
            <a:r>
              <a:rPr lang="en-US" sz="1200" b="1" spc="-40" dirty="0">
                <a:latin typeface="Times New Roman"/>
                <a:cs typeface="Times New Roman"/>
              </a:rPr>
              <a:t> </a:t>
            </a:r>
            <a:r>
              <a:rPr lang="en-US" sz="1200" dirty="0">
                <a:latin typeface="Times New Roman"/>
                <a:cs typeface="Times New Roman"/>
              </a:rPr>
              <a:t>Proposed</a:t>
            </a:r>
            <a:r>
              <a:rPr lang="en-US" sz="1200" spc="-35" dirty="0">
                <a:latin typeface="Times New Roman"/>
                <a:cs typeface="Times New Roman"/>
              </a:rPr>
              <a:t> </a:t>
            </a:r>
            <a:r>
              <a:rPr lang="en-US" sz="1200" dirty="0">
                <a:latin typeface="Times New Roman"/>
                <a:cs typeface="Times New Roman"/>
              </a:rPr>
              <a:t>System</a:t>
            </a:r>
            <a:r>
              <a:rPr lang="en-US" sz="1200" spc="-35" dirty="0">
                <a:latin typeface="Times New Roman"/>
                <a:cs typeface="Times New Roman"/>
              </a:rPr>
              <a:t> </a:t>
            </a:r>
            <a:r>
              <a:rPr lang="en-US" sz="1200" spc="-10" dirty="0">
                <a:latin typeface="Times New Roman"/>
                <a:cs typeface="Times New Roman"/>
              </a:rPr>
              <a:t>Flowchart</a:t>
            </a:r>
            <a:endParaRPr lang="en-IN"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781171" y="9784791"/>
            <a:ext cx="1778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a:cs typeface="Times New Roman"/>
              </a:rPr>
              <a:t>15</a:t>
            </a:r>
            <a:endParaRPr sz="1200">
              <a:latin typeface="Times New Roman"/>
              <a:cs typeface="Times New Roman"/>
            </a:endParaRPr>
          </a:p>
        </p:txBody>
      </p:sp>
      <p:sp>
        <p:nvSpPr>
          <p:cNvPr id="3" name="object 3"/>
          <p:cNvSpPr txBox="1"/>
          <p:nvPr/>
        </p:nvSpPr>
        <p:spPr>
          <a:xfrm>
            <a:off x="886764" y="889761"/>
            <a:ext cx="6147435" cy="7593874"/>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CHAPTER</a:t>
            </a:r>
            <a:r>
              <a:rPr sz="1600" b="1" spc="-50" dirty="0">
                <a:latin typeface="Times New Roman"/>
                <a:cs typeface="Times New Roman"/>
              </a:rPr>
              <a:t> 5</a:t>
            </a:r>
            <a:endParaRPr sz="1600" dirty="0">
              <a:latin typeface="Times New Roman"/>
              <a:cs typeface="Times New Roman"/>
            </a:endParaRPr>
          </a:p>
          <a:p>
            <a:pPr algn="ctr">
              <a:lnSpc>
                <a:spcPct val="100000"/>
              </a:lnSpc>
              <a:spcBef>
                <a:spcPts val="1625"/>
              </a:spcBef>
            </a:pPr>
            <a:r>
              <a:rPr sz="1800" b="1" dirty="0">
                <a:latin typeface="Times New Roman"/>
                <a:cs typeface="Times New Roman"/>
              </a:rPr>
              <a:t>SYSTEM</a:t>
            </a:r>
            <a:r>
              <a:rPr sz="1800" b="1" spc="-50" dirty="0">
                <a:latin typeface="Times New Roman"/>
                <a:cs typeface="Times New Roman"/>
              </a:rPr>
              <a:t> </a:t>
            </a:r>
            <a:r>
              <a:rPr sz="1800" b="1" spc="-10" dirty="0">
                <a:latin typeface="Times New Roman"/>
                <a:cs typeface="Times New Roman"/>
              </a:rPr>
              <a:t>DESIGN</a:t>
            </a:r>
            <a:endParaRPr sz="1800" dirty="0">
              <a:latin typeface="Times New Roman"/>
              <a:cs typeface="Times New Roman"/>
            </a:endParaRPr>
          </a:p>
          <a:p>
            <a:pPr marL="12700" algn="just">
              <a:lnSpc>
                <a:spcPct val="150000"/>
              </a:lnSpc>
              <a:spcBef>
                <a:spcPts val="480"/>
              </a:spcBef>
            </a:pPr>
            <a:r>
              <a:rPr lang="en-US" sz="1200" dirty="0">
                <a:latin typeface="Times New Roman"/>
                <a:cs typeface="Times New Roman"/>
              </a:rPr>
              <a:t>A</a:t>
            </a:r>
            <a:r>
              <a:rPr lang="en-US" sz="1200" spc="100" dirty="0">
                <a:latin typeface="Times New Roman"/>
                <a:cs typeface="Times New Roman"/>
              </a:rPr>
              <a:t> </a:t>
            </a:r>
            <a:r>
              <a:rPr lang="en-US" sz="1200" dirty="0">
                <a:latin typeface="Times New Roman"/>
                <a:cs typeface="Times New Roman"/>
              </a:rPr>
              <a:t>systemic</a:t>
            </a:r>
            <a:r>
              <a:rPr lang="en-US" sz="1200" spc="114" dirty="0">
                <a:latin typeface="Times New Roman"/>
                <a:cs typeface="Times New Roman"/>
              </a:rPr>
              <a:t> </a:t>
            </a:r>
            <a:r>
              <a:rPr lang="en-US" sz="1200" dirty="0">
                <a:latin typeface="Times New Roman"/>
                <a:cs typeface="Times New Roman"/>
              </a:rPr>
              <a:t>approach</a:t>
            </a:r>
            <a:r>
              <a:rPr lang="en-US" sz="1200" spc="110" dirty="0">
                <a:latin typeface="Times New Roman"/>
                <a:cs typeface="Times New Roman"/>
              </a:rPr>
              <a:t> </a:t>
            </a:r>
            <a:r>
              <a:rPr lang="en-US" sz="1200" dirty="0">
                <a:latin typeface="Times New Roman"/>
                <a:cs typeface="Times New Roman"/>
              </a:rPr>
              <a:t>is</a:t>
            </a:r>
            <a:r>
              <a:rPr lang="en-US" sz="1200" spc="110" dirty="0">
                <a:latin typeface="Times New Roman"/>
                <a:cs typeface="Times New Roman"/>
              </a:rPr>
              <a:t> </a:t>
            </a:r>
            <a:r>
              <a:rPr lang="en-US" sz="1200" dirty="0">
                <a:latin typeface="Times New Roman"/>
                <a:cs typeface="Times New Roman"/>
              </a:rPr>
              <a:t>essential</a:t>
            </a:r>
            <a:r>
              <a:rPr lang="en-US" sz="1200" spc="100" dirty="0">
                <a:latin typeface="Times New Roman"/>
                <a:cs typeface="Times New Roman"/>
              </a:rPr>
              <a:t> </a:t>
            </a:r>
            <a:r>
              <a:rPr lang="en-US" sz="1200" dirty="0">
                <a:latin typeface="Times New Roman"/>
                <a:cs typeface="Times New Roman"/>
              </a:rPr>
              <a:t>for</a:t>
            </a:r>
            <a:r>
              <a:rPr lang="en-US" sz="1200" spc="100" dirty="0">
                <a:latin typeface="Times New Roman"/>
                <a:cs typeface="Times New Roman"/>
              </a:rPr>
              <a:t> </a:t>
            </a:r>
            <a:r>
              <a:rPr lang="en-US" sz="1200" dirty="0">
                <a:latin typeface="Times New Roman"/>
                <a:cs typeface="Times New Roman"/>
              </a:rPr>
              <a:t>designing</a:t>
            </a:r>
            <a:r>
              <a:rPr lang="en-US" sz="1200" spc="80" dirty="0">
                <a:latin typeface="Times New Roman"/>
                <a:cs typeface="Times New Roman"/>
              </a:rPr>
              <a:t> </a:t>
            </a:r>
            <a:r>
              <a:rPr lang="en-US" sz="1200" dirty="0">
                <a:latin typeface="Times New Roman"/>
                <a:cs typeface="Times New Roman"/>
              </a:rPr>
              <a:t>a</a:t>
            </a:r>
            <a:r>
              <a:rPr lang="en-US" sz="1200" spc="130" dirty="0">
                <a:latin typeface="Times New Roman"/>
                <a:cs typeface="Times New Roman"/>
              </a:rPr>
              <a:t> </a:t>
            </a:r>
            <a:r>
              <a:rPr lang="en-US" sz="1200" dirty="0">
                <a:latin typeface="Times New Roman"/>
                <a:cs typeface="Times New Roman"/>
              </a:rPr>
              <a:t>hand</a:t>
            </a:r>
            <a:r>
              <a:rPr lang="en-US" sz="1200" spc="120" dirty="0">
                <a:latin typeface="Times New Roman"/>
                <a:cs typeface="Times New Roman"/>
              </a:rPr>
              <a:t> </a:t>
            </a:r>
            <a:r>
              <a:rPr lang="en-US" sz="1200" dirty="0">
                <a:latin typeface="Times New Roman"/>
                <a:cs typeface="Times New Roman"/>
              </a:rPr>
              <a:t>gesture-controlled</a:t>
            </a:r>
            <a:r>
              <a:rPr lang="en-US" sz="1200" spc="110" dirty="0">
                <a:latin typeface="Times New Roman"/>
                <a:cs typeface="Times New Roman"/>
              </a:rPr>
              <a:t> </a:t>
            </a:r>
            <a:r>
              <a:rPr lang="en-US" sz="1200" dirty="0">
                <a:latin typeface="Times New Roman"/>
                <a:cs typeface="Times New Roman"/>
              </a:rPr>
              <a:t>virtual</a:t>
            </a:r>
            <a:r>
              <a:rPr lang="en-US" sz="1200" spc="120" dirty="0">
                <a:latin typeface="Times New Roman"/>
                <a:cs typeface="Times New Roman"/>
              </a:rPr>
              <a:t> </a:t>
            </a:r>
            <a:r>
              <a:rPr lang="en-US" sz="1200" dirty="0">
                <a:latin typeface="Times New Roman"/>
                <a:cs typeface="Times New Roman"/>
              </a:rPr>
              <a:t>mouse,</a:t>
            </a:r>
            <a:r>
              <a:rPr lang="en-US" sz="1200" spc="110" dirty="0">
                <a:latin typeface="Times New Roman"/>
                <a:cs typeface="Times New Roman"/>
              </a:rPr>
              <a:t> </a:t>
            </a:r>
            <a:r>
              <a:rPr lang="en-US" sz="1200" dirty="0">
                <a:latin typeface="Times New Roman"/>
                <a:cs typeface="Times New Roman"/>
              </a:rPr>
              <a:t>ensuring</a:t>
            </a:r>
            <a:r>
              <a:rPr lang="en-US" sz="1200" spc="110" dirty="0">
                <a:latin typeface="Times New Roman"/>
                <a:cs typeface="Times New Roman"/>
              </a:rPr>
              <a:t> </a:t>
            </a:r>
            <a:r>
              <a:rPr lang="en-US" sz="1200" spc="-25" dirty="0">
                <a:latin typeface="Times New Roman"/>
                <a:cs typeface="Times New Roman"/>
              </a:rPr>
              <a:t>all </a:t>
            </a:r>
            <a:r>
              <a:rPr lang="en-US" sz="1200" dirty="0">
                <a:latin typeface="Times New Roman"/>
                <a:cs typeface="Times New Roman"/>
              </a:rPr>
              <a:t>components</a:t>
            </a:r>
            <a:r>
              <a:rPr lang="en-US" sz="1200" spc="75" dirty="0">
                <a:latin typeface="Times New Roman"/>
                <a:cs typeface="Times New Roman"/>
              </a:rPr>
              <a:t> </a:t>
            </a:r>
            <a:r>
              <a:rPr lang="en-US" sz="1200" dirty="0">
                <a:latin typeface="Times New Roman"/>
                <a:cs typeface="Times New Roman"/>
              </a:rPr>
              <a:t>work</a:t>
            </a:r>
            <a:r>
              <a:rPr lang="en-US" sz="1200" spc="65" dirty="0">
                <a:latin typeface="Times New Roman"/>
                <a:cs typeface="Times New Roman"/>
              </a:rPr>
              <a:t> </a:t>
            </a:r>
            <a:r>
              <a:rPr lang="en-US" sz="1200" dirty="0">
                <a:latin typeface="Times New Roman"/>
                <a:cs typeface="Times New Roman"/>
              </a:rPr>
              <a:t>coherently.</a:t>
            </a:r>
            <a:r>
              <a:rPr lang="en-US" sz="1200" spc="80" dirty="0">
                <a:latin typeface="Times New Roman"/>
                <a:cs typeface="Times New Roman"/>
              </a:rPr>
              <a:t> </a:t>
            </a:r>
            <a:r>
              <a:rPr lang="en-US" sz="1200" dirty="0">
                <a:latin typeface="Times New Roman"/>
                <a:cs typeface="Times New Roman"/>
              </a:rPr>
              <a:t>Both</a:t>
            </a:r>
            <a:r>
              <a:rPr lang="en-US" sz="1200" spc="75" dirty="0">
                <a:latin typeface="Times New Roman"/>
                <a:cs typeface="Times New Roman"/>
              </a:rPr>
              <a:t> </a:t>
            </a:r>
            <a:r>
              <a:rPr lang="en-US" sz="1200" dirty="0">
                <a:latin typeface="Times New Roman"/>
                <a:cs typeface="Times New Roman"/>
              </a:rPr>
              <a:t>Bottom-Up</a:t>
            </a:r>
            <a:r>
              <a:rPr lang="en-US" sz="1200" spc="80" dirty="0">
                <a:latin typeface="Times New Roman"/>
                <a:cs typeface="Times New Roman"/>
              </a:rPr>
              <a:t> </a:t>
            </a:r>
            <a:r>
              <a:rPr lang="en-US" sz="1200" dirty="0">
                <a:latin typeface="Times New Roman"/>
                <a:cs typeface="Times New Roman"/>
              </a:rPr>
              <a:t>and</a:t>
            </a:r>
            <a:r>
              <a:rPr lang="en-US" sz="1200" spc="65" dirty="0">
                <a:latin typeface="Times New Roman"/>
                <a:cs typeface="Times New Roman"/>
              </a:rPr>
              <a:t> </a:t>
            </a:r>
            <a:r>
              <a:rPr lang="en-US" sz="1200" dirty="0">
                <a:latin typeface="Times New Roman"/>
                <a:cs typeface="Times New Roman"/>
              </a:rPr>
              <a:t>Top-Down</a:t>
            </a:r>
            <a:r>
              <a:rPr lang="en-US" sz="1200" spc="75" dirty="0">
                <a:latin typeface="Times New Roman"/>
                <a:cs typeface="Times New Roman"/>
              </a:rPr>
              <a:t> </a:t>
            </a:r>
            <a:r>
              <a:rPr lang="en-US" sz="1200" dirty="0">
                <a:latin typeface="Times New Roman"/>
                <a:cs typeface="Times New Roman"/>
              </a:rPr>
              <a:t>approaches</a:t>
            </a:r>
            <a:r>
              <a:rPr lang="en-US" sz="1200" spc="80" dirty="0">
                <a:latin typeface="Times New Roman"/>
                <a:cs typeface="Times New Roman"/>
              </a:rPr>
              <a:t> </a:t>
            </a:r>
            <a:r>
              <a:rPr lang="en-US" sz="1200" dirty="0">
                <a:latin typeface="Times New Roman"/>
                <a:cs typeface="Times New Roman"/>
              </a:rPr>
              <a:t>can</a:t>
            </a:r>
            <a:r>
              <a:rPr lang="en-US" sz="1200" spc="35" dirty="0">
                <a:latin typeface="Times New Roman"/>
                <a:cs typeface="Times New Roman"/>
              </a:rPr>
              <a:t> </a:t>
            </a:r>
            <a:r>
              <a:rPr lang="en-US" sz="1200" dirty="0">
                <a:latin typeface="Times New Roman"/>
                <a:cs typeface="Times New Roman"/>
              </a:rPr>
              <a:t>be</a:t>
            </a:r>
            <a:r>
              <a:rPr lang="en-US" sz="1200" spc="90" dirty="0">
                <a:latin typeface="Times New Roman"/>
                <a:cs typeface="Times New Roman"/>
              </a:rPr>
              <a:t> </a:t>
            </a:r>
            <a:r>
              <a:rPr lang="en-US" sz="1200" dirty="0">
                <a:latin typeface="Times New Roman"/>
                <a:cs typeface="Times New Roman"/>
              </a:rPr>
              <a:t>applied</a:t>
            </a:r>
            <a:r>
              <a:rPr lang="en-US" sz="1200" spc="75" dirty="0">
                <a:latin typeface="Times New Roman"/>
                <a:cs typeface="Times New Roman"/>
              </a:rPr>
              <a:t> </a:t>
            </a:r>
            <a:r>
              <a:rPr lang="en-US" sz="1200" dirty="0">
                <a:latin typeface="Times New Roman"/>
                <a:cs typeface="Times New Roman"/>
              </a:rPr>
              <a:t>to</a:t>
            </a:r>
            <a:r>
              <a:rPr lang="en-US" sz="1200" spc="80" dirty="0">
                <a:latin typeface="Times New Roman"/>
                <a:cs typeface="Times New Roman"/>
              </a:rPr>
              <a:t> </a:t>
            </a:r>
            <a:r>
              <a:rPr lang="en-US" sz="1200" spc="-10" dirty="0">
                <a:latin typeface="Times New Roman"/>
                <a:cs typeface="Times New Roman"/>
              </a:rPr>
              <a:t>address </a:t>
            </a:r>
            <a:r>
              <a:rPr lang="en-US" sz="1200" dirty="0">
                <a:latin typeface="Times New Roman"/>
                <a:cs typeface="Times New Roman"/>
              </a:rPr>
              <a:t>variables</a:t>
            </a:r>
            <a:r>
              <a:rPr lang="en-US" sz="1200" spc="400" dirty="0">
                <a:latin typeface="Times New Roman"/>
                <a:cs typeface="Times New Roman"/>
              </a:rPr>
              <a:t> </a:t>
            </a:r>
            <a:r>
              <a:rPr lang="en-US" sz="1200" dirty="0">
                <a:latin typeface="Times New Roman"/>
                <a:cs typeface="Times New Roman"/>
              </a:rPr>
              <a:t>like</a:t>
            </a:r>
            <a:r>
              <a:rPr lang="en-US" sz="1200" spc="390" dirty="0">
                <a:latin typeface="Times New Roman"/>
                <a:cs typeface="Times New Roman"/>
              </a:rPr>
              <a:t> </a:t>
            </a:r>
            <a:r>
              <a:rPr lang="en-US" sz="1200" dirty="0">
                <a:latin typeface="Times New Roman"/>
                <a:cs typeface="Times New Roman"/>
              </a:rPr>
              <a:t>hand</a:t>
            </a:r>
            <a:r>
              <a:rPr lang="en-US" sz="1200" spc="385" dirty="0">
                <a:latin typeface="Times New Roman"/>
                <a:cs typeface="Times New Roman"/>
              </a:rPr>
              <a:t> </a:t>
            </a:r>
            <a:r>
              <a:rPr lang="en-US" sz="1200" dirty="0">
                <a:latin typeface="Times New Roman"/>
                <a:cs typeface="Times New Roman"/>
              </a:rPr>
              <a:t>tracking,</a:t>
            </a:r>
            <a:r>
              <a:rPr lang="en-US" sz="1200" spc="395" dirty="0">
                <a:latin typeface="Times New Roman"/>
                <a:cs typeface="Times New Roman"/>
              </a:rPr>
              <a:t> </a:t>
            </a:r>
            <a:r>
              <a:rPr lang="en-US" sz="1200" dirty="0">
                <a:latin typeface="Times New Roman"/>
                <a:cs typeface="Times New Roman"/>
              </a:rPr>
              <a:t>gesture</a:t>
            </a:r>
            <a:r>
              <a:rPr lang="en-US" sz="1200" spc="390" dirty="0">
                <a:latin typeface="Times New Roman"/>
                <a:cs typeface="Times New Roman"/>
              </a:rPr>
              <a:t> </a:t>
            </a:r>
            <a:r>
              <a:rPr lang="en-US" sz="1200" dirty="0">
                <a:latin typeface="Times New Roman"/>
                <a:cs typeface="Times New Roman"/>
              </a:rPr>
              <a:t>recognition,</a:t>
            </a:r>
            <a:r>
              <a:rPr lang="en-US" sz="1200" spc="395" dirty="0">
                <a:latin typeface="Times New Roman"/>
                <a:cs typeface="Times New Roman"/>
              </a:rPr>
              <a:t> </a:t>
            </a:r>
            <a:r>
              <a:rPr lang="en-US" sz="1200" dirty="0">
                <a:latin typeface="Times New Roman"/>
                <a:cs typeface="Times New Roman"/>
              </a:rPr>
              <a:t>and</a:t>
            </a:r>
            <a:r>
              <a:rPr lang="en-US" sz="1200" spc="385" dirty="0">
                <a:latin typeface="Times New Roman"/>
                <a:cs typeface="Times New Roman"/>
              </a:rPr>
              <a:t> </a:t>
            </a:r>
            <a:r>
              <a:rPr lang="en-US" sz="1200" dirty="0">
                <a:latin typeface="Times New Roman"/>
                <a:cs typeface="Times New Roman"/>
              </a:rPr>
              <a:t>cursor</a:t>
            </a:r>
            <a:r>
              <a:rPr lang="en-US" sz="1200" spc="380" dirty="0">
                <a:latin typeface="Times New Roman"/>
                <a:cs typeface="Times New Roman"/>
              </a:rPr>
              <a:t> </a:t>
            </a:r>
            <a:r>
              <a:rPr lang="en-US" sz="1200" dirty="0">
                <a:latin typeface="Times New Roman"/>
                <a:cs typeface="Times New Roman"/>
              </a:rPr>
              <a:t>control.</a:t>
            </a:r>
            <a:r>
              <a:rPr lang="en-US" sz="1200" spc="395" dirty="0">
                <a:latin typeface="Times New Roman"/>
                <a:cs typeface="Times New Roman"/>
              </a:rPr>
              <a:t> </a:t>
            </a:r>
            <a:r>
              <a:rPr lang="en-US" sz="1200" dirty="0">
                <a:latin typeface="Times New Roman"/>
                <a:cs typeface="Times New Roman"/>
              </a:rPr>
              <a:t>Designers</a:t>
            </a:r>
            <a:r>
              <a:rPr lang="en-US" sz="1200" spc="405" dirty="0">
                <a:latin typeface="Times New Roman"/>
                <a:cs typeface="Times New Roman"/>
              </a:rPr>
              <a:t> </a:t>
            </a:r>
            <a:r>
              <a:rPr lang="en-US" sz="1200" dirty="0">
                <a:latin typeface="Times New Roman"/>
                <a:cs typeface="Times New Roman"/>
              </a:rPr>
              <a:t>use</a:t>
            </a:r>
            <a:r>
              <a:rPr lang="en-US" sz="1200" spc="390" dirty="0">
                <a:latin typeface="Times New Roman"/>
                <a:cs typeface="Times New Roman"/>
              </a:rPr>
              <a:t> </a:t>
            </a:r>
            <a:r>
              <a:rPr lang="en-US" sz="1200" spc="-10" dirty="0">
                <a:latin typeface="Times New Roman"/>
                <a:cs typeface="Times New Roman"/>
              </a:rPr>
              <a:t>modeling </a:t>
            </a:r>
            <a:r>
              <a:rPr lang="en-US" sz="1200" dirty="0">
                <a:latin typeface="Times New Roman"/>
                <a:cs typeface="Times New Roman"/>
              </a:rPr>
              <a:t>languages</a:t>
            </a:r>
            <a:r>
              <a:rPr lang="en-US" sz="1200" spc="150" dirty="0">
                <a:latin typeface="Times New Roman"/>
                <a:cs typeface="Times New Roman"/>
              </a:rPr>
              <a:t> </a:t>
            </a:r>
            <a:r>
              <a:rPr lang="en-US" sz="1200" dirty="0">
                <a:latin typeface="Times New Roman"/>
                <a:cs typeface="Times New Roman"/>
              </a:rPr>
              <a:t>to</a:t>
            </a:r>
            <a:r>
              <a:rPr lang="en-US" sz="1200" spc="125" dirty="0">
                <a:latin typeface="Times New Roman"/>
                <a:cs typeface="Times New Roman"/>
              </a:rPr>
              <a:t> </a:t>
            </a:r>
            <a:r>
              <a:rPr lang="en-US" sz="1200" dirty="0">
                <a:latin typeface="Times New Roman"/>
                <a:cs typeface="Times New Roman"/>
              </a:rPr>
              <a:t>structure</a:t>
            </a:r>
            <a:r>
              <a:rPr lang="en-US" sz="1200" spc="145" dirty="0">
                <a:latin typeface="Times New Roman"/>
                <a:cs typeface="Times New Roman"/>
              </a:rPr>
              <a:t> </a:t>
            </a:r>
            <a:r>
              <a:rPr lang="en-US" sz="1200" dirty="0">
                <a:latin typeface="Times New Roman"/>
                <a:cs typeface="Times New Roman"/>
              </a:rPr>
              <a:t>the</a:t>
            </a:r>
            <a:r>
              <a:rPr lang="en-US" sz="1200" spc="145" dirty="0">
                <a:latin typeface="Times New Roman"/>
                <a:cs typeface="Times New Roman"/>
              </a:rPr>
              <a:t> </a:t>
            </a:r>
            <a:r>
              <a:rPr lang="en-US" sz="1200" dirty="0">
                <a:latin typeface="Times New Roman"/>
                <a:cs typeface="Times New Roman"/>
              </a:rPr>
              <a:t>system</a:t>
            </a:r>
            <a:r>
              <a:rPr lang="en-US" sz="1200" spc="155" dirty="0">
                <a:latin typeface="Times New Roman"/>
                <a:cs typeface="Times New Roman"/>
              </a:rPr>
              <a:t> </a:t>
            </a:r>
            <a:r>
              <a:rPr lang="en-US" sz="1200" dirty="0">
                <a:latin typeface="Times New Roman"/>
                <a:cs typeface="Times New Roman"/>
              </a:rPr>
              <a:t>consistently,</a:t>
            </a:r>
            <a:r>
              <a:rPr lang="en-US" sz="1200" spc="150" dirty="0">
                <a:latin typeface="Times New Roman"/>
                <a:cs typeface="Times New Roman"/>
              </a:rPr>
              <a:t> </a:t>
            </a:r>
            <a:r>
              <a:rPr lang="en-US" sz="1200" dirty="0">
                <a:latin typeface="Times New Roman"/>
                <a:cs typeface="Times New Roman"/>
              </a:rPr>
              <a:t>representing</a:t>
            </a:r>
            <a:r>
              <a:rPr lang="en-US" sz="1200" spc="130" dirty="0">
                <a:latin typeface="Times New Roman"/>
                <a:cs typeface="Times New Roman"/>
              </a:rPr>
              <a:t> </a:t>
            </a:r>
            <a:r>
              <a:rPr lang="en-US" sz="1200" dirty="0">
                <a:latin typeface="Times New Roman"/>
                <a:cs typeface="Times New Roman"/>
              </a:rPr>
              <a:t>it</a:t>
            </a:r>
            <a:r>
              <a:rPr lang="en-US" sz="1200" spc="155" dirty="0">
                <a:latin typeface="Times New Roman"/>
                <a:cs typeface="Times New Roman"/>
              </a:rPr>
              <a:t> </a:t>
            </a:r>
            <a:r>
              <a:rPr lang="en-US" sz="1200" dirty="0">
                <a:latin typeface="Times New Roman"/>
                <a:cs typeface="Times New Roman"/>
              </a:rPr>
              <a:t>either</a:t>
            </a:r>
            <a:r>
              <a:rPr lang="en-US" sz="1200" spc="150" dirty="0">
                <a:latin typeface="Times New Roman"/>
                <a:cs typeface="Times New Roman"/>
              </a:rPr>
              <a:t> </a:t>
            </a:r>
            <a:r>
              <a:rPr lang="en-US" sz="1200" dirty="0">
                <a:latin typeface="Times New Roman"/>
                <a:cs typeface="Times New Roman"/>
              </a:rPr>
              <a:t>graphically</a:t>
            </a:r>
            <a:r>
              <a:rPr lang="en-US" sz="1200" spc="145" dirty="0">
                <a:latin typeface="Times New Roman"/>
                <a:cs typeface="Times New Roman"/>
              </a:rPr>
              <a:t> </a:t>
            </a:r>
            <a:r>
              <a:rPr lang="en-US" sz="1200" dirty="0">
                <a:latin typeface="Times New Roman"/>
                <a:cs typeface="Times New Roman"/>
              </a:rPr>
              <a:t>through</a:t>
            </a:r>
            <a:r>
              <a:rPr lang="en-US" sz="1200" spc="145" dirty="0">
                <a:latin typeface="Times New Roman"/>
                <a:cs typeface="Times New Roman"/>
              </a:rPr>
              <a:t> </a:t>
            </a:r>
            <a:r>
              <a:rPr lang="en-US" sz="1200" spc="-10" dirty="0">
                <a:latin typeface="Times New Roman"/>
                <a:cs typeface="Times New Roman"/>
              </a:rPr>
              <a:t>flowcharts</a:t>
            </a:r>
            <a:endParaRPr lang="en-US" sz="1200" dirty="0">
              <a:latin typeface="Times New Roman"/>
              <a:cs typeface="Times New Roman"/>
            </a:endParaRPr>
          </a:p>
          <a:p>
            <a:pPr marL="12700" marR="6350" algn="just">
              <a:lnSpc>
                <a:spcPct val="150000"/>
              </a:lnSpc>
              <a:spcBef>
                <a:spcPts val="15"/>
              </a:spcBef>
            </a:pPr>
            <a:r>
              <a:rPr lang="en-US" sz="1200" dirty="0">
                <a:latin typeface="Times New Roman"/>
                <a:cs typeface="Times New Roman"/>
              </a:rPr>
              <a:t>or</a:t>
            </a:r>
            <a:r>
              <a:rPr lang="en-US" sz="1200" spc="270" dirty="0">
                <a:latin typeface="Times New Roman"/>
                <a:cs typeface="Times New Roman"/>
              </a:rPr>
              <a:t> </a:t>
            </a:r>
            <a:r>
              <a:rPr lang="en-US" sz="1200" dirty="0">
                <a:latin typeface="Times New Roman"/>
                <a:cs typeface="Times New Roman"/>
              </a:rPr>
              <a:t>UML</a:t>
            </a:r>
            <a:r>
              <a:rPr lang="en-US" sz="1200" spc="250" dirty="0">
                <a:latin typeface="Times New Roman"/>
                <a:cs typeface="Times New Roman"/>
              </a:rPr>
              <a:t> </a:t>
            </a:r>
            <a:r>
              <a:rPr lang="en-US" sz="1200" dirty="0">
                <a:latin typeface="Times New Roman"/>
                <a:cs typeface="Times New Roman"/>
              </a:rPr>
              <a:t>diagrams,</a:t>
            </a:r>
            <a:r>
              <a:rPr lang="en-US" sz="1200" spc="290" dirty="0">
                <a:latin typeface="Times New Roman"/>
                <a:cs typeface="Times New Roman"/>
              </a:rPr>
              <a:t> </a:t>
            </a:r>
            <a:r>
              <a:rPr lang="en-US" sz="1200" dirty="0">
                <a:latin typeface="Times New Roman"/>
                <a:cs typeface="Times New Roman"/>
              </a:rPr>
              <a:t>or</a:t>
            </a:r>
            <a:r>
              <a:rPr lang="en-US" sz="1200" spc="260" dirty="0">
                <a:latin typeface="Times New Roman"/>
                <a:cs typeface="Times New Roman"/>
              </a:rPr>
              <a:t> </a:t>
            </a:r>
            <a:r>
              <a:rPr lang="en-US" sz="1200" dirty="0">
                <a:latin typeface="Times New Roman"/>
                <a:cs typeface="Times New Roman"/>
              </a:rPr>
              <a:t>textually</a:t>
            </a:r>
            <a:r>
              <a:rPr lang="en-US" sz="1200" spc="265" dirty="0">
                <a:latin typeface="Times New Roman"/>
                <a:cs typeface="Times New Roman"/>
              </a:rPr>
              <a:t> </a:t>
            </a:r>
            <a:r>
              <a:rPr lang="en-US" sz="1200" dirty="0">
                <a:latin typeface="Times New Roman"/>
                <a:cs typeface="Times New Roman"/>
              </a:rPr>
              <a:t>with</a:t>
            </a:r>
            <a:r>
              <a:rPr lang="en-US" sz="1200" spc="275" dirty="0">
                <a:latin typeface="Times New Roman"/>
                <a:cs typeface="Times New Roman"/>
              </a:rPr>
              <a:t> </a:t>
            </a:r>
            <a:r>
              <a:rPr lang="en-US" sz="1200" dirty="0">
                <a:latin typeface="Times New Roman"/>
                <a:cs typeface="Times New Roman"/>
              </a:rPr>
              <a:t>algorithms</a:t>
            </a:r>
            <a:r>
              <a:rPr lang="en-US" sz="1200" spc="280" dirty="0">
                <a:latin typeface="Times New Roman"/>
                <a:cs typeface="Times New Roman"/>
              </a:rPr>
              <a:t> </a:t>
            </a:r>
            <a:r>
              <a:rPr lang="en-US" sz="1200" dirty="0">
                <a:latin typeface="Times New Roman"/>
                <a:cs typeface="Times New Roman"/>
              </a:rPr>
              <a:t>and</a:t>
            </a:r>
            <a:r>
              <a:rPr lang="en-US" sz="1200" spc="260" dirty="0">
                <a:latin typeface="Times New Roman"/>
                <a:cs typeface="Times New Roman"/>
              </a:rPr>
              <a:t> </a:t>
            </a:r>
            <a:r>
              <a:rPr lang="en-US" sz="1200" dirty="0">
                <a:latin typeface="Times New Roman"/>
                <a:cs typeface="Times New Roman"/>
              </a:rPr>
              <a:t>pseudocode.</a:t>
            </a:r>
            <a:r>
              <a:rPr lang="en-US" sz="1200" spc="280" dirty="0">
                <a:latin typeface="Times New Roman"/>
                <a:cs typeface="Times New Roman"/>
              </a:rPr>
              <a:t> </a:t>
            </a:r>
            <a:r>
              <a:rPr lang="en-US" sz="1200" dirty="0">
                <a:latin typeface="Times New Roman"/>
                <a:cs typeface="Times New Roman"/>
              </a:rPr>
              <a:t>This</a:t>
            </a:r>
            <a:r>
              <a:rPr lang="en-US" sz="1200" spc="265" dirty="0">
                <a:latin typeface="Times New Roman"/>
                <a:cs typeface="Times New Roman"/>
              </a:rPr>
              <a:t> </a:t>
            </a:r>
            <a:r>
              <a:rPr lang="en-US" sz="1200" dirty="0">
                <a:latin typeface="Times New Roman"/>
                <a:cs typeface="Times New Roman"/>
              </a:rPr>
              <a:t>structured</a:t>
            </a:r>
            <a:r>
              <a:rPr lang="en-US" sz="1200" spc="275" dirty="0">
                <a:latin typeface="Times New Roman"/>
                <a:cs typeface="Times New Roman"/>
              </a:rPr>
              <a:t> </a:t>
            </a:r>
            <a:r>
              <a:rPr lang="en-US" sz="1200" dirty="0">
                <a:latin typeface="Times New Roman"/>
                <a:cs typeface="Times New Roman"/>
              </a:rPr>
              <a:t>design</a:t>
            </a:r>
            <a:r>
              <a:rPr lang="en-US" sz="1200" spc="280" dirty="0">
                <a:latin typeface="Times New Roman"/>
                <a:cs typeface="Times New Roman"/>
              </a:rPr>
              <a:t> </a:t>
            </a:r>
            <a:r>
              <a:rPr lang="en-US" sz="1200" spc="-10" dirty="0">
                <a:latin typeface="Times New Roman"/>
                <a:cs typeface="Times New Roman"/>
              </a:rPr>
              <a:t>ensures </a:t>
            </a:r>
            <a:r>
              <a:rPr lang="en-US" sz="1200" dirty="0">
                <a:latin typeface="Times New Roman"/>
                <a:cs typeface="Times New Roman"/>
              </a:rPr>
              <a:t>gestures</a:t>
            </a:r>
            <a:r>
              <a:rPr lang="en-US" sz="1200" spc="265" dirty="0">
                <a:latin typeface="Times New Roman"/>
                <a:cs typeface="Times New Roman"/>
              </a:rPr>
              <a:t> </a:t>
            </a:r>
            <a:r>
              <a:rPr lang="en-US" sz="1200" dirty="0">
                <a:latin typeface="Times New Roman"/>
                <a:cs typeface="Times New Roman"/>
              </a:rPr>
              <a:t>are</a:t>
            </a:r>
            <a:r>
              <a:rPr lang="en-US" sz="1200" spc="260" dirty="0">
                <a:latin typeface="Times New Roman"/>
                <a:cs typeface="Times New Roman"/>
              </a:rPr>
              <a:t> </a:t>
            </a:r>
            <a:r>
              <a:rPr lang="en-US" sz="1200" dirty="0">
                <a:latin typeface="Times New Roman"/>
                <a:cs typeface="Times New Roman"/>
              </a:rPr>
              <a:t>accurately</a:t>
            </a:r>
            <a:r>
              <a:rPr lang="en-US" sz="1200" spc="245" dirty="0">
                <a:latin typeface="Times New Roman"/>
                <a:cs typeface="Times New Roman"/>
              </a:rPr>
              <a:t> </a:t>
            </a:r>
            <a:r>
              <a:rPr lang="en-US" sz="1200" dirty="0">
                <a:latin typeface="Times New Roman"/>
                <a:cs typeface="Times New Roman"/>
              </a:rPr>
              <a:t>translated</a:t>
            </a:r>
            <a:r>
              <a:rPr lang="en-US" sz="1200" spc="254" dirty="0">
                <a:latin typeface="Times New Roman"/>
                <a:cs typeface="Times New Roman"/>
              </a:rPr>
              <a:t> </a:t>
            </a:r>
            <a:r>
              <a:rPr lang="en-US" sz="1200" dirty="0">
                <a:latin typeface="Times New Roman"/>
                <a:cs typeface="Times New Roman"/>
              </a:rPr>
              <a:t>into</a:t>
            </a:r>
            <a:r>
              <a:rPr lang="en-US" sz="1200" spc="270" dirty="0">
                <a:latin typeface="Times New Roman"/>
                <a:cs typeface="Times New Roman"/>
              </a:rPr>
              <a:t> </a:t>
            </a:r>
            <a:r>
              <a:rPr lang="en-US" sz="1200" dirty="0">
                <a:latin typeface="Times New Roman"/>
                <a:cs typeface="Times New Roman"/>
              </a:rPr>
              <a:t>virtual</a:t>
            </a:r>
            <a:r>
              <a:rPr lang="en-US" sz="1200" spc="254" dirty="0">
                <a:latin typeface="Times New Roman"/>
                <a:cs typeface="Times New Roman"/>
              </a:rPr>
              <a:t> </a:t>
            </a:r>
            <a:r>
              <a:rPr lang="en-US" sz="1200" dirty="0">
                <a:latin typeface="Times New Roman"/>
                <a:cs typeface="Times New Roman"/>
              </a:rPr>
              <a:t>mouse</a:t>
            </a:r>
            <a:r>
              <a:rPr lang="en-US" sz="1200" spc="260" dirty="0">
                <a:latin typeface="Times New Roman"/>
                <a:cs typeface="Times New Roman"/>
              </a:rPr>
              <a:t> </a:t>
            </a:r>
            <a:r>
              <a:rPr lang="en-US" sz="1200" dirty="0">
                <a:latin typeface="Times New Roman"/>
                <a:cs typeface="Times New Roman"/>
              </a:rPr>
              <a:t>actions,</a:t>
            </a:r>
            <a:r>
              <a:rPr lang="en-US" sz="1200" spc="254" dirty="0">
                <a:latin typeface="Times New Roman"/>
                <a:cs typeface="Times New Roman"/>
              </a:rPr>
              <a:t> </a:t>
            </a:r>
            <a:r>
              <a:rPr lang="en-US" sz="1200" dirty="0">
                <a:latin typeface="Times New Roman"/>
                <a:cs typeface="Times New Roman"/>
              </a:rPr>
              <a:t>providing</a:t>
            </a:r>
            <a:r>
              <a:rPr lang="en-US" sz="1200" spc="245" dirty="0">
                <a:latin typeface="Times New Roman"/>
                <a:cs typeface="Times New Roman"/>
              </a:rPr>
              <a:t> </a:t>
            </a:r>
            <a:r>
              <a:rPr lang="en-US" sz="1200" dirty="0">
                <a:latin typeface="Times New Roman"/>
                <a:cs typeface="Times New Roman"/>
              </a:rPr>
              <a:t>an</a:t>
            </a:r>
            <a:r>
              <a:rPr lang="en-US" sz="1200" spc="254" dirty="0">
                <a:latin typeface="Times New Roman"/>
                <a:cs typeface="Times New Roman"/>
              </a:rPr>
              <a:t> </a:t>
            </a:r>
            <a:r>
              <a:rPr lang="en-US" sz="1200" dirty="0">
                <a:latin typeface="Times New Roman"/>
                <a:cs typeface="Times New Roman"/>
              </a:rPr>
              <a:t>intuitive</a:t>
            </a:r>
            <a:r>
              <a:rPr lang="en-US" sz="1200" spc="260" dirty="0">
                <a:latin typeface="Times New Roman"/>
                <a:cs typeface="Times New Roman"/>
              </a:rPr>
              <a:t> </a:t>
            </a:r>
            <a:r>
              <a:rPr lang="en-US" sz="1200" dirty="0">
                <a:latin typeface="Times New Roman"/>
                <a:cs typeface="Times New Roman"/>
              </a:rPr>
              <a:t>and</a:t>
            </a:r>
            <a:r>
              <a:rPr lang="en-US" sz="1200" spc="270" dirty="0">
                <a:latin typeface="Times New Roman"/>
                <a:cs typeface="Times New Roman"/>
              </a:rPr>
              <a:t> </a:t>
            </a:r>
            <a:r>
              <a:rPr lang="en-US" sz="1200" spc="-10" dirty="0">
                <a:latin typeface="Times New Roman"/>
                <a:cs typeface="Times New Roman"/>
              </a:rPr>
              <a:t>efficient </a:t>
            </a:r>
            <a:r>
              <a:rPr lang="en-US" sz="1200" dirty="0">
                <a:latin typeface="Times New Roman"/>
                <a:cs typeface="Times New Roman"/>
              </a:rPr>
              <a:t>user</a:t>
            </a:r>
            <a:r>
              <a:rPr lang="en-US" sz="1200" spc="45" dirty="0">
                <a:latin typeface="Times New Roman"/>
                <a:cs typeface="Times New Roman"/>
              </a:rPr>
              <a:t> </a:t>
            </a:r>
            <a:r>
              <a:rPr lang="en-US" sz="1200" spc="-10" dirty="0">
                <a:latin typeface="Times New Roman"/>
                <a:cs typeface="Times New Roman"/>
              </a:rPr>
              <a:t>interaction.</a:t>
            </a:r>
            <a:endParaRPr lang="en-US" sz="1200" dirty="0">
              <a:latin typeface="Times New Roman"/>
              <a:cs typeface="Times New Roman"/>
            </a:endParaRPr>
          </a:p>
          <a:p>
            <a:pPr marL="12700" marR="6985" indent="456565" algn="just">
              <a:lnSpc>
                <a:spcPct val="150000"/>
              </a:lnSpc>
              <a:spcBef>
                <a:spcPts val="1145"/>
              </a:spcBef>
            </a:pPr>
            <a:endParaRPr sz="1200" dirty="0">
              <a:latin typeface="Times New Roman"/>
              <a:cs typeface="Times New Roman"/>
            </a:endParaRPr>
          </a:p>
          <a:p>
            <a:pPr marL="62865">
              <a:lnSpc>
                <a:spcPct val="150000"/>
              </a:lnSpc>
              <a:spcBef>
                <a:spcPts val="5"/>
              </a:spcBef>
            </a:pPr>
            <a:r>
              <a:rPr sz="1600" b="1" dirty="0">
                <a:latin typeface="Times New Roman"/>
                <a:cs typeface="Times New Roman"/>
              </a:rPr>
              <a:t>5.1</a:t>
            </a:r>
            <a:r>
              <a:rPr sz="1600" b="1" spc="-45" dirty="0">
                <a:latin typeface="Times New Roman"/>
                <a:cs typeface="Times New Roman"/>
              </a:rPr>
              <a:t> </a:t>
            </a:r>
            <a:r>
              <a:rPr sz="1600" b="1" dirty="0">
                <a:latin typeface="Times New Roman"/>
                <a:cs typeface="Times New Roman"/>
              </a:rPr>
              <a:t>Input</a:t>
            </a:r>
            <a:r>
              <a:rPr sz="1600" b="1" spc="-40" dirty="0">
                <a:latin typeface="Times New Roman"/>
                <a:cs typeface="Times New Roman"/>
              </a:rPr>
              <a:t> </a:t>
            </a:r>
            <a:r>
              <a:rPr sz="1600" b="1" spc="-10" dirty="0">
                <a:latin typeface="Times New Roman"/>
                <a:cs typeface="Times New Roman"/>
              </a:rPr>
              <a:t>Design</a:t>
            </a:r>
            <a:endParaRPr sz="1600" dirty="0">
              <a:latin typeface="Times New Roman"/>
              <a:cs typeface="Times New Roman"/>
            </a:endParaRPr>
          </a:p>
          <a:p>
            <a:pPr marL="24765" marR="10795" indent="435609" algn="just">
              <a:lnSpc>
                <a:spcPct val="150000"/>
              </a:lnSpc>
              <a:spcBef>
                <a:spcPts val="710"/>
              </a:spcBef>
            </a:pPr>
            <a:r>
              <a:rPr lang="en-US" sz="1200" dirty="0">
                <a:latin typeface="Times New Roman"/>
                <a:cs typeface="Times New Roman"/>
              </a:rPr>
              <a:t>The</a:t>
            </a:r>
            <a:r>
              <a:rPr lang="en-US" sz="1200" spc="120" dirty="0">
                <a:latin typeface="Times New Roman"/>
                <a:cs typeface="Times New Roman"/>
              </a:rPr>
              <a:t> </a:t>
            </a:r>
            <a:r>
              <a:rPr lang="en-US" sz="1200" dirty="0">
                <a:latin typeface="Times New Roman"/>
                <a:cs typeface="Times New Roman"/>
              </a:rPr>
              <a:t>system</a:t>
            </a:r>
            <a:r>
              <a:rPr lang="en-US" sz="1200" spc="130" dirty="0">
                <a:latin typeface="Times New Roman"/>
                <a:cs typeface="Times New Roman"/>
              </a:rPr>
              <a:t> </a:t>
            </a:r>
            <a:r>
              <a:rPr lang="en-US" sz="1200" dirty="0">
                <a:latin typeface="Times New Roman"/>
                <a:cs typeface="Times New Roman"/>
              </a:rPr>
              <a:t>uses</a:t>
            </a:r>
            <a:r>
              <a:rPr lang="en-US" sz="1200" spc="130" dirty="0">
                <a:latin typeface="Times New Roman"/>
                <a:cs typeface="Times New Roman"/>
              </a:rPr>
              <a:t> </a:t>
            </a:r>
            <a:r>
              <a:rPr lang="en-US" sz="1200" dirty="0">
                <a:latin typeface="Times New Roman"/>
                <a:cs typeface="Times New Roman"/>
              </a:rPr>
              <a:t>a</a:t>
            </a:r>
            <a:r>
              <a:rPr lang="en-US" sz="1200" spc="125" dirty="0">
                <a:latin typeface="Times New Roman"/>
                <a:cs typeface="Times New Roman"/>
              </a:rPr>
              <a:t> </a:t>
            </a:r>
            <a:r>
              <a:rPr lang="en-US" sz="1200" dirty="0">
                <a:latin typeface="Times New Roman"/>
                <a:cs typeface="Times New Roman"/>
              </a:rPr>
              <a:t>webcam</a:t>
            </a:r>
            <a:r>
              <a:rPr lang="en-US" sz="1200" spc="114" dirty="0">
                <a:latin typeface="Times New Roman"/>
                <a:cs typeface="Times New Roman"/>
              </a:rPr>
              <a:t> </a:t>
            </a:r>
            <a:r>
              <a:rPr lang="en-US" sz="1200" dirty="0">
                <a:latin typeface="Times New Roman"/>
                <a:cs typeface="Times New Roman"/>
              </a:rPr>
              <a:t>to</a:t>
            </a:r>
            <a:r>
              <a:rPr lang="en-US" sz="1200" spc="130" dirty="0">
                <a:latin typeface="Times New Roman"/>
                <a:cs typeface="Times New Roman"/>
              </a:rPr>
              <a:t> </a:t>
            </a:r>
            <a:r>
              <a:rPr lang="en-US" sz="1200" dirty="0">
                <a:latin typeface="Times New Roman"/>
                <a:cs typeface="Times New Roman"/>
              </a:rPr>
              <a:t>capture</a:t>
            </a:r>
            <a:r>
              <a:rPr lang="en-US" sz="1200" spc="135" dirty="0">
                <a:latin typeface="Times New Roman"/>
                <a:cs typeface="Times New Roman"/>
              </a:rPr>
              <a:t> </a:t>
            </a:r>
            <a:r>
              <a:rPr lang="en-US" sz="1200" dirty="0">
                <a:latin typeface="Times New Roman"/>
                <a:cs typeface="Times New Roman"/>
              </a:rPr>
              <a:t>the</a:t>
            </a:r>
            <a:r>
              <a:rPr lang="en-US" sz="1200" spc="135" dirty="0">
                <a:latin typeface="Times New Roman"/>
                <a:cs typeface="Times New Roman"/>
              </a:rPr>
              <a:t> </a:t>
            </a:r>
            <a:r>
              <a:rPr lang="en-US" sz="1200" dirty="0">
                <a:latin typeface="Times New Roman"/>
                <a:cs typeface="Times New Roman"/>
              </a:rPr>
              <a:t>user’s</a:t>
            </a:r>
            <a:r>
              <a:rPr lang="en-US" sz="1200" spc="120" dirty="0">
                <a:latin typeface="Times New Roman"/>
                <a:cs typeface="Times New Roman"/>
              </a:rPr>
              <a:t> </a:t>
            </a:r>
            <a:r>
              <a:rPr lang="en-US" sz="1200" dirty="0">
                <a:latin typeface="Times New Roman"/>
                <a:cs typeface="Times New Roman"/>
              </a:rPr>
              <a:t>hand</a:t>
            </a:r>
            <a:r>
              <a:rPr lang="en-US" sz="1200" spc="130" dirty="0">
                <a:latin typeface="Times New Roman"/>
                <a:cs typeface="Times New Roman"/>
              </a:rPr>
              <a:t> </a:t>
            </a:r>
            <a:r>
              <a:rPr lang="en-US" sz="1200" dirty="0">
                <a:latin typeface="Times New Roman"/>
                <a:cs typeface="Times New Roman"/>
              </a:rPr>
              <a:t>and</a:t>
            </a:r>
            <a:r>
              <a:rPr lang="en-US" sz="1200" spc="110" dirty="0">
                <a:latin typeface="Times New Roman"/>
                <a:cs typeface="Times New Roman"/>
              </a:rPr>
              <a:t> </a:t>
            </a:r>
            <a:r>
              <a:rPr lang="en-US" sz="1200" dirty="0">
                <a:latin typeface="Times New Roman"/>
                <a:cs typeface="Times New Roman"/>
              </a:rPr>
              <a:t>OpenCV</a:t>
            </a:r>
            <a:r>
              <a:rPr lang="en-US" sz="1200" spc="114" dirty="0">
                <a:latin typeface="Times New Roman"/>
                <a:cs typeface="Times New Roman"/>
              </a:rPr>
              <a:t> </a:t>
            </a:r>
            <a:r>
              <a:rPr lang="en-US" sz="1200" dirty="0">
                <a:latin typeface="Times New Roman"/>
                <a:cs typeface="Times New Roman"/>
              </a:rPr>
              <a:t>to</a:t>
            </a:r>
            <a:r>
              <a:rPr lang="en-US" sz="1200" spc="130" dirty="0">
                <a:latin typeface="Times New Roman"/>
                <a:cs typeface="Times New Roman"/>
              </a:rPr>
              <a:t> </a:t>
            </a:r>
            <a:r>
              <a:rPr lang="en-US" sz="1200" dirty="0">
                <a:latin typeface="Times New Roman"/>
                <a:cs typeface="Times New Roman"/>
              </a:rPr>
              <a:t>analyze</a:t>
            </a:r>
            <a:r>
              <a:rPr lang="en-US" sz="1200" spc="120" dirty="0">
                <a:latin typeface="Times New Roman"/>
                <a:cs typeface="Times New Roman"/>
              </a:rPr>
              <a:t> </a:t>
            </a:r>
            <a:r>
              <a:rPr lang="en-US" sz="1200" dirty="0">
                <a:latin typeface="Times New Roman"/>
                <a:cs typeface="Times New Roman"/>
              </a:rPr>
              <a:t>hand</a:t>
            </a:r>
            <a:r>
              <a:rPr lang="en-US" sz="1200" spc="114" dirty="0">
                <a:latin typeface="Times New Roman"/>
                <a:cs typeface="Times New Roman"/>
              </a:rPr>
              <a:t> </a:t>
            </a:r>
            <a:r>
              <a:rPr lang="en-US" sz="1200" spc="-10" dirty="0">
                <a:latin typeface="Times New Roman"/>
                <a:cs typeface="Times New Roman"/>
              </a:rPr>
              <a:t>shape, </a:t>
            </a:r>
            <a:r>
              <a:rPr lang="en-US" sz="1200" dirty="0">
                <a:latin typeface="Times New Roman"/>
                <a:cs typeface="Times New Roman"/>
              </a:rPr>
              <a:t>orientation,</a:t>
            </a:r>
            <a:r>
              <a:rPr lang="en-US" sz="1200" spc="85" dirty="0">
                <a:latin typeface="Times New Roman"/>
                <a:cs typeface="Times New Roman"/>
              </a:rPr>
              <a:t> </a:t>
            </a:r>
            <a:r>
              <a:rPr lang="en-US" sz="1200" dirty="0">
                <a:latin typeface="Times New Roman"/>
                <a:cs typeface="Times New Roman"/>
              </a:rPr>
              <a:t>and</a:t>
            </a:r>
            <a:r>
              <a:rPr lang="en-US" sz="1200" spc="80" dirty="0">
                <a:latin typeface="Times New Roman"/>
                <a:cs typeface="Times New Roman"/>
              </a:rPr>
              <a:t> </a:t>
            </a:r>
            <a:r>
              <a:rPr lang="en-US" sz="1200" dirty="0">
                <a:latin typeface="Times New Roman"/>
                <a:cs typeface="Times New Roman"/>
              </a:rPr>
              <a:t>movement</a:t>
            </a:r>
            <a:r>
              <a:rPr lang="en-US" sz="1200" spc="95" dirty="0">
                <a:latin typeface="Times New Roman"/>
                <a:cs typeface="Times New Roman"/>
              </a:rPr>
              <a:t> </a:t>
            </a:r>
            <a:r>
              <a:rPr lang="en-US" sz="1200" dirty="0">
                <a:latin typeface="Times New Roman"/>
                <a:cs typeface="Times New Roman"/>
              </a:rPr>
              <a:t>for</a:t>
            </a:r>
            <a:r>
              <a:rPr lang="en-US" sz="1200" spc="70" dirty="0">
                <a:latin typeface="Times New Roman"/>
                <a:cs typeface="Times New Roman"/>
              </a:rPr>
              <a:t> </a:t>
            </a:r>
            <a:r>
              <a:rPr lang="en-US" sz="1200" dirty="0">
                <a:latin typeface="Times New Roman"/>
                <a:cs typeface="Times New Roman"/>
              </a:rPr>
              <a:t>gesture</a:t>
            </a:r>
            <a:r>
              <a:rPr lang="en-US" sz="1200" spc="90" dirty="0">
                <a:latin typeface="Times New Roman"/>
                <a:cs typeface="Times New Roman"/>
              </a:rPr>
              <a:t> </a:t>
            </a:r>
            <a:r>
              <a:rPr lang="en-US" sz="1200" dirty="0">
                <a:latin typeface="Times New Roman"/>
                <a:cs typeface="Times New Roman"/>
              </a:rPr>
              <a:t>recognition.</a:t>
            </a:r>
            <a:r>
              <a:rPr lang="en-US" sz="1200" spc="85" dirty="0">
                <a:latin typeface="Times New Roman"/>
                <a:cs typeface="Times New Roman"/>
              </a:rPr>
              <a:t> </a:t>
            </a:r>
            <a:r>
              <a:rPr lang="en-US" sz="1200" dirty="0">
                <a:latin typeface="Times New Roman"/>
                <a:cs typeface="Times New Roman"/>
              </a:rPr>
              <a:t>Users</a:t>
            </a:r>
            <a:r>
              <a:rPr lang="en-US" sz="1200" spc="80" dirty="0">
                <a:latin typeface="Times New Roman"/>
                <a:cs typeface="Times New Roman"/>
              </a:rPr>
              <a:t> </a:t>
            </a:r>
            <a:r>
              <a:rPr lang="en-US" sz="1200" dirty="0">
                <a:latin typeface="Times New Roman"/>
                <a:cs typeface="Times New Roman"/>
              </a:rPr>
              <a:t>can</a:t>
            </a:r>
            <a:r>
              <a:rPr lang="en-US" sz="1200" spc="90" dirty="0">
                <a:latin typeface="Times New Roman"/>
                <a:cs typeface="Times New Roman"/>
              </a:rPr>
              <a:t> </a:t>
            </a:r>
            <a:r>
              <a:rPr lang="en-US" sz="1200" dirty="0">
                <a:latin typeface="Times New Roman"/>
                <a:cs typeface="Times New Roman"/>
              </a:rPr>
              <a:t>perform</a:t>
            </a:r>
            <a:r>
              <a:rPr lang="en-US" sz="1200" spc="80" dirty="0">
                <a:latin typeface="Times New Roman"/>
                <a:cs typeface="Times New Roman"/>
              </a:rPr>
              <a:t> </a:t>
            </a:r>
            <a:r>
              <a:rPr lang="en-US" sz="1200" dirty="0">
                <a:latin typeface="Times New Roman"/>
                <a:cs typeface="Times New Roman"/>
              </a:rPr>
              <a:t>gestures</a:t>
            </a:r>
            <a:r>
              <a:rPr lang="en-US" sz="1200" spc="95" dirty="0">
                <a:latin typeface="Times New Roman"/>
                <a:cs typeface="Times New Roman"/>
              </a:rPr>
              <a:t> </a:t>
            </a:r>
            <a:r>
              <a:rPr lang="en-US" sz="1200" dirty="0">
                <a:latin typeface="Times New Roman"/>
                <a:cs typeface="Times New Roman"/>
              </a:rPr>
              <a:t>to</a:t>
            </a:r>
            <a:r>
              <a:rPr lang="en-US" sz="1200" spc="90" dirty="0">
                <a:latin typeface="Times New Roman"/>
                <a:cs typeface="Times New Roman"/>
              </a:rPr>
              <a:t> </a:t>
            </a:r>
            <a:r>
              <a:rPr lang="en-US" sz="1200" dirty="0">
                <a:latin typeface="Times New Roman"/>
                <a:cs typeface="Times New Roman"/>
              </a:rPr>
              <a:t>control</a:t>
            </a:r>
            <a:r>
              <a:rPr lang="en-US" sz="1200" spc="85" dirty="0">
                <a:latin typeface="Times New Roman"/>
                <a:cs typeface="Times New Roman"/>
              </a:rPr>
              <a:t> </a:t>
            </a:r>
            <a:r>
              <a:rPr lang="en-US" sz="1200" dirty="0">
                <a:latin typeface="Times New Roman"/>
                <a:cs typeface="Times New Roman"/>
              </a:rPr>
              <a:t>the</a:t>
            </a:r>
            <a:r>
              <a:rPr lang="en-US" sz="1200" spc="85" dirty="0">
                <a:latin typeface="Times New Roman"/>
                <a:cs typeface="Times New Roman"/>
              </a:rPr>
              <a:t> </a:t>
            </a:r>
            <a:r>
              <a:rPr lang="en-US" sz="1200" spc="-10" dirty="0">
                <a:latin typeface="Times New Roman"/>
                <a:cs typeface="Times New Roman"/>
              </a:rPr>
              <a:t>virtual </a:t>
            </a:r>
            <a:r>
              <a:rPr lang="en-US" sz="1200" dirty="0">
                <a:latin typeface="Times New Roman"/>
                <a:cs typeface="Times New Roman"/>
              </a:rPr>
              <a:t>mouse,</a:t>
            </a:r>
            <a:r>
              <a:rPr lang="en-US" sz="1200" spc="245" dirty="0">
                <a:latin typeface="Times New Roman"/>
                <a:cs typeface="Times New Roman"/>
              </a:rPr>
              <a:t> </a:t>
            </a:r>
            <a:r>
              <a:rPr lang="en-US" sz="1200" dirty="0">
                <a:latin typeface="Times New Roman"/>
                <a:cs typeface="Times New Roman"/>
              </a:rPr>
              <a:t>such</a:t>
            </a:r>
            <a:r>
              <a:rPr lang="en-US" sz="1200" spc="229" dirty="0">
                <a:latin typeface="Times New Roman"/>
                <a:cs typeface="Times New Roman"/>
              </a:rPr>
              <a:t> </a:t>
            </a:r>
            <a:r>
              <a:rPr lang="en-US" sz="1200" dirty="0">
                <a:latin typeface="Times New Roman"/>
                <a:cs typeface="Times New Roman"/>
              </a:rPr>
              <a:t>as</a:t>
            </a:r>
            <a:r>
              <a:rPr lang="en-US" sz="1200" spc="235" dirty="0">
                <a:latin typeface="Times New Roman"/>
                <a:cs typeface="Times New Roman"/>
              </a:rPr>
              <a:t> </a:t>
            </a:r>
            <a:r>
              <a:rPr lang="en-US" sz="1200" dirty="0">
                <a:latin typeface="Times New Roman"/>
                <a:cs typeface="Times New Roman"/>
              </a:rPr>
              <a:t>moving</a:t>
            </a:r>
            <a:r>
              <a:rPr lang="en-US" sz="1200" spc="235" dirty="0">
                <a:latin typeface="Times New Roman"/>
                <a:cs typeface="Times New Roman"/>
              </a:rPr>
              <a:t> </a:t>
            </a:r>
            <a:r>
              <a:rPr lang="en-US" sz="1200" dirty="0">
                <a:latin typeface="Times New Roman"/>
                <a:cs typeface="Times New Roman"/>
              </a:rPr>
              <a:t>the</a:t>
            </a:r>
            <a:r>
              <a:rPr lang="en-US" sz="1200" spc="250" dirty="0">
                <a:latin typeface="Times New Roman"/>
                <a:cs typeface="Times New Roman"/>
              </a:rPr>
              <a:t> </a:t>
            </a:r>
            <a:r>
              <a:rPr lang="en-US" sz="1200" dirty="0">
                <a:latin typeface="Times New Roman"/>
                <a:cs typeface="Times New Roman"/>
              </a:rPr>
              <a:t>cursor,</a:t>
            </a:r>
            <a:r>
              <a:rPr lang="en-US" sz="1200" spc="245" dirty="0">
                <a:latin typeface="Times New Roman"/>
                <a:cs typeface="Times New Roman"/>
              </a:rPr>
              <a:t> </a:t>
            </a:r>
            <a:r>
              <a:rPr lang="en-US" sz="1200" dirty="0">
                <a:latin typeface="Times New Roman"/>
                <a:cs typeface="Times New Roman"/>
              </a:rPr>
              <a:t>performing</a:t>
            </a:r>
            <a:r>
              <a:rPr lang="en-US" sz="1200" spc="245" dirty="0">
                <a:latin typeface="Times New Roman"/>
                <a:cs typeface="Times New Roman"/>
              </a:rPr>
              <a:t> </a:t>
            </a:r>
            <a:r>
              <a:rPr lang="en-US" sz="1200" dirty="0">
                <a:latin typeface="Times New Roman"/>
                <a:cs typeface="Times New Roman"/>
              </a:rPr>
              <a:t>left/right</a:t>
            </a:r>
            <a:r>
              <a:rPr lang="en-US" sz="1200" spc="245" dirty="0">
                <a:latin typeface="Times New Roman"/>
                <a:cs typeface="Times New Roman"/>
              </a:rPr>
              <a:t> </a:t>
            </a:r>
            <a:r>
              <a:rPr lang="en-US" sz="1200" dirty="0">
                <a:latin typeface="Times New Roman"/>
                <a:cs typeface="Times New Roman"/>
              </a:rPr>
              <a:t>clicks,</a:t>
            </a:r>
            <a:r>
              <a:rPr lang="en-US" sz="1200" spc="260" dirty="0">
                <a:latin typeface="Times New Roman"/>
                <a:cs typeface="Times New Roman"/>
              </a:rPr>
              <a:t> </a:t>
            </a:r>
            <a:r>
              <a:rPr lang="en-US" sz="1200" dirty="0">
                <a:latin typeface="Times New Roman"/>
                <a:cs typeface="Times New Roman"/>
              </a:rPr>
              <a:t>or</a:t>
            </a:r>
            <a:r>
              <a:rPr lang="en-US" sz="1200" spc="240" dirty="0">
                <a:latin typeface="Times New Roman"/>
                <a:cs typeface="Times New Roman"/>
              </a:rPr>
              <a:t> </a:t>
            </a:r>
            <a:r>
              <a:rPr lang="en-US" sz="1200" dirty="0">
                <a:latin typeface="Times New Roman"/>
                <a:cs typeface="Times New Roman"/>
              </a:rPr>
              <a:t>scrolling.</a:t>
            </a:r>
            <a:r>
              <a:rPr lang="en-US" sz="1200" spc="285" dirty="0">
                <a:latin typeface="Times New Roman"/>
                <a:cs typeface="Times New Roman"/>
              </a:rPr>
              <a:t> </a:t>
            </a:r>
            <a:r>
              <a:rPr lang="en-US" sz="1200" dirty="0">
                <a:latin typeface="Times New Roman"/>
                <a:cs typeface="Times New Roman"/>
              </a:rPr>
              <a:t>Hands</a:t>
            </a:r>
            <a:r>
              <a:rPr lang="en-US" sz="1200" spc="235" dirty="0">
                <a:latin typeface="Times New Roman"/>
                <a:cs typeface="Times New Roman"/>
              </a:rPr>
              <a:t> </a:t>
            </a:r>
            <a:r>
              <a:rPr lang="en-US" sz="1200" dirty="0">
                <a:latin typeface="Times New Roman"/>
                <a:cs typeface="Times New Roman"/>
              </a:rPr>
              <a:t>are</a:t>
            </a:r>
            <a:r>
              <a:rPr lang="en-US" sz="1200" spc="250" dirty="0">
                <a:latin typeface="Times New Roman"/>
                <a:cs typeface="Times New Roman"/>
              </a:rPr>
              <a:t> </a:t>
            </a:r>
            <a:r>
              <a:rPr lang="en-US" sz="1200" spc="-10" dirty="0">
                <a:latin typeface="Times New Roman"/>
                <a:cs typeface="Times New Roman"/>
              </a:rPr>
              <a:t>detected </a:t>
            </a:r>
            <a:r>
              <a:rPr lang="en-US" sz="1200" dirty="0">
                <a:latin typeface="Times New Roman"/>
                <a:cs typeface="Times New Roman"/>
              </a:rPr>
              <a:t>using</a:t>
            </a:r>
            <a:r>
              <a:rPr lang="en-US" sz="1200" spc="210" dirty="0">
                <a:latin typeface="Times New Roman"/>
                <a:cs typeface="Times New Roman"/>
              </a:rPr>
              <a:t> </a:t>
            </a:r>
            <a:r>
              <a:rPr lang="en-US" sz="1200" dirty="0">
                <a:latin typeface="Times New Roman"/>
                <a:cs typeface="Times New Roman"/>
              </a:rPr>
              <a:t>a</a:t>
            </a:r>
            <a:r>
              <a:rPr lang="en-US" sz="1200" spc="229" dirty="0">
                <a:latin typeface="Times New Roman"/>
                <a:cs typeface="Times New Roman"/>
              </a:rPr>
              <a:t> </a:t>
            </a:r>
            <a:r>
              <a:rPr lang="en-US" sz="1200" dirty="0">
                <a:latin typeface="Times New Roman"/>
                <a:cs typeface="Times New Roman"/>
              </a:rPr>
              <a:t>pre-trained</a:t>
            </a:r>
            <a:r>
              <a:rPr lang="en-US" sz="1200" spc="225" dirty="0">
                <a:latin typeface="Times New Roman"/>
                <a:cs typeface="Times New Roman"/>
              </a:rPr>
              <a:t> </a:t>
            </a:r>
            <a:r>
              <a:rPr lang="en-US" sz="1200" dirty="0">
                <a:latin typeface="Times New Roman"/>
                <a:cs typeface="Times New Roman"/>
              </a:rPr>
              <a:t>model,</a:t>
            </a:r>
            <a:r>
              <a:rPr lang="en-US" sz="1200" spc="240" dirty="0">
                <a:latin typeface="Times New Roman"/>
                <a:cs typeface="Times New Roman"/>
              </a:rPr>
              <a:t> </a:t>
            </a:r>
            <a:r>
              <a:rPr lang="en-US" sz="1200" dirty="0">
                <a:latin typeface="Times New Roman"/>
                <a:cs typeface="Times New Roman"/>
              </a:rPr>
              <a:t>and</a:t>
            </a:r>
            <a:r>
              <a:rPr lang="en-US" sz="1200" spc="210" dirty="0">
                <a:latin typeface="Times New Roman"/>
                <a:cs typeface="Times New Roman"/>
              </a:rPr>
              <a:t> </a:t>
            </a:r>
            <a:r>
              <a:rPr lang="en-US" sz="1200" dirty="0">
                <a:latin typeface="Times New Roman"/>
                <a:cs typeface="Times New Roman"/>
              </a:rPr>
              <a:t>the</a:t>
            </a:r>
            <a:r>
              <a:rPr lang="en-US" sz="1200" spc="220" dirty="0">
                <a:latin typeface="Times New Roman"/>
                <a:cs typeface="Times New Roman"/>
              </a:rPr>
              <a:t> </a:t>
            </a:r>
            <a:r>
              <a:rPr lang="en-US" sz="1200" dirty="0">
                <a:latin typeface="Times New Roman"/>
                <a:cs typeface="Times New Roman"/>
              </a:rPr>
              <a:t>hand</a:t>
            </a:r>
            <a:r>
              <a:rPr lang="en-US" sz="1200" spc="210" dirty="0">
                <a:latin typeface="Times New Roman"/>
                <a:cs typeface="Times New Roman"/>
              </a:rPr>
              <a:t> </a:t>
            </a:r>
            <a:r>
              <a:rPr lang="en-US" sz="1200" dirty="0">
                <a:latin typeface="Times New Roman"/>
                <a:cs typeface="Times New Roman"/>
              </a:rPr>
              <a:t>shape</a:t>
            </a:r>
            <a:r>
              <a:rPr lang="en-US" sz="1200" spc="225" dirty="0">
                <a:latin typeface="Times New Roman"/>
                <a:cs typeface="Times New Roman"/>
              </a:rPr>
              <a:t> </a:t>
            </a:r>
            <a:r>
              <a:rPr lang="en-US" sz="1200" dirty="0">
                <a:latin typeface="Times New Roman"/>
                <a:cs typeface="Times New Roman"/>
              </a:rPr>
              <a:t>is</a:t>
            </a:r>
            <a:r>
              <a:rPr lang="en-US" sz="1200" spc="215" dirty="0">
                <a:latin typeface="Times New Roman"/>
                <a:cs typeface="Times New Roman"/>
              </a:rPr>
              <a:t> </a:t>
            </a:r>
            <a:r>
              <a:rPr lang="en-US" sz="1200" dirty="0">
                <a:latin typeface="Times New Roman"/>
                <a:cs typeface="Times New Roman"/>
              </a:rPr>
              <a:t>analyzed</a:t>
            </a:r>
            <a:r>
              <a:rPr lang="en-US" sz="1200" spc="225" dirty="0">
                <a:latin typeface="Times New Roman"/>
                <a:cs typeface="Times New Roman"/>
              </a:rPr>
              <a:t> </a:t>
            </a:r>
            <a:r>
              <a:rPr lang="en-US" sz="1200" dirty="0">
                <a:latin typeface="Times New Roman"/>
                <a:cs typeface="Times New Roman"/>
              </a:rPr>
              <a:t>with</a:t>
            </a:r>
            <a:r>
              <a:rPr lang="en-US" sz="1200" spc="225" dirty="0">
                <a:latin typeface="Times New Roman"/>
                <a:cs typeface="Times New Roman"/>
              </a:rPr>
              <a:t> </a:t>
            </a:r>
            <a:r>
              <a:rPr lang="en-US" sz="1200" dirty="0">
                <a:latin typeface="Times New Roman"/>
                <a:cs typeface="Times New Roman"/>
              </a:rPr>
              <a:t>convex</a:t>
            </a:r>
            <a:r>
              <a:rPr lang="en-US" sz="1200" spc="229" dirty="0">
                <a:latin typeface="Times New Roman"/>
                <a:cs typeface="Times New Roman"/>
              </a:rPr>
              <a:t> </a:t>
            </a:r>
            <a:r>
              <a:rPr lang="en-US" sz="1200" dirty="0">
                <a:latin typeface="Times New Roman"/>
                <a:cs typeface="Times New Roman"/>
              </a:rPr>
              <a:t>hull</a:t>
            </a:r>
            <a:r>
              <a:rPr lang="en-US" sz="1200" spc="225" dirty="0">
                <a:latin typeface="Times New Roman"/>
                <a:cs typeface="Times New Roman"/>
              </a:rPr>
              <a:t> </a:t>
            </a:r>
            <a:r>
              <a:rPr lang="en-US" sz="1200" dirty="0">
                <a:latin typeface="Times New Roman"/>
                <a:cs typeface="Times New Roman"/>
              </a:rPr>
              <a:t>analysis</a:t>
            </a:r>
            <a:r>
              <a:rPr lang="en-US" sz="1200" spc="240" dirty="0">
                <a:latin typeface="Times New Roman"/>
                <a:cs typeface="Times New Roman"/>
              </a:rPr>
              <a:t> </a:t>
            </a:r>
            <a:r>
              <a:rPr lang="en-US" sz="1200" dirty="0">
                <a:latin typeface="Times New Roman"/>
                <a:cs typeface="Times New Roman"/>
              </a:rPr>
              <a:t>to</a:t>
            </a:r>
            <a:r>
              <a:rPr lang="en-US" sz="1200" spc="225" dirty="0">
                <a:latin typeface="Times New Roman"/>
                <a:cs typeface="Times New Roman"/>
              </a:rPr>
              <a:t> </a:t>
            </a:r>
            <a:r>
              <a:rPr lang="en-US" sz="1200" spc="-10" dirty="0">
                <a:latin typeface="Times New Roman"/>
                <a:cs typeface="Times New Roman"/>
              </a:rPr>
              <a:t>identify </a:t>
            </a:r>
            <a:r>
              <a:rPr lang="en-US" sz="1200" dirty="0">
                <a:latin typeface="Times New Roman"/>
                <a:cs typeface="Times New Roman"/>
              </a:rPr>
              <a:t>finger</a:t>
            </a:r>
            <a:r>
              <a:rPr lang="en-US" sz="1200" spc="265" dirty="0">
                <a:latin typeface="Times New Roman"/>
                <a:cs typeface="Times New Roman"/>
              </a:rPr>
              <a:t> </a:t>
            </a:r>
            <a:r>
              <a:rPr lang="en-US" sz="1200" dirty="0">
                <a:latin typeface="Times New Roman"/>
                <a:cs typeface="Times New Roman"/>
              </a:rPr>
              <a:t>positions.</a:t>
            </a:r>
            <a:r>
              <a:rPr lang="en-US" sz="1200" spc="265" dirty="0">
                <a:latin typeface="Times New Roman"/>
                <a:cs typeface="Times New Roman"/>
              </a:rPr>
              <a:t> </a:t>
            </a:r>
            <a:r>
              <a:rPr lang="en-US" sz="1200" dirty="0">
                <a:latin typeface="Times New Roman"/>
                <a:cs typeface="Times New Roman"/>
              </a:rPr>
              <a:t>Hand</a:t>
            </a:r>
            <a:r>
              <a:rPr lang="en-US" sz="1200" spc="254" dirty="0">
                <a:latin typeface="Times New Roman"/>
                <a:cs typeface="Times New Roman"/>
              </a:rPr>
              <a:t> </a:t>
            </a:r>
            <a:r>
              <a:rPr lang="en-US" sz="1200" dirty="0">
                <a:latin typeface="Times New Roman"/>
                <a:cs typeface="Times New Roman"/>
              </a:rPr>
              <a:t>orientation</a:t>
            </a:r>
            <a:r>
              <a:rPr lang="en-US" sz="1200" spc="254" dirty="0">
                <a:latin typeface="Times New Roman"/>
                <a:cs typeface="Times New Roman"/>
              </a:rPr>
              <a:t> </a:t>
            </a:r>
            <a:r>
              <a:rPr lang="en-US" sz="1200" dirty="0">
                <a:latin typeface="Times New Roman"/>
                <a:cs typeface="Times New Roman"/>
              </a:rPr>
              <a:t>is</a:t>
            </a:r>
            <a:r>
              <a:rPr lang="en-US" sz="1200" spc="265" dirty="0">
                <a:latin typeface="Times New Roman"/>
                <a:cs typeface="Times New Roman"/>
              </a:rPr>
              <a:t> </a:t>
            </a:r>
            <a:r>
              <a:rPr lang="en-US" sz="1200" dirty="0">
                <a:latin typeface="Times New Roman"/>
                <a:cs typeface="Times New Roman"/>
              </a:rPr>
              <a:t>determined</a:t>
            </a:r>
            <a:r>
              <a:rPr lang="en-US" sz="1200" spc="254" dirty="0">
                <a:latin typeface="Times New Roman"/>
                <a:cs typeface="Times New Roman"/>
              </a:rPr>
              <a:t> </a:t>
            </a:r>
            <a:r>
              <a:rPr lang="en-US" sz="1200" dirty="0">
                <a:latin typeface="Times New Roman"/>
                <a:cs typeface="Times New Roman"/>
              </a:rPr>
              <a:t>using</a:t>
            </a:r>
            <a:r>
              <a:rPr lang="en-US" sz="1200" spc="254" dirty="0">
                <a:latin typeface="Times New Roman"/>
                <a:cs typeface="Times New Roman"/>
              </a:rPr>
              <a:t> </a:t>
            </a:r>
            <a:r>
              <a:rPr lang="en-US" sz="1200" dirty="0">
                <a:latin typeface="Times New Roman"/>
                <a:cs typeface="Times New Roman"/>
              </a:rPr>
              <a:t>Hough</a:t>
            </a:r>
            <a:r>
              <a:rPr lang="en-US" sz="1200" spc="265" dirty="0">
                <a:latin typeface="Times New Roman"/>
                <a:cs typeface="Times New Roman"/>
              </a:rPr>
              <a:t> </a:t>
            </a:r>
            <a:r>
              <a:rPr lang="en-US" sz="1200" dirty="0">
                <a:latin typeface="Times New Roman"/>
                <a:cs typeface="Times New Roman"/>
              </a:rPr>
              <a:t>transform,</a:t>
            </a:r>
            <a:r>
              <a:rPr lang="en-US" sz="1200" spc="265" dirty="0">
                <a:latin typeface="Times New Roman"/>
                <a:cs typeface="Times New Roman"/>
              </a:rPr>
              <a:t> </a:t>
            </a:r>
            <a:r>
              <a:rPr lang="en-US" sz="1200" dirty="0">
                <a:latin typeface="Times New Roman"/>
                <a:cs typeface="Times New Roman"/>
              </a:rPr>
              <a:t>and</a:t>
            </a:r>
            <a:r>
              <a:rPr lang="en-US" sz="1200" spc="254" dirty="0">
                <a:latin typeface="Times New Roman"/>
                <a:cs typeface="Times New Roman"/>
              </a:rPr>
              <a:t> </a:t>
            </a:r>
            <a:r>
              <a:rPr lang="en-US" sz="1200" dirty="0">
                <a:latin typeface="Times New Roman"/>
                <a:cs typeface="Times New Roman"/>
              </a:rPr>
              <a:t>hand</a:t>
            </a:r>
            <a:r>
              <a:rPr lang="en-US" sz="1200" spc="254" dirty="0">
                <a:latin typeface="Times New Roman"/>
                <a:cs typeface="Times New Roman"/>
              </a:rPr>
              <a:t> </a:t>
            </a:r>
            <a:r>
              <a:rPr lang="en-US" sz="1200" dirty="0">
                <a:latin typeface="Times New Roman"/>
                <a:cs typeface="Times New Roman"/>
              </a:rPr>
              <a:t>movement</a:t>
            </a:r>
            <a:r>
              <a:rPr lang="en-US" sz="1200" spc="254" dirty="0">
                <a:latin typeface="Times New Roman"/>
                <a:cs typeface="Times New Roman"/>
              </a:rPr>
              <a:t> </a:t>
            </a:r>
            <a:r>
              <a:rPr lang="en-US" sz="1200" spc="-25" dirty="0">
                <a:latin typeface="Times New Roman"/>
                <a:cs typeface="Times New Roman"/>
              </a:rPr>
              <a:t>is </a:t>
            </a:r>
            <a:r>
              <a:rPr lang="en-US" sz="1200" dirty="0">
                <a:latin typeface="Times New Roman"/>
                <a:cs typeface="Times New Roman"/>
              </a:rPr>
              <a:t>tracked</a:t>
            </a:r>
            <a:r>
              <a:rPr lang="en-US" sz="1200" spc="165" dirty="0">
                <a:latin typeface="Times New Roman"/>
                <a:cs typeface="Times New Roman"/>
              </a:rPr>
              <a:t> </a:t>
            </a:r>
            <a:r>
              <a:rPr lang="en-US" sz="1200" dirty="0">
                <a:latin typeface="Times New Roman"/>
                <a:cs typeface="Times New Roman"/>
              </a:rPr>
              <a:t>with</a:t>
            </a:r>
            <a:r>
              <a:rPr lang="en-US" sz="1200" spc="165" dirty="0">
                <a:latin typeface="Times New Roman"/>
                <a:cs typeface="Times New Roman"/>
              </a:rPr>
              <a:t> </a:t>
            </a:r>
            <a:r>
              <a:rPr lang="en-US" sz="1200" dirty="0">
                <a:latin typeface="Times New Roman"/>
                <a:cs typeface="Times New Roman"/>
              </a:rPr>
              <a:t>optical</a:t>
            </a:r>
            <a:r>
              <a:rPr lang="en-US" sz="1200" spc="170" dirty="0">
                <a:latin typeface="Times New Roman"/>
                <a:cs typeface="Times New Roman"/>
              </a:rPr>
              <a:t> </a:t>
            </a:r>
            <a:r>
              <a:rPr lang="en-US" sz="1200" dirty="0">
                <a:latin typeface="Times New Roman"/>
                <a:cs typeface="Times New Roman"/>
              </a:rPr>
              <a:t>flow</a:t>
            </a:r>
            <a:r>
              <a:rPr lang="en-US" sz="1200" spc="150" dirty="0">
                <a:latin typeface="Times New Roman"/>
                <a:cs typeface="Times New Roman"/>
              </a:rPr>
              <a:t> </a:t>
            </a:r>
            <a:r>
              <a:rPr lang="en-US" sz="1200" dirty="0">
                <a:latin typeface="Times New Roman"/>
                <a:cs typeface="Times New Roman"/>
              </a:rPr>
              <a:t>analysis.</a:t>
            </a:r>
            <a:r>
              <a:rPr lang="en-US" sz="1200" spc="170" dirty="0">
                <a:latin typeface="Times New Roman"/>
                <a:cs typeface="Times New Roman"/>
              </a:rPr>
              <a:t> </a:t>
            </a:r>
            <a:r>
              <a:rPr lang="en-US" sz="1200" dirty="0">
                <a:latin typeface="Times New Roman"/>
                <a:cs typeface="Times New Roman"/>
              </a:rPr>
              <a:t>The</a:t>
            </a:r>
            <a:r>
              <a:rPr lang="en-US" sz="1200" spc="175" dirty="0">
                <a:latin typeface="Times New Roman"/>
                <a:cs typeface="Times New Roman"/>
              </a:rPr>
              <a:t> </a:t>
            </a:r>
            <a:r>
              <a:rPr lang="en-US" sz="1200" dirty="0">
                <a:latin typeface="Times New Roman"/>
                <a:cs typeface="Times New Roman"/>
              </a:rPr>
              <a:t>recognized</a:t>
            </a:r>
            <a:r>
              <a:rPr lang="en-US" sz="1200" spc="180" dirty="0">
                <a:latin typeface="Times New Roman"/>
                <a:cs typeface="Times New Roman"/>
              </a:rPr>
              <a:t> </a:t>
            </a:r>
            <a:r>
              <a:rPr lang="en-US" sz="1200" dirty="0">
                <a:latin typeface="Times New Roman"/>
                <a:cs typeface="Times New Roman"/>
              </a:rPr>
              <a:t>gestures</a:t>
            </a:r>
            <a:r>
              <a:rPr lang="en-US" sz="1200" spc="165" dirty="0">
                <a:latin typeface="Times New Roman"/>
                <a:cs typeface="Times New Roman"/>
              </a:rPr>
              <a:t> </a:t>
            </a:r>
            <a:r>
              <a:rPr lang="en-US" sz="1200" dirty="0">
                <a:latin typeface="Times New Roman"/>
                <a:cs typeface="Times New Roman"/>
              </a:rPr>
              <a:t>are</a:t>
            </a:r>
            <a:r>
              <a:rPr lang="en-US" sz="1200" spc="180" dirty="0">
                <a:latin typeface="Times New Roman"/>
                <a:cs typeface="Times New Roman"/>
              </a:rPr>
              <a:t> </a:t>
            </a:r>
            <a:r>
              <a:rPr lang="en-US" sz="1200" dirty="0">
                <a:latin typeface="Times New Roman"/>
                <a:cs typeface="Times New Roman"/>
              </a:rPr>
              <a:t>then</a:t>
            </a:r>
            <a:r>
              <a:rPr lang="en-US" sz="1200" spc="165" dirty="0">
                <a:latin typeface="Times New Roman"/>
                <a:cs typeface="Times New Roman"/>
              </a:rPr>
              <a:t> </a:t>
            </a:r>
            <a:r>
              <a:rPr lang="en-US" sz="1200" dirty="0">
                <a:latin typeface="Times New Roman"/>
                <a:cs typeface="Times New Roman"/>
              </a:rPr>
              <a:t>translated</a:t>
            </a:r>
            <a:r>
              <a:rPr lang="en-US" sz="1200" spc="165" dirty="0">
                <a:latin typeface="Times New Roman"/>
                <a:cs typeface="Times New Roman"/>
              </a:rPr>
              <a:t> </a:t>
            </a:r>
            <a:r>
              <a:rPr lang="en-US" sz="1200" dirty="0">
                <a:latin typeface="Times New Roman"/>
                <a:cs typeface="Times New Roman"/>
              </a:rPr>
              <a:t>into</a:t>
            </a:r>
            <a:r>
              <a:rPr lang="en-US" sz="1200" spc="165" dirty="0">
                <a:latin typeface="Times New Roman"/>
                <a:cs typeface="Times New Roman"/>
              </a:rPr>
              <a:t> </a:t>
            </a:r>
            <a:r>
              <a:rPr lang="en-US" sz="1200" spc="-10" dirty="0">
                <a:latin typeface="Times New Roman"/>
                <a:cs typeface="Times New Roman"/>
              </a:rPr>
              <a:t>corresponding </a:t>
            </a:r>
            <a:r>
              <a:rPr lang="en-US" sz="1200" dirty="0">
                <a:latin typeface="Times New Roman"/>
                <a:cs typeface="Times New Roman"/>
              </a:rPr>
              <a:t>virtual</a:t>
            </a:r>
            <a:r>
              <a:rPr lang="en-US" sz="1200" spc="85" dirty="0">
                <a:latin typeface="Times New Roman"/>
                <a:cs typeface="Times New Roman"/>
              </a:rPr>
              <a:t> </a:t>
            </a:r>
            <a:r>
              <a:rPr lang="en-US" sz="1200" dirty="0">
                <a:latin typeface="Times New Roman"/>
                <a:cs typeface="Times New Roman"/>
              </a:rPr>
              <a:t>mouse</a:t>
            </a:r>
            <a:r>
              <a:rPr lang="en-US" sz="1200" spc="60" dirty="0">
                <a:latin typeface="Times New Roman"/>
                <a:cs typeface="Times New Roman"/>
              </a:rPr>
              <a:t> </a:t>
            </a:r>
            <a:r>
              <a:rPr lang="en-US" sz="1200" dirty="0">
                <a:latin typeface="Times New Roman"/>
                <a:cs typeface="Times New Roman"/>
              </a:rPr>
              <a:t>actions</a:t>
            </a:r>
            <a:r>
              <a:rPr lang="en-US" sz="1200" spc="55" dirty="0">
                <a:latin typeface="Times New Roman"/>
                <a:cs typeface="Times New Roman"/>
              </a:rPr>
              <a:t> </a:t>
            </a:r>
            <a:r>
              <a:rPr lang="en-US" sz="1200" dirty="0">
                <a:latin typeface="Times New Roman"/>
                <a:cs typeface="Times New Roman"/>
              </a:rPr>
              <a:t>in</a:t>
            </a:r>
            <a:r>
              <a:rPr lang="en-US" sz="1200" spc="55" dirty="0">
                <a:latin typeface="Times New Roman"/>
                <a:cs typeface="Times New Roman"/>
              </a:rPr>
              <a:t> </a:t>
            </a:r>
            <a:r>
              <a:rPr lang="en-US" sz="1200" dirty="0">
                <a:latin typeface="Times New Roman"/>
                <a:cs typeface="Times New Roman"/>
              </a:rPr>
              <a:t>real</a:t>
            </a:r>
            <a:r>
              <a:rPr lang="en-US" sz="1200" spc="85" dirty="0">
                <a:latin typeface="Times New Roman"/>
                <a:cs typeface="Times New Roman"/>
              </a:rPr>
              <a:t> </a:t>
            </a:r>
            <a:r>
              <a:rPr lang="en-US" sz="1200" spc="-20" dirty="0">
                <a:latin typeface="Times New Roman"/>
                <a:cs typeface="Times New Roman"/>
              </a:rPr>
              <a:t>time</a:t>
            </a:r>
            <a:r>
              <a:rPr lang="en-US" sz="1200" spc="-20" dirty="0">
                <a:latin typeface="Arial MT"/>
                <a:cs typeface="Arial MT"/>
              </a:rPr>
              <a:t>.</a:t>
            </a:r>
            <a:endParaRPr lang="en-US" sz="1200" dirty="0">
              <a:latin typeface="Arial MT"/>
              <a:cs typeface="Arial MT"/>
            </a:endParaRPr>
          </a:p>
          <a:p>
            <a:pPr marL="24765" marR="10160" indent="435609" algn="just">
              <a:lnSpc>
                <a:spcPct val="150000"/>
              </a:lnSpc>
              <a:spcBef>
                <a:spcPts val="950"/>
              </a:spcBef>
            </a:pPr>
            <a:r>
              <a:rPr lang="en-US" sz="1200" dirty="0">
                <a:latin typeface="Times New Roman"/>
                <a:cs typeface="Times New Roman"/>
              </a:rPr>
              <a:t>The</a:t>
            </a:r>
            <a:r>
              <a:rPr lang="en-US" sz="1200" spc="135" dirty="0">
                <a:latin typeface="Times New Roman"/>
                <a:cs typeface="Times New Roman"/>
              </a:rPr>
              <a:t> </a:t>
            </a:r>
            <a:r>
              <a:rPr lang="en-US" sz="1200" dirty="0">
                <a:latin typeface="Times New Roman"/>
                <a:cs typeface="Times New Roman"/>
              </a:rPr>
              <a:t>system</a:t>
            </a:r>
            <a:r>
              <a:rPr lang="en-US" sz="1200" spc="140" dirty="0">
                <a:latin typeface="Times New Roman"/>
                <a:cs typeface="Times New Roman"/>
              </a:rPr>
              <a:t> </a:t>
            </a:r>
            <a:r>
              <a:rPr lang="en-US" sz="1200" dirty="0">
                <a:latin typeface="Times New Roman"/>
                <a:cs typeface="Times New Roman"/>
              </a:rPr>
              <a:t>uses</a:t>
            </a:r>
            <a:r>
              <a:rPr lang="en-US" sz="1200" spc="135" dirty="0">
                <a:latin typeface="Times New Roman"/>
                <a:cs typeface="Times New Roman"/>
              </a:rPr>
              <a:t> </a:t>
            </a:r>
            <a:r>
              <a:rPr lang="en-US" sz="1200" dirty="0">
                <a:latin typeface="Times New Roman"/>
                <a:cs typeface="Times New Roman"/>
              </a:rPr>
              <a:t>OpenCV’s</a:t>
            </a:r>
            <a:r>
              <a:rPr lang="en-US" sz="1200" spc="140" dirty="0">
                <a:latin typeface="Times New Roman"/>
                <a:cs typeface="Times New Roman"/>
              </a:rPr>
              <a:t> </a:t>
            </a:r>
            <a:r>
              <a:rPr lang="en-US" sz="1200" dirty="0">
                <a:latin typeface="Times New Roman"/>
                <a:cs typeface="Times New Roman"/>
              </a:rPr>
              <a:t>Cascade</a:t>
            </a:r>
            <a:r>
              <a:rPr lang="en-US" sz="1200" spc="135" dirty="0">
                <a:latin typeface="Times New Roman"/>
                <a:cs typeface="Times New Roman"/>
              </a:rPr>
              <a:t> </a:t>
            </a:r>
            <a:r>
              <a:rPr lang="en-US" sz="1200" dirty="0">
                <a:latin typeface="Times New Roman"/>
                <a:cs typeface="Times New Roman"/>
              </a:rPr>
              <a:t>Classifier</a:t>
            </a:r>
            <a:r>
              <a:rPr lang="en-US" sz="1200" spc="140" dirty="0">
                <a:latin typeface="Times New Roman"/>
                <a:cs typeface="Times New Roman"/>
              </a:rPr>
              <a:t> </a:t>
            </a:r>
            <a:r>
              <a:rPr lang="en-US" sz="1200" dirty="0">
                <a:latin typeface="Times New Roman"/>
                <a:cs typeface="Times New Roman"/>
              </a:rPr>
              <a:t>to</a:t>
            </a:r>
            <a:r>
              <a:rPr lang="en-US" sz="1200" spc="140" dirty="0">
                <a:latin typeface="Times New Roman"/>
                <a:cs typeface="Times New Roman"/>
              </a:rPr>
              <a:t> </a:t>
            </a:r>
            <a:r>
              <a:rPr lang="en-US" sz="1200" dirty="0">
                <a:latin typeface="Times New Roman"/>
                <a:cs typeface="Times New Roman"/>
              </a:rPr>
              <a:t>detect</a:t>
            </a:r>
            <a:r>
              <a:rPr lang="en-US" sz="1200" spc="145" dirty="0">
                <a:latin typeface="Times New Roman"/>
                <a:cs typeface="Times New Roman"/>
              </a:rPr>
              <a:t> </a:t>
            </a:r>
            <a:r>
              <a:rPr lang="en-US" sz="1200" dirty="0">
                <a:latin typeface="Times New Roman"/>
                <a:cs typeface="Times New Roman"/>
              </a:rPr>
              <a:t>hands</a:t>
            </a:r>
            <a:r>
              <a:rPr lang="en-US" sz="1200" spc="155" dirty="0">
                <a:latin typeface="Times New Roman"/>
                <a:cs typeface="Times New Roman"/>
              </a:rPr>
              <a:t> </a:t>
            </a:r>
            <a:r>
              <a:rPr lang="en-US" sz="1200" dirty="0">
                <a:latin typeface="Times New Roman"/>
                <a:cs typeface="Times New Roman"/>
              </a:rPr>
              <a:t>in</a:t>
            </a:r>
            <a:r>
              <a:rPr lang="en-US" sz="1200" spc="140" dirty="0">
                <a:latin typeface="Times New Roman"/>
                <a:cs typeface="Times New Roman"/>
              </a:rPr>
              <a:t> </a:t>
            </a:r>
            <a:r>
              <a:rPr lang="en-US" sz="1200" dirty="0">
                <a:latin typeface="Times New Roman"/>
                <a:cs typeface="Times New Roman"/>
              </a:rPr>
              <a:t>the</a:t>
            </a:r>
            <a:r>
              <a:rPr lang="en-US" sz="1200" spc="150" dirty="0">
                <a:latin typeface="Times New Roman"/>
                <a:cs typeface="Times New Roman"/>
              </a:rPr>
              <a:t> </a:t>
            </a:r>
            <a:r>
              <a:rPr lang="en-US" sz="1200" dirty="0">
                <a:latin typeface="Times New Roman"/>
                <a:cs typeface="Times New Roman"/>
              </a:rPr>
              <a:t>video</a:t>
            </a:r>
            <a:r>
              <a:rPr lang="en-US" sz="1200" spc="140" dirty="0">
                <a:latin typeface="Times New Roman"/>
                <a:cs typeface="Times New Roman"/>
              </a:rPr>
              <a:t> </a:t>
            </a:r>
            <a:r>
              <a:rPr lang="en-US" sz="1200" dirty="0">
                <a:latin typeface="Times New Roman"/>
                <a:cs typeface="Times New Roman"/>
              </a:rPr>
              <a:t>feed.</a:t>
            </a:r>
            <a:r>
              <a:rPr lang="en-US" sz="1200" spc="155" dirty="0">
                <a:latin typeface="Times New Roman"/>
                <a:cs typeface="Times New Roman"/>
              </a:rPr>
              <a:t> </a:t>
            </a:r>
            <a:r>
              <a:rPr lang="en-US" sz="1200" dirty="0">
                <a:latin typeface="Times New Roman"/>
                <a:cs typeface="Times New Roman"/>
              </a:rPr>
              <a:t>This</a:t>
            </a:r>
            <a:r>
              <a:rPr lang="en-US" sz="1200" spc="140" dirty="0">
                <a:latin typeface="Times New Roman"/>
                <a:cs typeface="Times New Roman"/>
              </a:rPr>
              <a:t> </a:t>
            </a:r>
            <a:r>
              <a:rPr lang="en-US" sz="1200" spc="-20" dirty="0">
                <a:latin typeface="Times New Roman"/>
                <a:cs typeface="Times New Roman"/>
              </a:rPr>
              <a:t>pre- </a:t>
            </a:r>
            <a:r>
              <a:rPr lang="en-US" sz="1200" dirty="0">
                <a:latin typeface="Times New Roman"/>
                <a:cs typeface="Times New Roman"/>
              </a:rPr>
              <a:t>trained</a:t>
            </a:r>
            <a:r>
              <a:rPr lang="en-US" sz="1200" spc="285" dirty="0">
                <a:latin typeface="Times New Roman"/>
                <a:cs typeface="Times New Roman"/>
              </a:rPr>
              <a:t> </a:t>
            </a:r>
            <a:r>
              <a:rPr lang="en-US" sz="1200" dirty="0">
                <a:latin typeface="Times New Roman"/>
                <a:cs typeface="Times New Roman"/>
              </a:rPr>
              <a:t>model</a:t>
            </a:r>
            <a:r>
              <a:rPr lang="en-US" sz="1200" spc="285" dirty="0">
                <a:latin typeface="Times New Roman"/>
                <a:cs typeface="Times New Roman"/>
              </a:rPr>
              <a:t> </a:t>
            </a:r>
            <a:r>
              <a:rPr lang="en-US" sz="1200" dirty="0">
                <a:latin typeface="Times New Roman"/>
                <a:cs typeface="Times New Roman"/>
              </a:rPr>
              <a:t>employs</a:t>
            </a:r>
            <a:r>
              <a:rPr lang="en-US" sz="1200" spc="295" dirty="0">
                <a:latin typeface="Times New Roman"/>
                <a:cs typeface="Times New Roman"/>
              </a:rPr>
              <a:t> </a:t>
            </a:r>
            <a:r>
              <a:rPr lang="en-US" sz="1200" dirty="0">
                <a:latin typeface="Times New Roman"/>
                <a:cs typeface="Times New Roman"/>
              </a:rPr>
              <a:t>Haar-like</a:t>
            </a:r>
            <a:r>
              <a:rPr lang="en-US" sz="1200" spc="290" dirty="0">
                <a:latin typeface="Times New Roman"/>
                <a:cs typeface="Times New Roman"/>
              </a:rPr>
              <a:t> </a:t>
            </a:r>
            <a:r>
              <a:rPr lang="en-US" sz="1200" dirty="0">
                <a:latin typeface="Times New Roman"/>
                <a:cs typeface="Times New Roman"/>
              </a:rPr>
              <a:t>features</a:t>
            </a:r>
            <a:r>
              <a:rPr lang="en-US" sz="1200" spc="300" dirty="0">
                <a:latin typeface="Times New Roman"/>
                <a:cs typeface="Times New Roman"/>
              </a:rPr>
              <a:t> </a:t>
            </a:r>
            <a:r>
              <a:rPr lang="en-US" sz="1200" dirty="0">
                <a:latin typeface="Times New Roman"/>
                <a:cs typeface="Times New Roman"/>
              </a:rPr>
              <a:t>to</a:t>
            </a:r>
            <a:r>
              <a:rPr lang="en-US" sz="1200" spc="295" dirty="0">
                <a:latin typeface="Times New Roman"/>
                <a:cs typeface="Times New Roman"/>
              </a:rPr>
              <a:t> </a:t>
            </a:r>
            <a:r>
              <a:rPr lang="en-US" sz="1200" dirty="0">
                <a:latin typeface="Times New Roman"/>
                <a:cs typeface="Times New Roman"/>
              </a:rPr>
              <a:t>identify</a:t>
            </a:r>
            <a:r>
              <a:rPr lang="en-US" sz="1200" spc="285" dirty="0">
                <a:latin typeface="Times New Roman"/>
                <a:cs typeface="Times New Roman"/>
              </a:rPr>
              <a:t> </a:t>
            </a:r>
            <a:r>
              <a:rPr lang="en-US" sz="1200" dirty="0">
                <a:latin typeface="Times New Roman"/>
                <a:cs typeface="Times New Roman"/>
              </a:rPr>
              <a:t>hands</a:t>
            </a:r>
            <a:r>
              <a:rPr lang="en-US" sz="1200" spc="285" dirty="0">
                <a:latin typeface="Times New Roman"/>
                <a:cs typeface="Times New Roman"/>
              </a:rPr>
              <a:t> </a:t>
            </a:r>
            <a:r>
              <a:rPr lang="en-US" sz="1200" dirty="0">
                <a:latin typeface="Times New Roman"/>
                <a:cs typeface="Times New Roman"/>
              </a:rPr>
              <a:t>in</a:t>
            </a:r>
            <a:r>
              <a:rPr lang="en-US" sz="1200" spc="300" dirty="0">
                <a:latin typeface="Times New Roman"/>
                <a:cs typeface="Times New Roman"/>
              </a:rPr>
              <a:t> </a:t>
            </a:r>
            <a:r>
              <a:rPr lang="en-US" sz="1200" dirty="0">
                <a:latin typeface="Times New Roman"/>
                <a:cs typeface="Times New Roman"/>
              </a:rPr>
              <a:t>various</a:t>
            </a:r>
            <a:r>
              <a:rPr lang="en-US" sz="1200" spc="295" dirty="0">
                <a:latin typeface="Times New Roman"/>
                <a:cs typeface="Times New Roman"/>
              </a:rPr>
              <a:t> </a:t>
            </a:r>
            <a:r>
              <a:rPr lang="en-US" sz="1200" dirty="0">
                <a:latin typeface="Times New Roman"/>
                <a:cs typeface="Times New Roman"/>
              </a:rPr>
              <a:t>orientations</a:t>
            </a:r>
            <a:r>
              <a:rPr lang="en-US" sz="1200" spc="295" dirty="0">
                <a:latin typeface="Times New Roman"/>
                <a:cs typeface="Times New Roman"/>
              </a:rPr>
              <a:t> </a:t>
            </a:r>
            <a:r>
              <a:rPr lang="en-US" sz="1200" dirty="0">
                <a:latin typeface="Times New Roman"/>
                <a:cs typeface="Times New Roman"/>
              </a:rPr>
              <a:t>and</a:t>
            </a:r>
            <a:r>
              <a:rPr lang="en-US" sz="1200" spc="300" dirty="0">
                <a:latin typeface="Times New Roman"/>
                <a:cs typeface="Times New Roman"/>
              </a:rPr>
              <a:t> </a:t>
            </a:r>
            <a:r>
              <a:rPr lang="en-US" sz="1200" spc="-10" dirty="0">
                <a:latin typeface="Times New Roman"/>
                <a:cs typeface="Times New Roman"/>
              </a:rPr>
              <a:t>lighting </a:t>
            </a:r>
            <a:r>
              <a:rPr lang="en-US" sz="1200" dirty="0">
                <a:latin typeface="Times New Roman"/>
                <a:cs typeface="Times New Roman"/>
              </a:rPr>
              <a:t>conditions.</a:t>
            </a:r>
            <a:r>
              <a:rPr lang="en-US" sz="1200" spc="160" dirty="0">
                <a:latin typeface="Times New Roman"/>
                <a:cs typeface="Times New Roman"/>
              </a:rPr>
              <a:t> </a:t>
            </a:r>
            <a:r>
              <a:rPr lang="en-US" sz="1200" dirty="0">
                <a:latin typeface="Times New Roman"/>
                <a:cs typeface="Times New Roman"/>
              </a:rPr>
              <a:t>Hand</a:t>
            </a:r>
            <a:r>
              <a:rPr lang="en-US" sz="1200" spc="150" dirty="0">
                <a:latin typeface="Times New Roman"/>
                <a:cs typeface="Times New Roman"/>
              </a:rPr>
              <a:t> </a:t>
            </a:r>
            <a:r>
              <a:rPr lang="en-US" sz="1200" dirty="0">
                <a:latin typeface="Times New Roman"/>
                <a:cs typeface="Times New Roman"/>
              </a:rPr>
              <a:t>movement</a:t>
            </a:r>
            <a:r>
              <a:rPr lang="en-US" sz="1200" spc="160" dirty="0">
                <a:latin typeface="Times New Roman"/>
                <a:cs typeface="Times New Roman"/>
              </a:rPr>
              <a:t> </a:t>
            </a:r>
            <a:r>
              <a:rPr lang="en-US" sz="1200" dirty="0">
                <a:latin typeface="Times New Roman"/>
                <a:cs typeface="Times New Roman"/>
              </a:rPr>
              <a:t>is</a:t>
            </a:r>
            <a:r>
              <a:rPr lang="en-US" sz="1200" spc="175" dirty="0">
                <a:latin typeface="Times New Roman"/>
                <a:cs typeface="Times New Roman"/>
              </a:rPr>
              <a:t> </a:t>
            </a:r>
            <a:r>
              <a:rPr lang="en-US" sz="1200" dirty="0">
                <a:latin typeface="Times New Roman"/>
                <a:cs typeface="Times New Roman"/>
              </a:rPr>
              <a:t>tracked</a:t>
            </a:r>
            <a:r>
              <a:rPr lang="en-US" sz="1200" spc="160" dirty="0">
                <a:latin typeface="Times New Roman"/>
                <a:cs typeface="Times New Roman"/>
              </a:rPr>
              <a:t> </a:t>
            </a:r>
            <a:r>
              <a:rPr lang="en-US" sz="1200" dirty="0">
                <a:latin typeface="Times New Roman"/>
                <a:cs typeface="Times New Roman"/>
              </a:rPr>
              <a:t>using</a:t>
            </a:r>
            <a:r>
              <a:rPr lang="en-US" sz="1200" spc="150" dirty="0">
                <a:latin typeface="Times New Roman"/>
                <a:cs typeface="Times New Roman"/>
              </a:rPr>
              <a:t> </a:t>
            </a:r>
            <a:r>
              <a:rPr lang="en-US" sz="1200" dirty="0">
                <a:latin typeface="Times New Roman"/>
                <a:cs typeface="Times New Roman"/>
              </a:rPr>
              <a:t>optical</a:t>
            </a:r>
            <a:r>
              <a:rPr lang="en-US" sz="1200" spc="180" dirty="0">
                <a:latin typeface="Times New Roman"/>
                <a:cs typeface="Times New Roman"/>
              </a:rPr>
              <a:t> </a:t>
            </a:r>
            <a:r>
              <a:rPr lang="en-US" sz="1200" dirty="0">
                <a:latin typeface="Times New Roman"/>
                <a:cs typeface="Times New Roman"/>
              </a:rPr>
              <a:t>flow</a:t>
            </a:r>
            <a:r>
              <a:rPr lang="en-US" sz="1200" spc="155" dirty="0">
                <a:latin typeface="Times New Roman"/>
                <a:cs typeface="Times New Roman"/>
              </a:rPr>
              <a:t> </a:t>
            </a:r>
            <a:r>
              <a:rPr lang="en-US" sz="1200" dirty="0">
                <a:latin typeface="Times New Roman"/>
                <a:cs typeface="Times New Roman"/>
              </a:rPr>
              <a:t>analysis,</a:t>
            </a:r>
            <a:r>
              <a:rPr lang="en-US" sz="1200" spc="165" dirty="0">
                <a:latin typeface="Times New Roman"/>
                <a:cs typeface="Times New Roman"/>
              </a:rPr>
              <a:t> </a:t>
            </a:r>
            <a:r>
              <a:rPr lang="en-US" sz="1200" dirty="0">
                <a:latin typeface="Times New Roman"/>
                <a:cs typeface="Times New Roman"/>
              </a:rPr>
              <a:t>which</a:t>
            </a:r>
            <a:r>
              <a:rPr lang="en-US" sz="1200" spc="160" dirty="0">
                <a:latin typeface="Times New Roman"/>
                <a:cs typeface="Times New Roman"/>
              </a:rPr>
              <a:t> </a:t>
            </a:r>
            <a:r>
              <a:rPr lang="en-US" sz="1200" dirty="0">
                <a:latin typeface="Times New Roman"/>
                <a:cs typeface="Times New Roman"/>
              </a:rPr>
              <a:t>calculates</a:t>
            </a:r>
            <a:r>
              <a:rPr lang="en-US" sz="1200" spc="160" dirty="0">
                <a:latin typeface="Times New Roman"/>
                <a:cs typeface="Times New Roman"/>
              </a:rPr>
              <a:t> </a:t>
            </a:r>
            <a:r>
              <a:rPr lang="en-US" sz="1200" dirty="0">
                <a:latin typeface="Times New Roman"/>
                <a:cs typeface="Times New Roman"/>
              </a:rPr>
              <a:t>the</a:t>
            </a:r>
            <a:r>
              <a:rPr lang="en-US" sz="1200" spc="160" dirty="0">
                <a:latin typeface="Times New Roman"/>
                <a:cs typeface="Times New Roman"/>
              </a:rPr>
              <a:t> </a:t>
            </a:r>
            <a:r>
              <a:rPr lang="en-US" sz="1200" dirty="0">
                <a:latin typeface="Times New Roman"/>
                <a:cs typeface="Times New Roman"/>
              </a:rPr>
              <a:t>motion</a:t>
            </a:r>
            <a:r>
              <a:rPr lang="en-US" sz="1200" spc="160" dirty="0">
                <a:latin typeface="Times New Roman"/>
                <a:cs typeface="Times New Roman"/>
              </a:rPr>
              <a:t> </a:t>
            </a:r>
            <a:r>
              <a:rPr lang="en-US" sz="1200" spc="-25" dirty="0">
                <a:latin typeface="Times New Roman"/>
                <a:cs typeface="Times New Roman"/>
              </a:rPr>
              <a:t>of </a:t>
            </a:r>
            <a:r>
              <a:rPr lang="en-US" sz="1200" dirty="0">
                <a:latin typeface="Times New Roman"/>
                <a:cs typeface="Times New Roman"/>
              </a:rPr>
              <a:t>pixels</a:t>
            </a:r>
            <a:r>
              <a:rPr lang="en-US" sz="1200" spc="85" dirty="0">
                <a:latin typeface="Times New Roman"/>
                <a:cs typeface="Times New Roman"/>
              </a:rPr>
              <a:t> </a:t>
            </a:r>
            <a:r>
              <a:rPr lang="en-US" sz="1200" dirty="0">
                <a:latin typeface="Times New Roman"/>
                <a:cs typeface="Times New Roman"/>
              </a:rPr>
              <a:t>between</a:t>
            </a:r>
            <a:r>
              <a:rPr lang="en-US" sz="1200" spc="75" dirty="0">
                <a:latin typeface="Times New Roman"/>
                <a:cs typeface="Times New Roman"/>
              </a:rPr>
              <a:t> </a:t>
            </a:r>
            <a:r>
              <a:rPr lang="en-US" sz="1200" dirty="0">
                <a:latin typeface="Times New Roman"/>
                <a:cs typeface="Times New Roman"/>
              </a:rPr>
              <a:t>consecutive</a:t>
            </a:r>
            <a:r>
              <a:rPr lang="en-US" sz="1200" spc="85" dirty="0">
                <a:latin typeface="Times New Roman"/>
                <a:cs typeface="Times New Roman"/>
              </a:rPr>
              <a:t> </a:t>
            </a:r>
            <a:r>
              <a:rPr lang="en-US" sz="1200" dirty="0">
                <a:latin typeface="Times New Roman"/>
                <a:cs typeface="Times New Roman"/>
              </a:rPr>
              <a:t>frames.</a:t>
            </a:r>
            <a:r>
              <a:rPr lang="en-US" sz="1200" spc="85" dirty="0">
                <a:latin typeface="Times New Roman"/>
                <a:cs typeface="Times New Roman"/>
              </a:rPr>
              <a:t> </a:t>
            </a:r>
            <a:r>
              <a:rPr lang="en-US" sz="1200" dirty="0">
                <a:latin typeface="Times New Roman"/>
                <a:cs typeface="Times New Roman"/>
              </a:rPr>
              <a:t>By</a:t>
            </a:r>
            <a:r>
              <a:rPr lang="en-US" sz="1200" spc="65" dirty="0">
                <a:latin typeface="Times New Roman"/>
                <a:cs typeface="Times New Roman"/>
              </a:rPr>
              <a:t> </a:t>
            </a:r>
            <a:r>
              <a:rPr lang="en-US" sz="1200" dirty="0">
                <a:latin typeface="Times New Roman"/>
                <a:cs typeface="Times New Roman"/>
              </a:rPr>
              <a:t>analyzing</a:t>
            </a:r>
            <a:r>
              <a:rPr lang="en-US" sz="1200" spc="65" dirty="0">
                <a:latin typeface="Times New Roman"/>
                <a:cs typeface="Times New Roman"/>
              </a:rPr>
              <a:t> </a:t>
            </a:r>
            <a:r>
              <a:rPr lang="en-US" sz="1200" dirty="0">
                <a:latin typeface="Times New Roman"/>
                <a:cs typeface="Times New Roman"/>
              </a:rPr>
              <a:t>the</a:t>
            </a:r>
            <a:r>
              <a:rPr lang="en-US" sz="1200" spc="100" dirty="0">
                <a:latin typeface="Times New Roman"/>
                <a:cs typeface="Times New Roman"/>
              </a:rPr>
              <a:t> </a:t>
            </a:r>
            <a:r>
              <a:rPr lang="en-US" sz="1200" dirty="0">
                <a:latin typeface="Times New Roman"/>
                <a:cs typeface="Times New Roman"/>
              </a:rPr>
              <a:t>optical</a:t>
            </a:r>
            <a:r>
              <a:rPr lang="en-US" sz="1200" spc="75" dirty="0">
                <a:latin typeface="Times New Roman"/>
                <a:cs typeface="Times New Roman"/>
              </a:rPr>
              <a:t> </a:t>
            </a:r>
            <a:r>
              <a:rPr lang="en-US" sz="1200" dirty="0">
                <a:latin typeface="Times New Roman"/>
                <a:cs typeface="Times New Roman"/>
              </a:rPr>
              <a:t>flow,</a:t>
            </a:r>
            <a:r>
              <a:rPr lang="en-US" sz="1200" spc="90" dirty="0">
                <a:latin typeface="Times New Roman"/>
                <a:cs typeface="Times New Roman"/>
              </a:rPr>
              <a:t> </a:t>
            </a:r>
            <a:r>
              <a:rPr lang="en-US" sz="1200" dirty="0">
                <a:latin typeface="Times New Roman"/>
                <a:cs typeface="Times New Roman"/>
              </a:rPr>
              <a:t>the</a:t>
            </a:r>
            <a:r>
              <a:rPr lang="en-US" sz="1200" spc="80" dirty="0">
                <a:latin typeface="Times New Roman"/>
                <a:cs typeface="Times New Roman"/>
              </a:rPr>
              <a:t> </a:t>
            </a:r>
            <a:r>
              <a:rPr lang="en-US" sz="1200" dirty="0">
                <a:latin typeface="Times New Roman"/>
                <a:cs typeface="Times New Roman"/>
              </a:rPr>
              <a:t>system</a:t>
            </a:r>
            <a:r>
              <a:rPr lang="en-US" sz="1200" spc="75" dirty="0">
                <a:latin typeface="Times New Roman"/>
                <a:cs typeface="Times New Roman"/>
              </a:rPr>
              <a:t> </a:t>
            </a:r>
            <a:r>
              <a:rPr lang="en-US" sz="1200" dirty="0">
                <a:latin typeface="Times New Roman"/>
                <a:cs typeface="Times New Roman"/>
              </a:rPr>
              <a:t>determines</a:t>
            </a:r>
            <a:r>
              <a:rPr lang="en-US" sz="1200" spc="90" dirty="0">
                <a:latin typeface="Times New Roman"/>
                <a:cs typeface="Times New Roman"/>
              </a:rPr>
              <a:t> </a:t>
            </a:r>
            <a:r>
              <a:rPr lang="en-US" sz="1200" dirty="0">
                <a:latin typeface="Times New Roman"/>
                <a:cs typeface="Times New Roman"/>
              </a:rPr>
              <a:t>the</a:t>
            </a:r>
            <a:r>
              <a:rPr lang="en-US" sz="1200" spc="80" dirty="0">
                <a:latin typeface="Times New Roman"/>
                <a:cs typeface="Times New Roman"/>
              </a:rPr>
              <a:t> </a:t>
            </a:r>
            <a:r>
              <a:rPr lang="en-US" sz="1200" spc="-10" dirty="0">
                <a:latin typeface="Times New Roman"/>
                <a:cs typeface="Times New Roman"/>
              </a:rPr>
              <a:t>hand’s </a:t>
            </a:r>
            <a:r>
              <a:rPr lang="en-US" sz="1200" dirty="0">
                <a:latin typeface="Times New Roman"/>
                <a:cs typeface="Times New Roman"/>
              </a:rPr>
              <a:t>movement</a:t>
            </a:r>
            <a:r>
              <a:rPr lang="en-US" sz="1200" spc="100" dirty="0">
                <a:latin typeface="Times New Roman"/>
                <a:cs typeface="Times New Roman"/>
              </a:rPr>
              <a:t> </a:t>
            </a:r>
            <a:r>
              <a:rPr lang="en-US" sz="1200" dirty="0">
                <a:latin typeface="Times New Roman"/>
                <a:cs typeface="Times New Roman"/>
              </a:rPr>
              <a:t>and</a:t>
            </a:r>
            <a:r>
              <a:rPr lang="en-US" sz="1200" spc="70" dirty="0">
                <a:latin typeface="Times New Roman"/>
                <a:cs typeface="Times New Roman"/>
              </a:rPr>
              <a:t> </a:t>
            </a:r>
            <a:r>
              <a:rPr lang="en-US" sz="1200" dirty="0">
                <a:latin typeface="Times New Roman"/>
                <a:cs typeface="Times New Roman"/>
              </a:rPr>
              <a:t>translates</a:t>
            </a:r>
            <a:r>
              <a:rPr lang="en-US" sz="1200" spc="85" dirty="0">
                <a:latin typeface="Times New Roman"/>
                <a:cs typeface="Times New Roman"/>
              </a:rPr>
              <a:t> </a:t>
            </a:r>
            <a:r>
              <a:rPr lang="en-US" sz="1200" dirty="0">
                <a:latin typeface="Times New Roman"/>
                <a:cs typeface="Times New Roman"/>
              </a:rPr>
              <a:t>it</a:t>
            </a:r>
            <a:r>
              <a:rPr lang="en-US" sz="1200" spc="70" dirty="0">
                <a:latin typeface="Times New Roman"/>
                <a:cs typeface="Times New Roman"/>
              </a:rPr>
              <a:t> </a:t>
            </a:r>
            <a:r>
              <a:rPr lang="en-US" sz="1200" dirty="0">
                <a:latin typeface="Times New Roman"/>
                <a:cs typeface="Times New Roman"/>
              </a:rPr>
              <a:t>into</a:t>
            </a:r>
            <a:r>
              <a:rPr lang="en-US" sz="1200" spc="70" dirty="0">
                <a:latin typeface="Times New Roman"/>
                <a:cs typeface="Times New Roman"/>
              </a:rPr>
              <a:t> </a:t>
            </a:r>
            <a:r>
              <a:rPr lang="en-US" sz="1200" dirty="0">
                <a:latin typeface="Times New Roman"/>
                <a:cs typeface="Times New Roman"/>
              </a:rPr>
              <a:t>corresponding</a:t>
            </a:r>
            <a:r>
              <a:rPr lang="en-US" sz="1200" spc="85" dirty="0">
                <a:latin typeface="Times New Roman"/>
                <a:cs typeface="Times New Roman"/>
              </a:rPr>
              <a:t> </a:t>
            </a:r>
            <a:r>
              <a:rPr lang="en-US" sz="1200" dirty="0">
                <a:latin typeface="Times New Roman"/>
                <a:cs typeface="Times New Roman"/>
              </a:rPr>
              <a:t>actions</a:t>
            </a:r>
            <a:r>
              <a:rPr lang="en-US" sz="1200" spc="80" dirty="0">
                <a:latin typeface="Times New Roman"/>
                <a:cs typeface="Times New Roman"/>
              </a:rPr>
              <a:t> </a:t>
            </a:r>
            <a:r>
              <a:rPr lang="en-US" sz="1200" dirty="0">
                <a:latin typeface="Times New Roman"/>
                <a:cs typeface="Times New Roman"/>
              </a:rPr>
              <a:t>for</a:t>
            </a:r>
            <a:r>
              <a:rPr lang="en-US" sz="1200" spc="55" dirty="0">
                <a:latin typeface="Times New Roman"/>
                <a:cs typeface="Times New Roman"/>
              </a:rPr>
              <a:t> </a:t>
            </a:r>
            <a:r>
              <a:rPr lang="en-US" sz="1200" dirty="0">
                <a:latin typeface="Times New Roman"/>
                <a:cs typeface="Times New Roman"/>
              </a:rPr>
              <a:t>controlling</a:t>
            </a:r>
            <a:r>
              <a:rPr lang="en-US" sz="1200" spc="114" dirty="0">
                <a:latin typeface="Times New Roman"/>
                <a:cs typeface="Times New Roman"/>
              </a:rPr>
              <a:t> </a:t>
            </a:r>
            <a:r>
              <a:rPr lang="en-US" sz="1200" dirty="0">
                <a:latin typeface="Times New Roman"/>
                <a:cs typeface="Times New Roman"/>
              </a:rPr>
              <a:t>the</a:t>
            </a:r>
            <a:r>
              <a:rPr lang="en-US" sz="1200" spc="75" dirty="0">
                <a:latin typeface="Times New Roman"/>
                <a:cs typeface="Times New Roman"/>
              </a:rPr>
              <a:t> </a:t>
            </a:r>
            <a:r>
              <a:rPr lang="en-US" sz="1200" dirty="0">
                <a:latin typeface="Times New Roman"/>
                <a:cs typeface="Times New Roman"/>
              </a:rPr>
              <a:t>virtual</a:t>
            </a:r>
            <a:r>
              <a:rPr lang="en-US" sz="1200" spc="100" dirty="0">
                <a:latin typeface="Times New Roman"/>
                <a:cs typeface="Times New Roman"/>
              </a:rPr>
              <a:t> </a:t>
            </a:r>
            <a:r>
              <a:rPr lang="en-US" sz="1200" spc="-10" dirty="0">
                <a:latin typeface="Times New Roman"/>
                <a:cs typeface="Times New Roman"/>
              </a:rPr>
              <a:t>mouse.</a:t>
            </a:r>
            <a:endParaRPr lang="en-US" sz="1200" dirty="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6089141" y="624331"/>
            <a:ext cx="94424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Design</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20750" y="831862"/>
            <a:ext cx="6096000" cy="45085"/>
          </a:xfrm>
          <a:custGeom>
            <a:avLst/>
            <a:gdLst/>
            <a:ahLst/>
            <a:cxnLst/>
            <a:rect l="l" t="t" r="r" b="b"/>
            <a:pathLst>
              <a:path w="6096000" h="45084">
                <a:moveTo>
                  <a:pt x="6087351" y="0"/>
                </a:moveTo>
                <a:lnTo>
                  <a:pt x="0" y="0"/>
                </a:lnTo>
                <a:lnTo>
                  <a:pt x="0" y="6464"/>
                </a:lnTo>
                <a:lnTo>
                  <a:pt x="6087351" y="6464"/>
                </a:lnTo>
                <a:lnTo>
                  <a:pt x="6087351" y="0"/>
                </a:lnTo>
                <a:close/>
              </a:path>
              <a:path w="6096000" h="45084">
                <a:moveTo>
                  <a:pt x="6095936" y="21958"/>
                </a:moveTo>
                <a:lnTo>
                  <a:pt x="6032" y="21958"/>
                </a:lnTo>
                <a:lnTo>
                  <a:pt x="6032" y="45072"/>
                </a:lnTo>
                <a:lnTo>
                  <a:pt x="6095936" y="45072"/>
                </a:lnTo>
                <a:lnTo>
                  <a:pt x="6095936" y="21958"/>
                </a:lnTo>
                <a:close/>
              </a:path>
            </a:pathLst>
          </a:custGeom>
          <a:solidFill>
            <a:srgbClr val="823909"/>
          </a:solidFill>
        </p:spPr>
        <p:txBody>
          <a:bodyPr wrap="square" lIns="0" tIns="0" rIns="0" bIns="0" rtlCol="0"/>
          <a:lstStyle/>
          <a:p>
            <a:endParaRPr/>
          </a:p>
        </p:txBody>
      </p:sp>
      <p:sp>
        <p:nvSpPr>
          <p:cNvPr id="6" name="object 6"/>
          <p:cNvSpPr txBox="1"/>
          <p:nvPr/>
        </p:nvSpPr>
        <p:spPr>
          <a:xfrm>
            <a:off x="886764" y="3569334"/>
            <a:ext cx="6145530" cy="5928995"/>
          </a:xfrm>
          <a:prstGeom prst="rect">
            <a:avLst/>
          </a:prstGeom>
        </p:spPr>
        <p:txBody>
          <a:bodyPr vert="horz" wrap="square" lIns="0" tIns="12700" rIns="0" bIns="0" rtlCol="0">
            <a:spAutoFit/>
          </a:bodyPr>
          <a:lstStyle/>
          <a:p>
            <a:pPr marL="2320290" algn="just">
              <a:lnSpc>
                <a:spcPct val="100000"/>
              </a:lnSpc>
              <a:spcBef>
                <a:spcPts val="100"/>
              </a:spcBef>
            </a:pPr>
            <a:r>
              <a:rPr sz="1200" b="1" dirty="0">
                <a:latin typeface="Times New Roman"/>
                <a:cs typeface="Times New Roman"/>
              </a:rPr>
              <a:t>Figure</a:t>
            </a:r>
            <a:r>
              <a:rPr sz="1200" b="1" spc="-35" dirty="0">
                <a:latin typeface="Times New Roman"/>
                <a:cs typeface="Times New Roman"/>
              </a:rPr>
              <a:t> </a:t>
            </a:r>
            <a:r>
              <a:rPr sz="1200" b="1" dirty="0">
                <a:latin typeface="Times New Roman"/>
                <a:cs typeface="Times New Roman"/>
              </a:rPr>
              <a:t>5.1:</a:t>
            </a:r>
            <a:r>
              <a:rPr sz="1200" b="1" spc="-30" dirty="0">
                <a:latin typeface="Times New Roman"/>
                <a:cs typeface="Times New Roman"/>
              </a:rPr>
              <a:t> </a:t>
            </a:r>
            <a:r>
              <a:rPr sz="1200" dirty="0">
                <a:latin typeface="Times New Roman"/>
                <a:cs typeface="Times New Roman"/>
              </a:rPr>
              <a:t>Input</a:t>
            </a:r>
            <a:r>
              <a:rPr sz="1200" spc="-25" dirty="0">
                <a:latin typeface="Times New Roman"/>
                <a:cs typeface="Times New Roman"/>
              </a:rPr>
              <a:t> </a:t>
            </a:r>
            <a:r>
              <a:rPr sz="1200" spc="-10" dirty="0">
                <a:latin typeface="Times New Roman"/>
                <a:cs typeface="Times New Roman"/>
              </a:rPr>
              <a:t>design</a:t>
            </a:r>
            <a:endParaRPr sz="1200" dirty="0">
              <a:latin typeface="Times New Roman"/>
              <a:cs typeface="Times New Roman"/>
            </a:endParaRPr>
          </a:p>
          <a:p>
            <a:pPr marL="20320" marR="5080" indent="456565" algn="just">
              <a:lnSpc>
                <a:spcPct val="143800"/>
              </a:lnSpc>
              <a:spcBef>
                <a:spcPts val="220"/>
              </a:spcBef>
            </a:pPr>
            <a:r>
              <a:rPr sz="1200" dirty="0">
                <a:latin typeface="Times New Roman"/>
                <a:cs typeface="Times New Roman"/>
              </a:rPr>
              <a:t>This</a:t>
            </a:r>
            <a:r>
              <a:rPr sz="1200" spc="-35" dirty="0">
                <a:latin typeface="Times New Roman"/>
                <a:cs typeface="Times New Roman"/>
              </a:rPr>
              <a:t> </a:t>
            </a:r>
            <a:r>
              <a:rPr sz="1200" spc="-10" dirty="0">
                <a:latin typeface="Times New Roman"/>
                <a:cs typeface="Times New Roman"/>
              </a:rPr>
              <a:t>figure</a:t>
            </a:r>
            <a:r>
              <a:rPr sz="1200" spc="-40" dirty="0">
                <a:latin typeface="Times New Roman"/>
                <a:cs typeface="Times New Roman"/>
              </a:rPr>
              <a:t> </a:t>
            </a:r>
            <a:r>
              <a:rPr sz="1200" dirty="0">
                <a:latin typeface="Times New Roman"/>
                <a:cs typeface="Times New Roman"/>
              </a:rPr>
              <a:t>5.1</a:t>
            </a:r>
            <a:r>
              <a:rPr sz="1200" spc="-40" dirty="0">
                <a:latin typeface="Times New Roman"/>
                <a:cs typeface="Times New Roman"/>
              </a:rPr>
              <a:t> </a:t>
            </a:r>
            <a:r>
              <a:rPr sz="1200" spc="-10" dirty="0">
                <a:latin typeface="Times New Roman"/>
                <a:cs typeface="Times New Roman"/>
              </a:rPr>
              <a:t>appears</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show</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processing</a:t>
            </a:r>
            <a:r>
              <a:rPr sz="1200" spc="-35" dirty="0">
                <a:latin typeface="Times New Roman"/>
                <a:cs typeface="Times New Roman"/>
              </a:rPr>
              <a:t> </a:t>
            </a:r>
            <a:r>
              <a:rPr sz="1200" dirty="0">
                <a:latin typeface="Times New Roman"/>
                <a:cs typeface="Times New Roman"/>
              </a:rPr>
              <a:t>steps</a:t>
            </a:r>
            <a:r>
              <a:rPr sz="1200" spc="-35"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hand</a:t>
            </a:r>
            <a:r>
              <a:rPr sz="1200" spc="-40" dirty="0">
                <a:latin typeface="Times New Roman"/>
                <a:cs typeface="Times New Roman"/>
              </a:rPr>
              <a:t> </a:t>
            </a:r>
            <a:r>
              <a:rPr sz="1200" spc="-10" dirty="0">
                <a:latin typeface="Times New Roman"/>
                <a:cs typeface="Times New Roman"/>
              </a:rPr>
              <a:t>detection</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tracking</a:t>
            </a:r>
            <a:r>
              <a:rPr sz="1200" spc="-35" dirty="0">
                <a:latin typeface="Times New Roman"/>
                <a:cs typeface="Times New Roman"/>
              </a:rPr>
              <a:t> </a:t>
            </a:r>
            <a:r>
              <a:rPr sz="1200" spc="-10" dirty="0">
                <a:latin typeface="Times New Roman"/>
                <a:cs typeface="Times New Roman"/>
              </a:rPr>
              <a:t>system. </a:t>
            </a: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system</a:t>
            </a:r>
            <a:r>
              <a:rPr sz="1200" spc="80" dirty="0">
                <a:latin typeface="Times New Roman"/>
                <a:cs typeface="Times New Roman"/>
              </a:rPr>
              <a:t> </a:t>
            </a:r>
            <a:r>
              <a:rPr sz="1200" dirty="0">
                <a:latin typeface="Times New Roman"/>
                <a:cs typeface="Times New Roman"/>
              </a:rPr>
              <a:t>starts</a:t>
            </a:r>
            <a:r>
              <a:rPr sz="1200" spc="95" dirty="0">
                <a:latin typeface="Times New Roman"/>
                <a:cs typeface="Times New Roman"/>
              </a:rPr>
              <a:t> </a:t>
            </a:r>
            <a:r>
              <a:rPr sz="1200" dirty="0">
                <a:latin typeface="Times New Roman"/>
                <a:cs typeface="Times New Roman"/>
              </a:rPr>
              <a:t>with</a:t>
            </a:r>
            <a:r>
              <a:rPr sz="1200" spc="85" dirty="0">
                <a:latin typeface="Times New Roman"/>
                <a:cs typeface="Times New Roman"/>
              </a:rPr>
              <a:t> </a:t>
            </a:r>
            <a:r>
              <a:rPr sz="1200" dirty="0">
                <a:latin typeface="Times New Roman"/>
                <a:cs typeface="Times New Roman"/>
              </a:rPr>
              <a:t>a</a:t>
            </a:r>
            <a:r>
              <a:rPr sz="1200" spc="85" dirty="0">
                <a:latin typeface="Times New Roman"/>
                <a:cs typeface="Times New Roman"/>
              </a:rPr>
              <a:t> </a:t>
            </a:r>
            <a:r>
              <a:rPr sz="1200" dirty="0">
                <a:latin typeface="Times New Roman"/>
                <a:cs typeface="Times New Roman"/>
              </a:rPr>
              <a:t>camera</a:t>
            </a:r>
            <a:r>
              <a:rPr sz="1200" spc="85" dirty="0">
                <a:latin typeface="Times New Roman"/>
                <a:cs typeface="Times New Roman"/>
              </a:rPr>
              <a:t> </a:t>
            </a:r>
            <a:r>
              <a:rPr sz="1200" dirty="0">
                <a:latin typeface="Times New Roman"/>
                <a:cs typeface="Times New Roman"/>
              </a:rPr>
              <a:t>as</a:t>
            </a:r>
            <a:r>
              <a:rPr sz="1200" spc="85" dirty="0">
                <a:latin typeface="Times New Roman"/>
                <a:cs typeface="Times New Roman"/>
              </a:rPr>
              <a:t> </a:t>
            </a: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input</a:t>
            </a:r>
            <a:r>
              <a:rPr sz="1200" spc="85" dirty="0">
                <a:latin typeface="Times New Roman"/>
                <a:cs typeface="Times New Roman"/>
              </a:rPr>
              <a:t> </a:t>
            </a:r>
            <a:r>
              <a:rPr sz="1200" dirty="0">
                <a:latin typeface="Times New Roman"/>
                <a:cs typeface="Times New Roman"/>
              </a:rPr>
              <a:t>source.</a:t>
            </a:r>
            <a:r>
              <a:rPr sz="1200" spc="60" dirty="0">
                <a:latin typeface="Times New Roman"/>
                <a:cs typeface="Times New Roman"/>
              </a:rPr>
              <a:t> </a:t>
            </a:r>
            <a:r>
              <a:rPr sz="1200" dirty="0">
                <a:latin typeface="Times New Roman"/>
                <a:cs typeface="Times New Roman"/>
              </a:rPr>
              <a:t>The</a:t>
            </a:r>
            <a:r>
              <a:rPr sz="1200" spc="85" dirty="0">
                <a:latin typeface="Times New Roman"/>
                <a:cs typeface="Times New Roman"/>
              </a:rPr>
              <a:t> </a:t>
            </a:r>
            <a:r>
              <a:rPr sz="1200" dirty="0">
                <a:latin typeface="Times New Roman"/>
                <a:cs typeface="Times New Roman"/>
              </a:rPr>
              <a:t>camera's</a:t>
            </a:r>
            <a:r>
              <a:rPr sz="1200" spc="90" dirty="0">
                <a:latin typeface="Times New Roman"/>
                <a:cs typeface="Times New Roman"/>
              </a:rPr>
              <a:t> </a:t>
            </a:r>
            <a:r>
              <a:rPr sz="1200" dirty="0">
                <a:latin typeface="Times New Roman"/>
                <a:cs typeface="Times New Roman"/>
              </a:rPr>
              <a:t>output</a:t>
            </a:r>
            <a:r>
              <a:rPr sz="1200" spc="85" dirty="0">
                <a:latin typeface="Times New Roman"/>
                <a:cs typeface="Times New Roman"/>
              </a:rPr>
              <a:t> </a:t>
            </a:r>
            <a:r>
              <a:rPr sz="1200" dirty="0">
                <a:latin typeface="Times New Roman"/>
                <a:cs typeface="Times New Roman"/>
              </a:rPr>
              <a:t>is</a:t>
            </a:r>
            <a:r>
              <a:rPr sz="1200" spc="90" dirty="0">
                <a:latin typeface="Times New Roman"/>
                <a:cs typeface="Times New Roman"/>
              </a:rPr>
              <a:t> </a:t>
            </a:r>
            <a:r>
              <a:rPr sz="1200" dirty="0">
                <a:latin typeface="Times New Roman"/>
                <a:cs typeface="Times New Roman"/>
              </a:rPr>
              <a:t>processed</a:t>
            </a:r>
            <a:r>
              <a:rPr sz="1200" spc="80" dirty="0">
                <a:latin typeface="Times New Roman"/>
                <a:cs typeface="Times New Roman"/>
              </a:rPr>
              <a:t> </a:t>
            </a:r>
            <a:r>
              <a:rPr sz="1200" dirty="0">
                <a:latin typeface="Times New Roman"/>
                <a:cs typeface="Times New Roman"/>
              </a:rPr>
              <a:t>to</a:t>
            </a:r>
            <a:r>
              <a:rPr sz="1200" spc="80" dirty="0">
                <a:latin typeface="Times New Roman"/>
                <a:cs typeface="Times New Roman"/>
              </a:rPr>
              <a:t> </a:t>
            </a:r>
            <a:r>
              <a:rPr sz="1200" dirty="0">
                <a:latin typeface="Times New Roman"/>
                <a:cs typeface="Times New Roman"/>
              </a:rPr>
              <a:t>create</a:t>
            </a:r>
            <a:r>
              <a:rPr sz="1200" spc="80" dirty="0">
                <a:latin typeface="Times New Roman"/>
                <a:cs typeface="Times New Roman"/>
              </a:rPr>
              <a:t> </a:t>
            </a:r>
            <a:r>
              <a:rPr sz="1200" spc="-50" dirty="0">
                <a:latin typeface="Times New Roman"/>
                <a:cs typeface="Times New Roman"/>
              </a:rPr>
              <a:t>a </a:t>
            </a:r>
            <a:r>
              <a:rPr sz="1200" dirty="0">
                <a:latin typeface="Times New Roman"/>
                <a:cs typeface="Times New Roman"/>
              </a:rPr>
              <a:t>'finished</a:t>
            </a:r>
            <a:r>
              <a:rPr sz="1200" spc="-25" dirty="0">
                <a:latin typeface="Times New Roman"/>
                <a:cs typeface="Times New Roman"/>
              </a:rPr>
              <a:t> </a:t>
            </a:r>
            <a:r>
              <a:rPr sz="1200" dirty="0">
                <a:latin typeface="Times New Roman"/>
                <a:cs typeface="Times New Roman"/>
              </a:rPr>
              <a:t>image',</a:t>
            </a:r>
            <a:r>
              <a:rPr sz="1200" spc="-25" dirty="0">
                <a:latin typeface="Times New Roman"/>
                <a:cs typeface="Times New Roman"/>
              </a:rPr>
              <a:t> </a:t>
            </a:r>
            <a:r>
              <a:rPr sz="1200" dirty="0">
                <a:latin typeface="Times New Roman"/>
                <a:cs typeface="Times New Roman"/>
              </a:rPr>
              <a:t>then</a:t>
            </a:r>
            <a:r>
              <a:rPr sz="1200" spc="-20" dirty="0">
                <a:latin typeface="Times New Roman"/>
                <a:cs typeface="Times New Roman"/>
              </a:rPr>
              <a:t> </a:t>
            </a:r>
            <a:r>
              <a:rPr sz="1200" dirty="0">
                <a:latin typeface="Times New Roman"/>
                <a:cs typeface="Times New Roman"/>
              </a:rPr>
              <a:t>further</a:t>
            </a:r>
            <a:r>
              <a:rPr sz="1200" spc="-25" dirty="0">
                <a:latin typeface="Times New Roman"/>
                <a:cs typeface="Times New Roman"/>
              </a:rPr>
              <a:t> </a:t>
            </a:r>
            <a:r>
              <a:rPr sz="1200" dirty="0">
                <a:latin typeface="Times New Roman"/>
                <a:cs typeface="Times New Roman"/>
              </a:rPr>
              <a:t>processed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detect</a:t>
            </a:r>
            <a:r>
              <a:rPr sz="1200" spc="-25" dirty="0">
                <a:latin typeface="Times New Roman"/>
                <a:cs typeface="Times New Roman"/>
              </a:rPr>
              <a:t> </a:t>
            </a:r>
            <a:r>
              <a:rPr sz="1200" dirty="0">
                <a:latin typeface="Times New Roman"/>
                <a:cs typeface="Times New Roman"/>
              </a:rPr>
              <a:t>hands.</a:t>
            </a:r>
            <a:r>
              <a:rPr sz="1200" spc="-1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hands</a:t>
            </a:r>
            <a:r>
              <a:rPr sz="1200" spc="-1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detected,</a:t>
            </a:r>
            <a:r>
              <a:rPr sz="1200" spc="-25" dirty="0">
                <a:latin typeface="Times New Roman"/>
                <a:cs typeface="Times New Roman"/>
              </a:rPr>
              <a:t> </a:t>
            </a:r>
            <a:r>
              <a:rPr sz="1200" dirty="0">
                <a:latin typeface="Times New Roman"/>
                <a:cs typeface="Times New Roman"/>
              </a:rPr>
              <a:t>they</a:t>
            </a:r>
            <a:r>
              <a:rPr sz="1200" spc="-15"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spc="-10" dirty="0">
                <a:latin typeface="Times New Roman"/>
                <a:cs typeface="Times New Roman"/>
              </a:rPr>
              <a:t>processed </a:t>
            </a:r>
            <a:r>
              <a:rPr sz="1200" dirty="0">
                <a:latin typeface="Times New Roman"/>
                <a:cs typeface="Times New Roman"/>
              </a:rPr>
              <a:t>further,</a:t>
            </a:r>
            <a:r>
              <a:rPr sz="1200" spc="229" dirty="0">
                <a:latin typeface="Times New Roman"/>
                <a:cs typeface="Times New Roman"/>
              </a:rPr>
              <a:t> </a:t>
            </a:r>
            <a:r>
              <a:rPr sz="1200" dirty="0">
                <a:latin typeface="Times New Roman"/>
                <a:cs typeface="Times New Roman"/>
              </a:rPr>
              <a:t>to</a:t>
            </a:r>
            <a:r>
              <a:rPr sz="1200" spc="240" dirty="0">
                <a:latin typeface="Times New Roman"/>
                <a:cs typeface="Times New Roman"/>
              </a:rPr>
              <a:t> </a:t>
            </a:r>
            <a:r>
              <a:rPr sz="1200" dirty="0">
                <a:latin typeface="Times New Roman"/>
                <a:cs typeface="Times New Roman"/>
              </a:rPr>
              <a:t>be</a:t>
            </a:r>
            <a:r>
              <a:rPr sz="1200" spc="225" dirty="0">
                <a:latin typeface="Times New Roman"/>
                <a:cs typeface="Times New Roman"/>
              </a:rPr>
              <a:t> </a:t>
            </a:r>
            <a:r>
              <a:rPr sz="1200" dirty="0">
                <a:latin typeface="Times New Roman"/>
                <a:cs typeface="Times New Roman"/>
              </a:rPr>
              <a:t>cropped</a:t>
            </a:r>
            <a:r>
              <a:rPr sz="1200" spc="235" dirty="0">
                <a:latin typeface="Times New Roman"/>
                <a:cs typeface="Times New Roman"/>
              </a:rPr>
              <a:t> </a:t>
            </a:r>
            <a:r>
              <a:rPr sz="1200" dirty="0">
                <a:latin typeface="Times New Roman"/>
                <a:cs typeface="Times New Roman"/>
              </a:rPr>
              <a:t>and</a:t>
            </a:r>
            <a:r>
              <a:rPr sz="1200" spc="229" dirty="0">
                <a:latin typeface="Times New Roman"/>
                <a:cs typeface="Times New Roman"/>
              </a:rPr>
              <a:t> </a:t>
            </a:r>
            <a:r>
              <a:rPr sz="1200" dirty="0">
                <a:latin typeface="Times New Roman"/>
                <a:cs typeface="Times New Roman"/>
              </a:rPr>
              <a:t>then</a:t>
            </a:r>
            <a:r>
              <a:rPr sz="1200" spc="235" dirty="0">
                <a:latin typeface="Times New Roman"/>
                <a:cs typeface="Times New Roman"/>
              </a:rPr>
              <a:t> </a:t>
            </a:r>
            <a:r>
              <a:rPr sz="1200" dirty="0">
                <a:latin typeface="Times New Roman"/>
                <a:cs typeface="Times New Roman"/>
              </a:rPr>
              <a:t>processed</a:t>
            </a:r>
            <a:r>
              <a:rPr sz="1200" spc="229" dirty="0">
                <a:latin typeface="Times New Roman"/>
                <a:cs typeface="Times New Roman"/>
              </a:rPr>
              <a:t> </a:t>
            </a:r>
            <a:r>
              <a:rPr sz="1200" dirty="0">
                <a:latin typeface="Times New Roman"/>
                <a:cs typeface="Times New Roman"/>
              </a:rPr>
              <a:t>for</a:t>
            </a:r>
            <a:r>
              <a:rPr sz="1200" spc="229" dirty="0">
                <a:latin typeface="Times New Roman"/>
                <a:cs typeface="Times New Roman"/>
              </a:rPr>
              <a:t> </a:t>
            </a:r>
            <a:r>
              <a:rPr sz="1200" dirty="0">
                <a:latin typeface="Times New Roman"/>
                <a:cs typeface="Times New Roman"/>
              </a:rPr>
              <a:t>landmark</a:t>
            </a:r>
            <a:r>
              <a:rPr sz="1200" spc="225" dirty="0">
                <a:latin typeface="Times New Roman"/>
                <a:cs typeface="Times New Roman"/>
              </a:rPr>
              <a:t> </a:t>
            </a:r>
            <a:r>
              <a:rPr sz="1200" dirty="0">
                <a:latin typeface="Times New Roman"/>
                <a:cs typeface="Times New Roman"/>
              </a:rPr>
              <a:t>detection.</a:t>
            </a:r>
            <a:r>
              <a:rPr sz="1200" spc="235" dirty="0">
                <a:latin typeface="Times New Roman"/>
                <a:cs typeface="Times New Roman"/>
              </a:rPr>
              <a:t> </a:t>
            </a:r>
            <a:r>
              <a:rPr sz="1200" dirty="0">
                <a:latin typeface="Times New Roman"/>
                <a:cs typeface="Times New Roman"/>
              </a:rPr>
              <a:t>If</a:t>
            </a:r>
            <a:r>
              <a:rPr sz="1200" spc="229" dirty="0">
                <a:latin typeface="Times New Roman"/>
                <a:cs typeface="Times New Roman"/>
              </a:rPr>
              <a:t> </a:t>
            </a:r>
            <a:r>
              <a:rPr sz="1200" dirty="0">
                <a:latin typeface="Times New Roman"/>
                <a:cs typeface="Times New Roman"/>
              </a:rPr>
              <a:t>no</a:t>
            </a:r>
            <a:r>
              <a:rPr sz="1200" spc="229" dirty="0">
                <a:latin typeface="Times New Roman"/>
                <a:cs typeface="Times New Roman"/>
              </a:rPr>
              <a:t> </a:t>
            </a:r>
            <a:r>
              <a:rPr sz="1200" dirty="0">
                <a:latin typeface="Times New Roman"/>
                <a:cs typeface="Times New Roman"/>
              </a:rPr>
              <a:t>hands</a:t>
            </a:r>
            <a:r>
              <a:rPr sz="1200" spc="235" dirty="0">
                <a:latin typeface="Times New Roman"/>
                <a:cs typeface="Times New Roman"/>
              </a:rPr>
              <a:t> </a:t>
            </a:r>
            <a:r>
              <a:rPr sz="1200" dirty="0">
                <a:latin typeface="Times New Roman"/>
                <a:cs typeface="Times New Roman"/>
              </a:rPr>
              <a:t>are</a:t>
            </a:r>
            <a:r>
              <a:rPr sz="1200" spc="220" dirty="0">
                <a:latin typeface="Times New Roman"/>
                <a:cs typeface="Times New Roman"/>
              </a:rPr>
              <a:t> </a:t>
            </a:r>
            <a:r>
              <a:rPr sz="1200" dirty="0">
                <a:latin typeface="Times New Roman"/>
                <a:cs typeface="Times New Roman"/>
              </a:rPr>
              <a:t>found,</a:t>
            </a:r>
            <a:r>
              <a:rPr sz="1200" spc="235" dirty="0">
                <a:latin typeface="Times New Roman"/>
                <a:cs typeface="Times New Roman"/>
              </a:rPr>
              <a:t> </a:t>
            </a:r>
            <a:r>
              <a:rPr sz="1200" spc="-20" dirty="0">
                <a:latin typeface="Times New Roman"/>
                <a:cs typeface="Times New Roman"/>
              </a:rPr>
              <a:t>this </a:t>
            </a:r>
            <a:r>
              <a:rPr sz="1200" dirty="0">
                <a:latin typeface="Times New Roman"/>
                <a:cs typeface="Times New Roman"/>
              </a:rPr>
              <a:t>processing</a:t>
            </a:r>
            <a:r>
              <a:rPr sz="1200" spc="15" dirty="0">
                <a:latin typeface="Times New Roman"/>
                <a:cs typeface="Times New Roman"/>
              </a:rPr>
              <a:t> </a:t>
            </a:r>
            <a:r>
              <a:rPr sz="1200" dirty="0">
                <a:latin typeface="Times New Roman"/>
                <a:cs typeface="Times New Roman"/>
              </a:rPr>
              <a:t>path</a:t>
            </a:r>
            <a:r>
              <a:rPr sz="1200" spc="15" dirty="0">
                <a:latin typeface="Times New Roman"/>
                <a:cs typeface="Times New Roman"/>
              </a:rPr>
              <a:t> </a:t>
            </a:r>
            <a:r>
              <a:rPr sz="1200" dirty="0">
                <a:latin typeface="Times New Roman"/>
                <a:cs typeface="Times New Roman"/>
              </a:rPr>
              <a:t>does</a:t>
            </a:r>
            <a:r>
              <a:rPr sz="1200" spc="20" dirty="0">
                <a:latin typeface="Times New Roman"/>
                <a:cs typeface="Times New Roman"/>
              </a:rPr>
              <a:t> </a:t>
            </a:r>
            <a:r>
              <a:rPr sz="1200" dirty="0">
                <a:latin typeface="Times New Roman"/>
                <a:cs typeface="Times New Roman"/>
              </a:rPr>
              <a:t>not</a:t>
            </a:r>
            <a:r>
              <a:rPr sz="1200" spc="30" dirty="0">
                <a:latin typeface="Times New Roman"/>
                <a:cs typeface="Times New Roman"/>
              </a:rPr>
              <a:t> </a:t>
            </a:r>
            <a:r>
              <a:rPr sz="1200" dirty="0">
                <a:latin typeface="Times New Roman"/>
                <a:cs typeface="Times New Roman"/>
              </a:rPr>
              <a:t>run.</a:t>
            </a:r>
            <a:r>
              <a:rPr sz="1200" spc="25" dirty="0">
                <a:latin typeface="Times New Roman"/>
                <a:cs typeface="Times New Roman"/>
              </a:rPr>
              <a:t> </a:t>
            </a:r>
            <a:r>
              <a:rPr sz="1200" dirty="0">
                <a:latin typeface="Times New Roman"/>
                <a:cs typeface="Times New Roman"/>
              </a:rPr>
              <a:t>Finally,</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output</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landmark</a:t>
            </a:r>
            <a:r>
              <a:rPr sz="1200" spc="15" dirty="0">
                <a:latin typeface="Times New Roman"/>
                <a:cs typeface="Times New Roman"/>
              </a:rPr>
              <a:t> </a:t>
            </a:r>
            <a:r>
              <a:rPr sz="1200" dirty="0">
                <a:latin typeface="Times New Roman"/>
                <a:cs typeface="Times New Roman"/>
              </a:rPr>
              <a:t>detection</a:t>
            </a:r>
            <a:r>
              <a:rPr sz="1200" spc="15" dirty="0">
                <a:latin typeface="Times New Roman"/>
                <a:cs typeface="Times New Roman"/>
              </a:rPr>
              <a:t> </a:t>
            </a:r>
            <a:r>
              <a:rPr sz="1200" dirty="0">
                <a:latin typeface="Times New Roman"/>
                <a:cs typeface="Times New Roman"/>
              </a:rPr>
              <a:t>stage</a:t>
            </a:r>
            <a:r>
              <a:rPr sz="1200" spc="1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used</a:t>
            </a:r>
            <a:r>
              <a:rPr sz="1200" spc="2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create</a:t>
            </a:r>
            <a:r>
              <a:rPr sz="1200" spc="25" dirty="0">
                <a:latin typeface="Times New Roman"/>
                <a:cs typeface="Times New Roman"/>
              </a:rPr>
              <a:t> </a:t>
            </a:r>
            <a:r>
              <a:rPr sz="1200" spc="-50" dirty="0">
                <a:latin typeface="Times New Roman"/>
                <a:cs typeface="Times New Roman"/>
              </a:rPr>
              <a:t>a </a:t>
            </a:r>
            <a:r>
              <a:rPr sz="1200" dirty="0">
                <a:latin typeface="Times New Roman"/>
                <a:cs typeface="Times New Roman"/>
              </a:rPr>
              <a:t>rendered</a:t>
            </a:r>
            <a:r>
              <a:rPr sz="1200" spc="15" dirty="0">
                <a:latin typeface="Times New Roman"/>
                <a:cs typeface="Times New Roman"/>
              </a:rPr>
              <a:t> </a:t>
            </a:r>
            <a:r>
              <a:rPr sz="1200" dirty="0">
                <a:latin typeface="Times New Roman"/>
                <a:cs typeface="Times New Roman"/>
              </a:rPr>
              <a:t>image.</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rendered</a:t>
            </a:r>
            <a:r>
              <a:rPr sz="1200" spc="20" dirty="0">
                <a:latin typeface="Times New Roman"/>
                <a:cs typeface="Times New Roman"/>
              </a:rPr>
              <a:t> </a:t>
            </a:r>
            <a:r>
              <a:rPr sz="1200" dirty="0">
                <a:latin typeface="Times New Roman"/>
                <a:cs typeface="Times New Roman"/>
              </a:rPr>
              <a:t>image</a:t>
            </a:r>
            <a:r>
              <a:rPr sz="1200" spc="1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likely</a:t>
            </a:r>
            <a:r>
              <a:rPr sz="1200" spc="15" dirty="0">
                <a:latin typeface="Times New Roman"/>
                <a:cs typeface="Times New Roman"/>
              </a:rPr>
              <a:t> </a:t>
            </a:r>
            <a:r>
              <a:rPr sz="1200" dirty="0">
                <a:latin typeface="Times New Roman"/>
                <a:cs typeface="Times New Roman"/>
              </a:rPr>
              <a:t>outputted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display</a:t>
            </a:r>
            <a:r>
              <a:rPr sz="1200" spc="-5" dirty="0">
                <a:latin typeface="Times New Roman"/>
                <a:cs typeface="Times New Roman"/>
              </a:rPr>
              <a:t> </a:t>
            </a:r>
            <a:r>
              <a:rPr sz="1200" dirty="0">
                <a:latin typeface="Times New Roman"/>
                <a:cs typeface="Times New Roman"/>
              </a:rPr>
              <a:t>This</a:t>
            </a:r>
            <a:r>
              <a:rPr sz="1200" spc="10" dirty="0">
                <a:latin typeface="Times New Roman"/>
                <a:cs typeface="Times New Roman"/>
              </a:rPr>
              <a:t> </a:t>
            </a:r>
            <a:r>
              <a:rPr sz="1200" dirty="0">
                <a:latin typeface="Times New Roman"/>
                <a:cs typeface="Times New Roman"/>
              </a:rPr>
              <a:t>appears</a:t>
            </a:r>
            <a:r>
              <a:rPr sz="1200" spc="1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spc="-10" dirty="0">
                <a:latin typeface="Times New Roman"/>
                <a:cs typeface="Times New Roman"/>
              </a:rPr>
              <a:t>simplified representation</a:t>
            </a:r>
            <a:r>
              <a:rPr sz="1200" spc="-1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system,</a:t>
            </a:r>
            <a:r>
              <a:rPr sz="1200" spc="-10" dirty="0">
                <a:latin typeface="Times New Roman"/>
                <a:cs typeface="Times New Roman"/>
              </a:rPr>
              <a:t> </a:t>
            </a:r>
            <a:r>
              <a:rPr sz="1200" dirty="0">
                <a:latin typeface="Times New Roman"/>
                <a:cs typeface="Times New Roman"/>
              </a:rPr>
              <a:t>highlighting</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key</a:t>
            </a:r>
            <a:r>
              <a:rPr sz="1200" spc="-10" dirty="0">
                <a:latin typeface="Times New Roman"/>
                <a:cs typeface="Times New Roman"/>
              </a:rPr>
              <a:t> </a:t>
            </a:r>
            <a:r>
              <a:rPr sz="1200" dirty="0">
                <a:latin typeface="Times New Roman"/>
                <a:cs typeface="Times New Roman"/>
              </a:rPr>
              <a:t>stages</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process.</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p>
            <a:pPr marL="12700">
              <a:lnSpc>
                <a:spcPct val="100000"/>
              </a:lnSpc>
            </a:pPr>
            <a:r>
              <a:rPr sz="1600" b="1" dirty="0">
                <a:latin typeface="Times New Roman"/>
                <a:cs typeface="Times New Roman"/>
              </a:rPr>
              <a:t>5.2</a:t>
            </a:r>
            <a:r>
              <a:rPr sz="1600" b="1" spc="-50" dirty="0">
                <a:latin typeface="Times New Roman"/>
                <a:cs typeface="Times New Roman"/>
              </a:rPr>
              <a:t> </a:t>
            </a:r>
            <a:r>
              <a:rPr sz="1600" b="1" dirty="0">
                <a:latin typeface="Times New Roman"/>
                <a:cs typeface="Times New Roman"/>
              </a:rPr>
              <a:t>Output</a:t>
            </a:r>
            <a:r>
              <a:rPr sz="1600" b="1" spc="-40" dirty="0">
                <a:latin typeface="Times New Roman"/>
                <a:cs typeface="Times New Roman"/>
              </a:rPr>
              <a:t> </a:t>
            </a:r>
            <a:r>
              <a:rPr sz="1600" b="1" spc="-10" dirty="0">
                <a:latin typeface="Times New Roman"/>
                <a:cs typeface="Times New Roman"/>
              </a:rPr>
              <a:t>design</a:t>
            </a:r>
            <a:endParaRPr sz="1600" dirty="0">
              <a:latin typeface="Times New Roman"/>
              <a:cs typeface="Times New Roman"/>
            </a:endParaRPr>
          </a:p>
          <a:p>
            <a:pPr marL="12700" marR="5715" indent="456565" algn="just">
              <a:lnSpc>
                <a:spcPct val="143800"/>
              </a:lnSpc>
              <a:spcBef>
                <a:spcPts val="1030"/>
              </a:spcBef>
            </a:pPr>
            <a:r>
              <a:rPr sz="1200" dirty="0">
                <a:latin typeface="Times New Roman"/>
                <a:cs typeface="Times New Roman"/>
              </a:rPr>
              <a:t>The</a:t>
            </a:r>
            <a:r>
              <a:rPr sz="1200" spc="245" dirty="0">
                <a:latin typeface="Times New Roman"/>
                <a:cs typeface="Times New Roman"/>
              </a:rPr>
              <a:t> </a:t>
            </a:r>
            <a:r>
              <a:rPr sz="1200" dirty="0">
                <a:latin typeface="Times New Roman"/>
                <a:cs typeface="Times New Roman"/>
              </a:rPr>
              <a:t>design</a:t>
            </a:r>
            <a:r>
              <a:rPr sz="1200" spc="254" dirty="0">
                <a:latin typeface="Times New Roman"/>
                <a:cs typeface="Times New Roman"/>
              </a:rPr>
              <a:t> </a:t>
            </a:r>
            <a:r>
              <a:rPr sz="1200" dirty="0">
                <a:latin typeface="Times New Roman"/>
                <a:cs typeface="Times New Roman"/>
              </a:rPr>
              <a:t>of</a:t>
            </a:r>
            <a:r>
              <a:rPr sz="1200" spc="250" dirty="0">
                <a:latin typeface="Times New Roman"/>
                <a:cs typeface="Times New Roman"/>
              </a:rPr>
              <a:t> </a:t>
            </a:r>
            <a:r>
              <a:rPr sz="1200" dirty="0">
                <a:latin typeface="Times New Roman"/>
                <a:cs typeface="Times New Roman"/>
              </a:rPr>
              <a:t>output</a:t>
            </a:r>
            <a:r>
              <a:rPr sz="1200" spc="254" dirty="0">
                <a:latin typeface="Times New Roman"/>
                <a:cs typeface="Times New Roman"/>
              </a:rPr>
              <a:t> </a:t>
            </a:r>
            <a:r>
              <a:rPr sz="1200" dirty="0">
                <a:latin typeface="Times New Roman"/>
                <a:cs typeface="Times New Roman"/>
              </a:rPr>
              <a:t>is</a:t>
            </a:r>
            <a:r>
              <a:rPr sz="1200" spc="254" dirty="0">
                <a:latin typeface="Times New Roman"/>
                <a:cs typeface="Times New Roman"/>
              </a:rPr>
              <a:t> </a:t>
            </a:r>
            <a:r>
              <a:rPr sz="1200" dirty="0">
                <a:latin typeface="Times New Roman"/>
                <a:cs typeface="Times New Roman"/>
              </a:rPr>
              <a:t>the</a:t>
            </a:r>
            <a:r>
              <a:rPr sz="1200" spc="250" dirty="0">
                <a:latin typeface="Times New Roman"/>
                <a:cs typeface="Times New Roman"/>
              </a:rPr>
              <a:t> </a:t>
            </a:r>
            <a:r>
              <a:rPr sz="1200" dirty="0">
                <a:latin typeface="Times New Roman"/>
                <a:cs typeface="Times New Roman"/>
              </a:rPr>
              <a:t>most</a:t>
            </a:r>
            <a:r>
              <a:rPr sz="1200" spc="254" dirty="0">
                <a:latin typeface="Times New Roman"/>
                <a:cs typeface="Times New Roman"/>
              </a:rPr>
              <a:t> </a:t>
            </a:r>
            <a:r>
              <a:rPr sz="1200" dirty="0">
                <a:latin typeface="Times New Roman"/>
                <a:cs typeface="Times New Roman"/>
              </a:rPr>
              <a:t>important</a:t>
            </a:r>
            <a:r>
              <a:rPr sz="1200" spc="254" dirty="0">
                <a:latin typeface="Times New Roman"/>
                <a:cs typeface="Times New Roman"/>
              </a:rPr>
              <a:t> </a:t>
            </a:r>
            <a:r>
              <a:rPr sz="1200" dirty="0">
                <a:latin typeface="Times New Roman"/>
                <a:cs typeface="Times New Roman"/>
              </a:rPr>
              <a:t>task</a:t>
            </a:r>
            <a:r>
              <a:rPr sz="1200" spc="250" dirty="0">
                <a:latin typeface="Times New Roman"/>
                <a:cs typeface="Times New Roman"/>
              </a:rPr>
              <a:t> </a:t>
            </a:r>
            <a:r>
              <a:rPr sz="1200" dirty="0">
                <a:latin typeface="Times New Roman"/>
                <a:cs typeface="Times New Roman"/>
              </a:rPr>
              <a:t>of</a:t>
            </a:r>
            <a:r>
              <a:rPr sz="1200" spc="250" dirty="0">
                <a:latin typeface="Times New Roman"/>
                <a:cs typeface="Times New Roman"/>
              </a:rPr>
              <a:t> </a:t>
            </a:r>
            <a:r>
              <a:rPr sz="1200" dirty="0">
                <a:latin typeface="Times New Roman"/>
                <a:cs typeface="Times New Roman"/>
              </a:rPr>
              <a:t>any</a:t>
            </a:r>
            <a:r>
              <a:rPr sz="1200" spc="250" dirty="0">
                <a:latin typeface="Times New Roman"/>
                <a:cs typeface="Times New Roman"/>
              </a:rPr>
              <a:t> </a:t>
            </a:r>
            <a:r>
              <a:rPr sz="1200" dirty="0">
                <a:latin typeface="Times New Roman"/>
                <a:cs typeface="Times New Roman"/>
              </a:rPr>
              <a:t>system.</a:t>
            </a:r>
            <a:r>
              <a:rPr sz="1200" spc="254" dirty="0">
                <a:latin typeface="Times New Roman"/>
                <a:cs typeface="Times New Roman"/>
              </a:rPr>
              <a:t> </a:t>
            </a:r>
            <a:r>
              <a:rPr sz="1200" dirty="0">
                <a:latin typeface="Times New Roman"/>
                <a:cs typeface="Times New Roman"/>
              </a:rPr>
              <a:t>During</a:t>
            </a:r>
            <a:r>
              <a:rPr sz="1200" spc="250" dirty="0">
                <a:latin typeface="Times New Roman"/>
                <a:cs typeface="Times New Roman"/>
              </a:rPr>
              <a:t> </a:t>
            </a:r>
            <a:r>
              <a:rPr sz="1200" dirty="0">
                <a:latin typeface="Times New Roman"/>
                <a:cs typeface="Times New Roman"/>
              </a:rPr>
              <a:t>output</a:t>
            </a:r>
            <a:r>
              <a:rPr sz="1200" spc="254" dirty="0">
                <a:latin typeface="Times New Roman"/>
                <a:cs typeface="Times New Roman"/>
              </a:rPr>
              <a:t> </a:t>
            </a:r>
            <a:r>
              <a:rPr sz="1200" spc="-10" dirty="0">
                <a:latin typeface="Times New Roman"/>
                <a:cs typeface="Times New Roman"/>
              </a:rPr>
              <a:t>design, </a:t>
            </a:r>
            <a:r>
              <a:rPr sz="1200" dirty="0">
                <a:latin typeface="Times New Roman"/>
                <a:cs typeface="Times New Roman"/>
              </a:rPr>
              <a:t>developers</a:t>
            </a:r>
            <a:r>
              <a:rPr sz="1200" spc="195" dirty="0">
                <a:latin typeface="Times New Roman"/>
                <a:cs typeface="Times New Roman"/>
              </a:rPr>
              <a:t> </a:t>
            </a:r>
            <a:r>
              <a:rPr sz="1200" dirty="0">
                <a:latin typeface="Times New Roman"/>
                <a:cs typeface="Times New Roman"/>
              </a:rPr>
              <a:t>identify</a:t>
            </a:r>
            <a:r>
              <a:rPr sz="1200" spc="190" dirty="0">
                <a:latin typeface="Times New Roman"/>
                <a:cs typeface="Times New Roman"/>
              </a:rPr>
              <a:t> </a:t>
            </a:r>
            <a:r>
              <a:rPr sz="1200" dirty="0">
                <a:latin typeface="Times New Roman"/>
                <a:cs typeface="Times New Roman"/>
              </a:rPr>
              <a:t>the</a:t>
            </a:r>
            <a:r>
              <a:rPr sz="1200" spc="204" dirty="0">
                <a:latin typeface="Times New Roman"/>
                <a:cs typeface="Times New Roman"/>
              </a:rPr>
              <a:t> </a:t>
            </a:r>
            <a:r>
              <a:rPr sz="1200" dirty="0">
                <a:latin typeface="Times New Roman"/>
                <a:cs typeface="Times New Roman"/>
              </a:rPr>
              <a:t>type</a:t>
            </a:r>
            <a:r>
              <a:rPr sz="1200" spc="190" dirty="0">
                <a:latin typeface="Times New Roman"/>
                <a:cs typeface="Times New Roman"/>
              </a:rPr>
              <a:t> </a:t>
            </a:r>
            <a:r>
              <a:rPr sz="1200" dirty="0">
                <a:latin typeface="Times New Roman"/>
                <a:cs typeface="Times New Roman"/>
              </a:rPr>
              <a:t>of</a:t>
            </a:r>
            <a:r>
              <a:rPr sz="1200" spc="190" dirty="0">
                <a:latin typeface="Times New Roman"/>
                <a:cs typeface="Times New Roman"/>
              </a:rPr>
              <a:t> </a:t>
            </a:r>
            <a:r>
              <a:rPr sz="1200" dirty="0">
                <a:latin typeface="Times New Roman"/>
                <a:cs typeface="Times New Roman"/>
              </a:rPr>
              <a:t>outputs</a:t>
            </a:r>
            <a:r>
              <a:rPr sz="1200" spc="195" dirty="0">
                <a:latin typeface="Times New Roman"/>
                <a:cs typeface="Times New Roman"/>
              </a:rPr>
              <a:t> </a:t>
            </a:r>
            <a:r>
              <a:rPr sz="1200" dirty="0">
                <a:latin typeface="Times New Roman"/>
                <a:cs typeface="Times New Roman"/>
              </a:rPr>
              <a:t>needed,</a:t>
            </a:r>
            <a:r>
              <a:rPr sz="1200" spc="210" dirty="0">
                <a:latin typeface="Times New Roman"/>
                <a:cs typeface="Times New Roman"/>
              </a:rPr>
              <a:t> </a:t>
            </a:r>
            <a:r>
              <a:rPr sz="1200" dirty="0">
                <a:latin typeface="Times New Roman"/>
                <a:cs typeface="Times New Roman"/>
              </a:rPr>
              <a:t>and</a:t>
            </a:r>
            <a:r>
              <a:rPr sz="1200" spc="195" dirty="0">
                <a:latin typeface="Times New Roman"/>
                <a:cs typeface="Times New Roman"/>
              </a:rPr>
              <a:t> </a:t>
            </a:r>
            <a:r>
              <a:rPr sz="1200" dirty="0">
                <a:latin typeface="Times New Roman"/>
                <a:cs typeface="Times New Roman"/>
              </a:rPr>
              <a:t>consider</a:t>
            </a:r>
            <a:r>
              <a:rPr sz="1200" spc="190" dirty="0">
                <a:latin typeface="Times New Roman"/>
                <a:cs typeface="Times New Roman"/>
              </a:rPr>
              <a:t> </a:t>
            </a:r>
            <a:r>
              <a:rPr sz="1200" dirty="0">
                <a:latin typeface="Times New Roman"/>
                <a:cs typeface="Times New Roman"/>
              </a:rPr>
              <a:t>the</a:t>
            </a:r>
            <a:r>
              <a:rPr sz="1200" spc="190" dirty="0">
                <a:latin typeface="Times New Roman"/>
                <a:cs typeface="Times New Roman"/>
              </a:rPr>
              <a:t> </a:t>
            </a:r>
            <a:r>
              <a:rPr sz="1200" dirty="0">
                <a:latin typeface="Times New Roman"/>
                <a:cs typeface="Times New Roman"/>
              </a:rPr>
              <a:t>necessary</a:t>
            </a:r>
            <a:r>
              <a:rPr sz="1200" spc="195" dirty="0">
                <a:latin typeface="Times New Roman"/>
                <a:cs typeface="Times New Roman"/>
              </a:rPr>
              <a:t> </a:t>
            </a:r>
            <a:r>
              <a:rPr sz="1200" dirty="0">
                <a:latin typeface="Times New Roman"/>
                <a:cs typeface="Times New Roman"/>
              </a:rPr>
              <a:t>output</a:t>
            </a:r>
            <a:r>
              <a:rPr sz="1200" spc="200" dirty="0">
                <a:latin typeface="Times New Roman"/>
                <a:cs typeface="Times New Roman"/>
              </a:rPr>
              <a:t> </a:t>
            </a:r>
            <a:r>
              <a:rPr sz="1200" dirty="0">
                <a:latin typeface="Times New Roman"/>
                <a:cs typeface="Times New Roman"/>
              </a:rPr>
              <a:t>controls</a:t>
            </a:r>
            <a:r>
              <a:rPr sz="1200" spc="210" dirty="0">
                <a:latin typeface="Times New Roman"/>
                <a:cs typeface="Times New Roman"/>
              </a:rPr>
              <a:t> </a:t>
            </a:r>
            <a:r>
              <a:rPr sz="1200" spc="-25" dirty="0">
                <a:latin typeface="Times New Roman"/>
                <a:cs typeface="Times New Roman"/>
              </a:rPr>
              <a:t>and </a:t>
            </a:r>
            <a:r>
              <a:rPr sz="1200" dirty="0">
                <a:latin typeface="Times New Roman"/>
                <a:cs typeface="Times New Roman"/>
              </a:rPr>
              <a:t>prototype</a:t>
            </a:r>
            <a:r>
              <a:rPr sz="1200" spc="-50" dirty="0">
                <a:latin typeface="Times New Roman"/>
                <a:cs typeface="Times New Roman"/>
              </a:rPr>
              <a:t> </a:t>
            </a:r>
            <a:r>
              <a:rPr sz="1200" dirty="0">
                <a:latin typeface="Times New Roman"/>
                <a:cs typeface="Times New Roman"/>
              </a:rPr>
              <a:t>report</a:t>
            </a:r>
            <a:r>
              <a:rPr sz="1200" spc="-45" dirty="0">
                <a:latin typeface="Times New Roman"/>
                <a:cs typeface="Times New Roman"/>
              </a:rPr>
              <a:t> </a:t>
            </a:r>
            <a:r>
              <a:rPr sz="1200" dirty="0">
                <a:latin typeface="Times New Roman"/>
                <a:cs typeface="Times New Roman"/>
              </a:rPr>
              <a:t>layouts.</a:t>
            </a:r>
            <a:r>
              <a:rPr sz="1200" spc="-5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system</a:t>
            </a:r>
            <a:r>
              <a:rPr sz="1200" spc="-40" dirty="0">
                <a:latin typeface="Times New Roman"/>
                <a:cs typeface="Times New Roman"/>
              </a:rPr>
              <a:t> </a:t>
            </a:r>
            <a:r>
              <a:rPr sz="1200" dirty="0">
                <a:latin typeface="Times New Roman"/>
                <a:cs typeface="Times New Roman"/>
              </a:rPr>
              <a:t>prioritizes</a:t>
            </a:r>
            <a:r>
              <a:rPr sz="1200" spc="-30" dirty="0">
                <a:latin typeface="Times New Roman"/>
                <a:cs typeface="Times New Roman"/>
              </a:rPr>
              <a:t> </a:t>
            </a:r>
            <a:r>
              <a:rPr sz="1200" dirty="0">
                <a:latin typeface="Times New Roman"/>
                <a:cs typeface="Times New Roman"/>
              </a:rPr>
              <a:t>hand</a:t>
            </a:r>
            <a:r>
              <a:rPr sz="1200" spc="-45" dirty="0">
                <a:latin typeface="Times New Roman"/>
                <a:cs typeface="Times New Roman"/>
              </a:rPr>
              <a:t> </a:t>
            </a:r>
            <a:r>
              <a:rPr sz="1200" dirty="0">
                <a:latin typeface="Times New Roman"/>
                <a:cs typeface="Times New Roman"/>
              </a:rPr>
              <a:t>detection</a:t>
            </a:r>
            <a:r>
              <a:rPr sz="1200" spc="-45" dirty="0">
                <a:latin typeface="Times New Roman"/>
                <a:cs typeface="Times New Roman"/>
              </a:rPr>
              <a:t> </a:t>
            </a:r>
            <a:r>
              <a:rPr sz="1200" dirty="0">
                <a:latin typeface="Times New Roman"/>
                <a:cs typeface="Times New Roman"/>
              </a:rPr>
              <a:t>only</a:t>
            </a:r>
            <a:r>
              <a:rPr sz="1200" spc="-40"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specific</a:t>
            </a:r>
            <a:r>
              <a:rPr sz="1200" spc="-50" dirty="0">
                <a:latin typeface="Times New Roman"/>
                <a:cs typeface="Times New Roman"/>
              </a:rPr>
              <a:t> </a:t>
            </a:r>
            <a:r>
              <a:rPr sz="1200" dirty="0">
                <a:latin typeface="Times New Roman"/>
                <a:cs typeface="Times New Roman"/>
              </a:rPr>
              <a:t>scenarios</a:t>
            </a:r>
            <a:r>
              <a:rPr sz="1200" spc="-45" dirty="0">
                <a:latin typeface="Times New Roman"/>
                <a:cs typeface="Times New Roman"/>
              </a:rPr>
              <a:t> </a:t>
            </a:r>
            <a:r>
              <a:rPr sz="1200" dirty="0">
                <a:latin typeface="Times New Roman"/>
                <a:cs typeface="Times New Roman"/>
              </a:rPr>
              <a:t>(first</a:t>
            </a:r>
            <a:r>
              <a:rPr sz="1200" spc="-35" dirty="0">
                <a:latin typeface="Times New Roman"/>
                <a:cs typeface="Times New Roman"/>
              </a:rPr>
              <a:t> </a:t>
            </a:r>
            <a:r>
              <a:rPr sz="1200" spc="-10" dirty="0">
                <a:latin typeface="Times New Roman"/>
                <a:cs typeface="Times New Roman"/>
              </a:rPr>
              <a:t>frame </a:t>
            </a:r>
            <a:r>
              <a:rPr sz="1200" dirty="0">
                <a:latin typeface="Times New Roman"/>
                <a:cs typeface="Times New Roman"/>
              </a:rPr>
              <a:t>or</a:t>
            </a:r>
            <a:r>
              <a:rPr sz="1200" spc="215" dirty="0">
                <a:latin typeface="Times New Roman"/>
                <a:cs typeface="Times New Roman"/>
              </a:rPr>
              <a:t> </a:t>
            </a:r>
            <a:r>
              <a:rPr sz="1200" dirty="0">
                <a:latin typeface="Times New Roman"/>
                <a:cs typeface="Times New Roman"/>
              </a:rPr>
              <a:t>hand</a:t>
            </a:r>
            <a:r>
              <a:rPr sz="1200" spc="220" dirty="0">
                <a:latin typeface="Times New Roman"/>
                <a:cs typeface="Times New Roman"/>
              </a:rPr>
              <a:t> </a:t>
            </a:r>
            <a:r>
              <a:rPr sz="1200" dirty="0">
                <a:latin typeface="Times New Roman"/>
                <a:cs typeface="Times New Roman"/>
              </a:rPr>
              <a:t>missing).</a:t>
            </a:r>
            <a:r>
              <a:rPr sz="1200" spc="185" dirty="0">
                <a:latin typeface="Times New Roman"/>
                <a:cs typeface="Times New Roman"/>
              </a:rPr>
              <a:t> </a:t>
            </a:r>
            <a:r>
              <a:rPr sz="1200" dirty="0">
                <a:latin typeface="Times New Roman"/>
                <a:cs typeface="Times New Roman"/>
              </a:rPr>
              <a:t>This</a:t>
            </a:r>
            <a:r>
              <a:rPr sz="1200" spc="235" dirty="0">
                <a:latin typeface="Times New Roman"/>
                <a:cs typeface="Times New Roman"/>
              </a:rPr>
              <a:t> </a:t>
            </a:r>
            <a:r>
              <a:rPr sz="1200" dirty="0">
                <a:latin typeface="Times New Roman"/>
                <a:cs typeface="Times New Roman"/>
              </a:rPr>
              <a:t>suggests</a:t>
            </a:r>
            <a:r>
              <a:rPr sz="1200" spc="225" dirty="0">
                <a:latin typeface="Times New Roman"/>
                <a:cs typeface="Times New Roman"/>
              </a:rPr>
              <a:t> </a:t>
            </a:r>
            <a:r>
              <a:rPr sz="1200" dirty="0">
                <a:latin typeface="Times New Roman"/>
                <a:cs typeface="Times New Roman"/>
              </a:rPr>
              <a:t>a</a:t>
            </a:r>
            <a:r>
              <a:rPr sz="1200" spc="220" dirty="0">
                <a:latin typeface="Times New Roman"/>
                <a:cs typeface="Times New Roman"/>
              </a:rPr>
              <a:t> </a:t>
            </a:r>
            <a:r>
              <a:rPr sz="1200" dirty="0">
                <a:latin typeface="Times New Roman"/>
                <a:cs typeface="Times New Roman"/>
              </a:rPr>
              <a:t>focus</a:t>
            </a:r>
            <a:r>
              <a:rPr sz="1200" spc="229" dirty="0">
                <a:latin typeface="Times New Roman"/>
                <a:cs typeface="Times New Roman"/>
              </a:rPr>
              <a:t> </a:t>
            </a:r>
            <a:r>
              <a:rPr sz="1200" dirty="0">
                <a:latin typeface="Times New Roman"/>
                <a:cs typeface="Times New Roman"/>
              </a:rPr>
              <a:t>on</a:t>
            </a:r>
            <a:r>
              <a:rPr sz="1200" spc="220" dirty="0">
                <a:latin typeface="Times New Roman"/>
                <a:cs typeface="Times New Roman"/>
              </a:rPr>
              <a:t> </a:t>
            </a:r>
            <a:r>
              <a:rPr sz="1200" dirty="0">
                <a:latin typeface="Times New Roman"/>
                <a:cs typeface="Times New Roman"/>
              </a:rPr>
              <a:t>efficiency,</a:t>
            </a:r>
            <a:r>
              <a:rPr sz="1200" spc="225" dirty="0">
                <a:latin typeface="Times New Roman"/>
                <a:cs typeface="Times New Roman"/>
              </a:rPr>
              <a:t> </a:t>
            </a:r>
            <a:r>
              <a:rPr sz="1200" dirty="0">
                <a:latin typeface="Times New Roman"/>
                <a:cs typeface="Times New Roman"/>
              </a:rPr>
              <a:t>avoiding</a:t>
            </a:r>
            <a:r>
              <a:rPr sz="1200" spc="220" dirty="0">
                <a:latin typeface="Times New Roman"/>
                <a:cs typeface="Times New Roman"/>
              </a:rPr>
              <a:t> </a:t>
            </a:r>
            <a:r>
              <a:rPr sz="1200" dirty="0">
                <a:latin typeface="Times New Roman"/>
                <a:cs typeface="Times New Roman"/>
              </a:rPr>
              <a:t>unnecessary</a:t>
            </a:r>
            <a:r>
              <a:rPr sz="1200" spc="229" dirty="0">
                <a:latin typeface="Times New Roman"/>
                <a:cs typeface="Times New Roman"/>
              </a:rPr>
              <a:t> </a:t>
            </a:r>
            <a:r>
              <a:rPr sz="1200" spc="-10" dirty="0">
                <a:latin typeface="Times New Roman"/>
                <a:cs typeface="Times New Roman"/>
              </a:rPr>
              <a:t>computations.The </a:t>
            </a:r>
            <a:r>
              <a:rPr sz="1200" dirty="0">
                <a:latin typeface="Times New Roman"/>
                <a:cs typeface="Times New Roman"/>
              </a:rPr>
              <a:t>pipeline</a:t>
            </a:r>
            <a:r>
              <a:rPr sz="1200" spc="-45" dirty="0">
                <a:latin typeface="Times New Roman"/>
                <a:cs typeface="Times New Roman"/>
              </a:rPr>
              <a:t> </a:t>
            </a:r>
            <a:r>
              <a:rPr sz="1200" dirty="0">
                <a:latin typeface="Times New Roman"/>
                <a:cs typeface="Times New Roman"/>
              </a:rPr>
              <a:t>involves</a:t>
            </a:r>
            <a:r>
              <a:rPr sz="1200" spc="-40" dirty="0">
                <a:latin typeface="Times New Roman"/>
                <a:cs typeface="Times New Roman"/>
              </a:rPr>
              <a:t> </a:t>
            </a:r>
            <a:r>
              <a:rPr sz="1200" dirty="0">
                <a:latin typeface="Times New Roman"/>
                <a:cs typeface="Times New Roman"/>
              </a:rPr>
              <a:t>cropping</a:t>
            </a:r>
            <a:r>
              <a:rPr sz="1200" spc="-4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image</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hand</a:t>
            </a:r>
            <a:r>
              <a:rPr sz="1200" spc="-25" dirty="0">
                <a:latin typeface="Times New Roman"/>
                <a:cs typeface="Times New Roman"/>
              </a:rPr>
              <a:t> </a:t>
            </a:r>
            <a:r>
              <a:rPr sz="1200" dirty="0">
                <a:latin typeface="Times New Roman"/>
                <a:cs typeface="Times New Roman"/>
              </a:rPr>
              <a:t>region,</a:t>
            </a:r>
            <a:r>
              <a:rPr sz="1200" spc="-35" dirty="0">
                <a:latin typeface="Times New Roman"/>
                <a:cs typeface="Times New Roman"/>
              </a:rPr>
              <a:t> </a:t>
            </a:r>
            <a:r>
              <a:rPr sz="1200" dirty="0">
                <a:latin typeface="Times New Roman"/>
                <a:cs typeface="Times New Roman"/>
              </a:rPr>
              <a:t>emphasizing</a:t>
            </a:r>
            <a:r>
              <a:rPr sz="1200" spc="-3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analyzing</a:t>
            </a:r>
            <a:r>
              <a:rPr sz="1200" spc="-40" dirty="0">
                <a:latin typeface="Times New Roman"/>
                <a:cs typeface="Times New Roman"/>
              </a:rPr>
              <a:t> </a:t>
            </a:r>
            <a:r>
              <a:rPr sz="1200" dirty="0">
                <a:latin typeface="Times New Roman"/>
                <a:cs typeface="Times New Roman"/>
              </a:rPr>
              <a:t>only</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relevant </a:t>
            </a:r>
            <a:r>
              <a:rPr sz="1200" dirty="0">
                <a:latin typeface="Times New Roman"/>
                <a:cs typeface="Times New Roman"/>
              </a:rPr>
              <a:t>area.The</a:t>
            </a:r>
            <a:r>
              <a:rPr sz="1200" spc="225" dirty="0">
                <a:latin typeface="Times New Roman"/>
                <a:cs typeface="Times New Roman"/>
              </a:rPr>
              <a:t> </a:t>
            </a:r>
            <a:r>
              <a:rPr sz="1200" dirty="0">
                <a:latin typeface="Times New Roman"/>
                <a:cs typeface="Times New Roman"/>
              </a:rPr>
              <a:t>final</a:t>
            </a:r>
            <a:r>
              <a:rPr sz="1200" spc="240" dirty="0">
                <a:latin typeface="Times New Roman"/>
                <a:cs typeface="Times New Roman"/>
              </a:rPr>
              <a:t> </a:t>
            </a:r>
            <a:r>
              <a:rPr sz="1200" dirty="0">
                <a:latin typeface="Times New Roman"/>
                <a:cs typeface="Times New Roman"/>
              </a:rPr>
              <a:t>output</a:t>
            </a:r>
            <a:r>
              <a:rPr sz="1200" spc="235" dirty="0">
                <a:latin typeface="Times New Roman"/>
                <a:cs typeface="Times New Roman"/>
              </a:rPr>
              <a:t> </a:t>
            </a:r>
            <a:r>
              <a:rPr sz="1200" dirty="0">
                <a:latin typeface="Times New Roman"/>
                <a:cs typeface="Times New Roman"/>
              </a:rPr>
              <a:t>image</a:t>
            </a:r>
            <a:r>
              <a:rPr sz="1200" spc="235" dirty="0">
                <a:latin typeface="Times New Roman"/>
                <a:cs typeface="Times New Roman"/>
              </a:rPr>
              <a:t> </a:t>
            </a:r>
            <a:r>
              <a:rPr sz="1200" dirty="0">
                <a:latin typeface="Times New Roman"/>
                <a:cs typeface="Times New Roman"/>
              </a:rPr>
              <a:t>includes</a:t>
            </a:r>
            <a:r>
              <a:rPr sz="1200" spc="235" dirty="0">
                <a:latin typeface="Times New Roman"/>
                <a:cs typeface="Times New Roman"/>
              </a:rPr>
              <a:t> </a:t>
            </a:r>
            <a:r>
              <a:rPr sz="1200" dirty="0">
                <a:latin typeface="Times New Roman"/>
                <a:cs typeface="Times New Roman"/>
              </a:rPr>
              <a:t>landmark</a:t>
            </a:r>
            <a:r>
              <a:rPr sz="1200" spc="235" dirty="0">
                <a:latin typeface="Times New Roman"/>
                <a:cs typeface="Times New Roman"/>
              </a:rPr>
              <a:t> </a:t>
            </a:r>
            <a:r>
              <a:rPr sz="1200" dirty="0">
                <a:latin typeface="Times New Roman"/>
                <a:cs typeface="Times New Roman"/>
              </a:rPr>
              <a:t>annotations,</a:t>
            </a:r>
            <a:r>
              <a:rPr sz="1200" spc="235" dirty="0">
                <a:latin typeface="Times New Roman"/>
                <a:cs typeface="Times New Roman"/>
              </a:rPr>
              <a:t> </a:t>
            </a:r>
            <a:r>
              <a:rPr sz="1200" dirty="0">
                <a:latin typeface="Times New Roman"/>
                <a:cs typeface="Times New Roman"/>
              </a:rPr>
              <a:t>indicating</a:t>
            </a:r>
            <a:r>
              <a:rPr sz="1200" spc="229" dirty="0">
                <a:latin typeface="Times New Roman"/>
                <a:cs typeface="Times New Roman"/>
              </a:rPr>
              <a:t> </a:t>
            </a:r>
            <a:r>
              <a:rPr sz="1200" dirty="0">
                <a:latin typeface="Times New Roman"/>
                <a:cs typeface="Times New Roman"/>
              </a:rPr>
              <a:t>a</a:t>
            </a:r>
            <a:r>
              <a:rPr sz="1200" spc="235" dirty="0">
                <a:latin typeface="Times New Roman"/>
                <a:cs typeface="Times New Roman"/>
              </a:rPr>
              <a:t> </a:t>
            </a:r>
            <a:r>
              <a:rPr sz="1200" dirty="0">
                <a:latin typeface="Times New Roman"/>
                <a:cs typeface="Times New Roman"/>
              </a:rPr>
              <a:t>goal</a:t>
            </a:r>
            <a:r>
              <a:rPr sz="1200" spc="235" dirty="0">
                <a:latin typeface="Times New Roman"/>
                <a:cs typeface="Times New Roman"/>
              </a:rPr>
              <a:t> </a:t>
            </a:r>
            <a:r>
              <a:rPr sz="1200" dirty="0">
                <a:latin typeface="Times New Roman"/>
                <a:cs typeface="Times New Roman"/>
              </a:rPr>
              <a:t>of</a:t>
            </a:r>
            <a:r>
              <a:rPr sz="1200" spc="245" dirty="0">
                <a:latin typeface="Times New Roman"/>
                <a:cs typeface="Times New Roman"/>
              </a:rPr>
              <a:t> </a:t>
            </a:r>
            <a:r>
              <a:rPr sz="1200" dirty="0">
                <a:latin typeface="Times New Roman"/>
                <a:cs typeface="Times New Roman"/>
              </a:rPr>
              <a:t>detailed</a:t>
            </a:r>
            <a:r>
              <a:rPr sz="1200" spc="229" dirty="0">
                <a:latin typeface="Times New Roman"/>
                <a:cs typeface="Times New Roman"/>
              </a:rPr>
              <a:t> </a:t>
            </a:r>
            <a:r>
              <a:rPr sz="1200" spc="-20" dirty="0">
                <a:latin typeface="Times New Roman"/>
                <a:cs typeface="Times New Roman"/>
              </a:rPr>
              <a:t>hand </a:t>
            </a:r>
            <a:r>
              <a:rPr sz="1200" spc="-10" dirty="0">
                <a:latin typeface="Times New Roman"/>
                <a:cs typeface="Times New Roman"/>
              </a:rPr>
              <a:t>analysis.</a:t>
            </a:r>
            <a:endParaRPr sz="1200" dirty="0">
              <a:latin typeface="Times New Roman"/>
              <a:cs typeface="Times New Roman"/>
            </a:endParaRPr>
          </a:p>
          <a:p>
            <a:pPr>
              <a:lnSpc>
                <a:spcPct val="100000"/>
              </a:lnSpc>
              <a:spcBef>
                <a:spcPts val="50"/>
              </a:spcBef>
            </a:pPr>
            <a:endParaRPr sz="1200" dirty="0">
              <a:latin typeface="Times New Roman"/>
              <a:cs typeface="Times New Roman"/>
            </a:endParaRPr>
          </a:p>
          <a:p>
            <a:pPr marL="469265">
              <a:lnSpc>
                <a:spcPct val="100000"/>
              </a:lnSpc>
            </a:pPr>
            <a:r>
              <a:rPr sz="1200" b="1" dirty="0">
                <a:latin typeface="Times New Roman"/>
                <a:cs typeface="Times New Roman"/>
              </a:rPr>
              <a:t>CAMERA:</a:t>
            </a:r>
            <a:r>
              <a:rPr sz="1200" b="1" spc="-35" dirty="0">
                <a:latin typeface="Times New Roman"/>
                <a:cs typeface="Times New Roman"/>
              </a:rPr>
              <a:t> </a:t>
            </a:r>
            <a:r>
              <a:rPr sz="1200" dirty="0">
                <a:latin typeface="Times New Roman"/>
                <a:cs typeface="Times New Roman"/>
              </a:rPr>
              <a:t>Capture</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frame</a:t>
            </a:r>
            <a:r>
              <a:rPr sz="1200" spc="-25"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camera.</a:t>
            </a:r>
            <a:endParaRPr sz="1200" dirty="0">
              <a:latin typeface="Times New Roman"/>
              <a:cs typeface="Times New Roman"/>
            </a:endParaRPr>
          </a:p>
          <a:p>
            <a:pPr>
              <a:lnSpc>
                <a:spcPct val="100000"/>
              </a:lnSpc>
              <a:spcBef>
                <a:spcPts val="45"/>
              </a:spcBef>
            </a:pPr>
            <a:endParaRPr sz="1200" dirty="0">
              <a:latin typeface="Times New Roman"/>
              <a:cs typeface="Times New Roman"/>
            </a:endParaRPr>
          </a:p>
          <a:p>
            <a:pPr marL="469265">
              <a:lnSpc>
                <a:spcPct val="100000"/>
              </a:lnSpc>
            </a:pPr>
            <a:r>
              <a:rPr sz="1200" b="1" dirty="0">
                <a:latin typeface="Times New Roman"/>
                <a:cs typeface="Times New Roman"/>
              </a:rPr>
              <a:t>FINISHED</a:t>
            </a:r>
            <a:r>
              <a:rPr sz="1200" b="1" spc="-30" dirty="0">
                <a:latin typeface="Times New Roman"/>
                <a:cs typeface="Times New Roman"/>
              </a:rPr>
              <a:t> </a:t>
            </a:r>
            <a:r>
              <a:rPr sz="1200" b="1" spc="-10" dirty="0">
                <a:latin typeface="Times New Roman"/>
                <a:cs typeface="Times New Roman"/>
              </a:rPr>
              <a:t>IMAGE:</a:t>
            </a:r>
            <a:r>
              <a:rPr sz="1200" b="1" spc="-70" dirty="0">
                <a:latin typeface="Times New Roman"/>
                <a:cs typeface="Times New Roman"/>
              </a:rPr>
              <a:t> </a:t>
            </a:r>
            <a:r>
              <a:rPr sz="1200" dirty="0">
                <a:latin typeface="Times New Roman"/>
                <a:cs typeface="Times New Roman"/>
              </a:rPr>
              <a:t>Apply</a:t>
            </a:r>
            <a:r>
              <a:rPr sz="1200" spc="-10" dirty="0">
                <a:latin typeface="Times New Roman"/>
                <a:cs typeface="Times New Roman"/>
              </a:rPr>
              <a:t> RealTimeFlowLimiter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captured</a:t>
            </a:r>
            <a:r>
              <a:rPr sz="1200" spc="-10" dirty="0">
                <a:latin typeface="Times New Roman"/>
                <a:cs typeface="Times New Roman"/>
              </a:rPr>
              <a:t> image.</a:t>
            </a:r>
            <a:endParaRPr sz="1200" dirty="0">
              <a:latin typeface="Times New Roman"/>
              <a:cs typeface="Times New Roman"/>
            </a:endParaRPr>
          </a:p>
          <a:p>
            <a:pPr>
              <a:lnSpc>
                <a:spcPct val="100000"/>
              </a:lnSpc>
              <a:spcBef>
                <a:spcPts val="50"/>
              </a:spcBef>
            </a:pPr>
            <a:endParaRPr sz="1200" dirty="0">
              <a:latin typeface="Times New Roman"/>
              <a:cs typeface="Times New Roman"/>
            </a:endParaRPr>
          </a:p>
          <a:p>
            <a:pPr marL="469265">
              <a:lnSpc>
                <a:spcPct val="100000"/>
              </a:lnSpc>
            </a:pPr>
            <a:r>
              <a:rPr sz="1200" b="1" dirty="0">
                <a:latin typeface="Times New Roman"/>
                <a:cs typeface="Times New Roman"/>
              </a:rPr>
              <a:t>IMAGE:</a:t>
            </a:r>
            <a:r>
              <a:rPr sz="1200" b="1" spc="-35" dirty="0">
                <a:latin typeface="Times New Roman"/>
                <a:cs typeface="Times New Roman"/>
              </a:rPr>
              <a:t> </a:t>
            </a:r>
            <a:r>
              <a:rPr sz="1200" dirty="0">
                <a:latin typeface="Times New Roman"/>
                <a:cs typeface="Times New Roman"/>
              </a:rPr>
              <a:t>Detect</a:t>
            </a:r>
            <a:r>
              <a:rPr sz="1200" spc="-25" dirty="0">
                <a:latin typeface="Times New Roman"/>
                <a:cs typeface="Times New Roman"/>
              </a:rPr>
              <a:t> </a:t>
            </a:r>
            <a:r>
              <a:rPr sz="1200" dirty="0">
                <a:latin typeface="Times New Roman"/>
                <a:cs typeface="Times New Roman"/>
              </a:rPr>
              <a:t>hands</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image</a:t>
            </a:r>
            <a:r>
              <a:rPr sz="1200" spc="-30" dirty="0">
                <a:latin typeface="Times New Roman"/>
                <a:cs typeface="Times New Roman"/>
              </a:rPr>
              <a:t> </a:t>
            </a:r>
            <a:r>
              <a:rPr sz="1200" dirty="0">
                <a:latin typeface="Times New Roman"/>
                <a:cs typeface="Times New Roman"/>
              </a:rPr>
              <a:t>using</a:t>
            </a:r>
            <a:r>
              <a:rPr sz="1200" spc="-30" dirty="0">
                <a:latin typeface="Times New Roman"/>
                <a:cs typeface="Times New Roman"/>
              </a:rPr>
              <a:t> </a:t>
            </a:r>
            <a:r>
              <a:rPr sz="1200" spc="-10" dirty="0">
                <a:latin typeface="Times New Roman"/>
                <a:cs typeface="Times New Roman"/>
              </a:rPr>
              <a:t>HandDetection.</a:t>
            </a:r>
            <a:endParaRPr sz="1200" dirty="0">
              <a:latin typeface="Times New Roman"/>
              <a:cs typeface="Times New Roman"/>
            </a:endParaRPr>
          </a:p>
          <a:p>
            <a:pPr>
              <a:lnSpc>
                <a:spcPct val="100000"/>
              </a:lnSpc>
              <a:spcBef>
                <a:spcPts val="45"/>
              </a:spcBef>
            </a:pPr>
            <a:endParaRPr sz="1200" dirty="0">
              <a:latin typeface="Times New Roman"/>
              <a:cs typeface="Times New Roman"/>
            </a:endParaRPr>
          </a:p>
          <a:p>
            <a:pPr marL="469265">
              <a:lnSpc>
                <a:spcPct val="100000"/>
              </a:lnSpc>
              <a:spcBef>
                <a:spcPts val="5"/>
              </a:spcBef>
            </a:pPr>
            <a:r>
              <a:rPr sz="1200" b="1" dirty="0">
                <a:latin typeface="Times New Roman"/>
                <a:cs typeface="Times New Roman"/>
              </a:rPr>
              <a:t>DETECTIONS:</a:t>
            </a:r>
            <a:r>
              <a:rPr sz="1200" b="1" spc="-30" dirty="0">
                <a:latin typeface="Times New Roman"/>
                <a:cs typeface="Times New Roman"/>
              </a:rPr>
              <a:t> </a:t>
            </a:r>
            <a:r>
              <a:rPr sz="1200" dirty="0">
                <a:latin typeface="Times New Roman"/>
                <a:cs typeface="Times New Roman"/>
              </a:rPr>
              <a:t>Convert</a:t>
            </a:r>
            <a:r>
              <a:rPr sz="1200" spc="-25" dirty="0">
                <a:latin typeface="Times New Roman"/>
                <a:cs typeface="Times New Roman"/>
              </a:rPr>
              <a:t> </a:t>
            </a:r>
            <a:r>
              <a:rPr sz="1200" dirty="0">
                <a:latin typeface="Times New Roman"/>
                <a:cs typeface="Times New Roman"/>
              </a:rPr>
              <a:t>hand</a:t>
            </a:r>
            <a:r>
              <a:rPr sz="1200" spc="-25" dirty="0">
                <a:latin typeface="Times New Roman"/>
                <a:cs typeface="Times New Roman"/>
              </a:rPr>
              <a:t> </a:t>
            </a:r>
            <a:r>
              <a:rPr sz="1200" dirty="0">
                <a:latin typeface="Times New Roman"/>
                <a:cs typeface="Times New Roman"/>
              </a:rPr>
              <a:t>detections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10" dirty="0">
                <a:latin typeface="Times New Roman"/>
                <a:cs typeface="Times New Roman"/>
              </a:rPr>
              <a:t>rectangles.</a:t>
            </a:r>
            <a:endParaRPr sz="1200" dirty="0">
              <a:latin typeface="Times New Roman"/>
              <a:cs typeface="Times New Roman"/>
            </a:endParaRPr>
          </a:p>
        </p:txBody>
      </p:sp>
      <p:pic>
        <p:nvPicPr>
          <p:cNvPr id="7" name="object 7"/>
          <p:cNvPicPr/>
          <p:nvPr/>
        </p:nvPicPr>
        <p:blipFill>
          <a:blip r:embed="rId2" cstate="print"/>
          <a:stretch>
            <a:fillRect/>
          </a:stretch>
        </p:blipFill>
        <p:spPr>
          <a:xfrm>
            <a:off x="2563549" y="1278889"/>
            <a:ext cx="3000066" cy="2185893"/>
          </a:xfrm>
          <a:prstGeom prst="rect">
            <a:avLst/>
          </a:prstGeom>
        </p:spPr>
      </p:pic>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9" name="object 9"/>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16</a:t>
            </a:r>
            <a:endParaRPr spc="-25" dirty="0"/>
          </a:p>
        </p:txBody>
      </p:sp>
      <p:sp>
        <p:nvSpPr>
          <p:cNvPr id="10" name="object 10"/>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6089141" y="624331"/>
            <a:ext cx="94424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Design</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20750" y="831862"/>
            <a:ext cx="6096000" cy="45085"/>
          </a:xfrm>
          <a:custGeom>
            <a:avLst/>
            <a:gdLst/>
            <a:ahLst/>
            <a:cxnLst/>
            <a:rect l="l" t="t" r="r" b="b"/>
            <a:pathLst>
              <a:path w="6096000" h="45084">
                <a:moveTo>
                  <a:pt x="6087351" y="0"/>
                </a:moveTo>
                <a:lnTo>
                  <a:pt x="0" y="0"/>
                </a:lnTo>
                <a:lnTo>
                  <a:pt x="0" y="6464"/>
                </a:lnTo>
                <a:lnTo>
                  <a:pt x="6087351" y="6464"/>
                </a:lnTo>
                <a:lnTo>
                  <a:pt x="6087351" y="0"/>
                </a:lnTo>
                <a:close/>
              </a:path>
              <a:path w="6096000" h="45084">
                <a:moveTo>
                  <a:pt x="6095936" y="21958"/>
                </a:moveTo>
                <a:lnTo>
                  <a:pt x="6032" y="21958"/>
                </a:lnTo>
                <a:lnTo>
                  <a:pt x="6032" y="45072"/>
                </a:lnTo>
                <a:lnTo>
                  <a:pt x="6095936" y="45072"/>
                </a:lnTo>
                <a:lnTo>
                  <a:pt x="6095936" y="21958"/>
                </a:lnTo>
                <a:close/>
              </a:path>
            </a:pathLst>
          </a:custGeom>
          <a:solidFill>
            <a:srgbClr val="823909"/>
          </a:solidFill>
        </p:spPr>
        <p:txBody>
          <a:bodyPr wrap="square" lIns="0" tIns="0" rIns="0" bIns="0" rtlCol="0"/>
          <a:lstStyle/>
          <a:p>
            <a:endParaRPr/>
          </a:p>
        </p:txBody>
      </p:sp>
      <p:sp>
        <p:nvSpPr>
          <p:cNvPr id="6" name="object 6"/>
          <p:cNvSpPr txBox="1"/>
          <p:nvPr/>
        </p:nvSpPr>
        <p:spPr>
          <a:xfrm>
            <a:off x="1343913" y="891031"/>
            <a:ext cx="5688965" cy="229362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RECT</a:t>
            </a:r>
            <a:r>
              <a:rPr sz="1200" b="1" spc="-50" dirty="0">
                <a:latin typeface="Times New Roman"/>
                <a:cs typeface="Times New Roman"/>
              </a:rPr>
              <a:t> </a:t>
            </a:r>
            <a:r>
              <a:rPr sz="1200" b="1" dirty="0">
                <a:latin typeface="Times New Roman"/>
                <a:cs typeface="Times New Roman"/>
              </a:rPr>
              <a:t>IMAGE:</a:t>
            </a:r>
            <a:r>
              <a:rPr sz="1200" b="1" spc="-25" dirty="0">
                <a:latin typeface="Times New Roman"/>
                <a:cs typeface="Times New Roman"/>
              </a:rPr>
              <a:t> </a:t>
            </a:r>
            <a:r>
              <a:rPr sz="1200" dirty="0">
                <a:latin typeface="Times New Roman"/>
                <a:cs typeface="Times New Roman"/>
              </a:rPr>
              <a:t>Crop</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image</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contain</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detected</a:t>
            </a:r>
            <a:r>
              <a:rPr sz="1200" spc="-20" dirty="0">
                <a:latin typeface="Times New Roman"/>
                <a:cs typeface="Times New Roman"/>
              </a:rPr>
              <a:t> </a:t>
            </a:r>
            <a:r>
              <a:rPr sz="1200" spc="-10" dirty="0">
                <a:latin typeface="Times New Roman"/>
                <a:cs typeface="Times New Roman"/>
              </a:rPr>
              <a:t>hand.</a:t>
            </a:r>
            <a:endParaRPr sz="1200">
              <a:latin typeface="Times New Roman"/>
              <a:cs typeface="Times New Roman"/>
            </a:endParaRPr>
          </a:p>
          <a:p>
            <a:pPr>
              <a:lnSpc>
                <a:spcPct val="100000"/>
              </a:lnSpc>
              <a:spcBef>
                <a:spcPts val="50"/>
              </a:spcBef>
            </a:pPr>
            <a:endParaRPr sz="1200">
              <a:latin typeface="Times New Roman"/>
              <a:cs typeface="Times New Roman"/>
            </a:endParaRPr>
          </a:p>
          <a:p>
            <a:pPr marL="12700">
              <a:lnSpc>
                <a:spcPct val="100000"/>
              </a:lnSpc>
            </a:pPr>
            <a:r>
              <a:rPr sz="1200" b="1" dirty="0">
                <a:latin typeface="Times New Roman"/>
                <a:cs typeface="Times New Roman"/>
              </a:rPr>
              <a:t>IMAGE:</a:t>
            </a:r>
            <a:r>
              <a:rPr sz="1200" b="1" spc="-40" dirty="0">
                <a:latin typeface="Times New Roman"/>
                <a:cs typeface="Times New Roman"/>
              </a:rPr>
              <a:t> </a:t>
            </a:r>
            <a:r>
              <a:rPr sz="1200" dirty="0">
                <a:latin typeface="Times New Roman"/>
                <a:cs typeface="Times New Roman"/>
              </a:rPr>
              <a:t>Detect</a:t>
            </a:r>
            <a:r>
              <a:rPr sz="1200" spc="-35" dirty="0">
                <a:latin typeface="Times New Roman"/>
                <a:cs typeface="Times New Roman"/>
              </a:rPr>
              <a:t> </a:t>
            </a:r>
            <a:r>
              <a:rPr sz="1200" dirty="0">
                <a:latin typeface="Times New Roman"/>
                <a:cs typeface="Times New Roman"/>
              </a:rPr>
              <a:t>landmarks</a:t>
            </a:r>
            <a:r>
              <a:rPr sz="1200" spc="-40"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cropped</a:t>
            </a:r>
            <a:r>
              <a:rPr sz="1200" spc="-35" dirty="0">
                <a:latin typeface="Times New Roman"/>
                <a:cs typeface="Times New Roman"/>
              </a:rPr>
              <a:t> </a:t>
            </a:r>
            <a:r>
              <a:rPr sz="1200" dirty="0">
                <a:latin typeface="Times New Roman"/>
                <a:cs typeface="Times New Roman"/>
              </a:rPr>
              <a:t>hand</a:t>
            </a:r>
            <a:r>
              <a:rPr sz="1200" spc="-30" dirty="0">
                <a:latin typeface="Times New Roman"/>
                <a:cs typeface="Times New Roman"/>
              </a:rPr>
              <a:t> </a:t>
            </a:r>
            <a:r>
              <a:rPr sz="1200" spc="-10" dirty="0">
                <a:latin typeface="Times New Roman"/>
                <a:cs typeface="Times New Roman"/>
              </a:rPr>
              <a:t>region.</a:t>
            </a:r>
            <a:endParaRPr sz="1200">
              <a:latin typeface="Times New Roman"/>
              <a:cs typeface="Times New Roman"/>
            </a:endParaRPr>
          </a:p>
          <a:p>
            <a:pPr marL="12700" marR="5080">
              <a:lnSpc>
                <a:spcPct val="144200"/>
              </a:lnSpc>
              <a:spcBef>
                <a:spcPts val="790"/>
              </a:spcBef>
            </a:pPr>
            <a:r>
              <a:rPr sz="1200" b="1" dirty="0">
                <a:latin typeface="Times New Roman"/>
                <a:cs typeface="Times New Roman"/>
              </a:rPr>
              <a:t>REJECT</a:t>
            </a:r>
            <a:r>
              <a:rPr sz="1200" b="1" spc="-70" dirty="0">
                <a:latin typeface="Times New Roman"/>
                <a:cs typeface="Times New Roman"/>
              </a:rPr>
              <a:t> </a:t>
            </a:r>
            <a:r>
              <a:rPr sz="1200" b="1" dirty="0">
                <a:latin typeface="Times New Roman"/>
                <a:cs typeface="Times New Roman"/>
              </a:rPr>
              <a:t>HAND</a:t>
            </a:r>
            <a:r>
              <a:rPr sz="1200" b="1" spc="-55" dirty="0">
                <a:latin typeface="Times New Roman"/>
                <a:cs typeface="Times New Roman"/>
              </a:rPr>
              <a:t> </a:t>
            </a:r>
            <a:r>
              <a:rPr sz="1200" b="1" dirty="0">
                <a:latin typeface="Times New Roman"/>
                <a:cs typeface="Times New Roman"/>
              </a:rPr>
              <a:t>FLAG</a:t>
            </a:r>
            <a:r>
              <a:rPr sz="1200" b="1" spc="-55" dirty="0">
                <a:latin typeface="Times New Roman"/>
                <a:cs typeface="Times New Roman"/>
              </a:rPr>
              <a:t> </a:t>
            </a:r>
            <a:r>
              <a:rPr sz="1200" b="1" dirty="0">
                <a:latin typeface="Times New Roman"/>
                <a:cs typeface="Times New Roman"/>
              </a:rPr>
              <a:t>LANDMARKS:</a:t>
            </a:r>
            <a:r>
              <a:rPr sz="1200" b="1" spc="-40" dirty="0">
                <a:latin typeface="Times New Roman"/>
                <a:cs typeface="Times New Roman"/>
              </a:rPr>
              <a:t> </a:t>
            </a:r>
            <a:r>
              <a:rPr sz="1200" dirty="0">
                <a:latin typeface="Times New Roman"/>
                <a:cs typeface="Times New Roman"/>
              </a:rPr>
              <a:t>Check</a:t>
            </a:r>
            <a:r>
              <a:rPr sz="1200" spc="-35" dirty="0">
                <a:latin typeface="Times New Roman"/>
                <a:cs typeface="Times New Roman"/>
              </a:rPr>
              <a:t> </a:t>
            </a:r>
            <a:r>
              <a:rPr sz="1200" dirty="0">
                <a:latin typeface="Times New Roman"/>
                <a:cs typeface="Times New Roman"/>
              </a:rPr>
              <a:t>if</a:t>
            </a:r>
            <a:r>
              <a:rPr sz="1200" spc="-5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hand</a:t>
            </a:r>
            <a:r>
              <a:rPr sz="1200" spc="-45" dirty="0">
                <a:latin typeface="Times New Roman"/>
                <a:cs typeface="Times New Roman"/>
              </a:rPr>
              <a:t> </a:t>
            </a:r>
            <a:r>
              <a:rPr sz="1200" dirty="0">
                <a:latin typeface="Times New Roman"/>
                <a:cs typeface="Times New Roman"/>
              </a:rPr>
              <a:t>is</a:t>
            </a:r>
            <a:r>
              <a:rPr sz="1200" spc="-45" dirty="0">
                <a:latin typeface="Times New Roman"/>
                <a:cs typeface="Times New Roman"/>
              </a:rPr>
              <a:t> </a:t>
            </a:r>
            <a:r>
              <a:rPr sz="1200" dirty="0">
                <a:latin typeface="Times New Roman"/>
                <a:cs typeface="Times New Roman"/>
              </a:rPr>
              <a:t>valid</a:t>
            </a:r>
            <a:r>
              <a:rPr sz="1200" spc="-50" dirty="0">
                <a:latin typeface="Times New Roman"/>
                <a:cs typeface="Times New Roman"/>
              </a:rPr>
              <a:t> </a:t>
            </a:r>
            <a:r>
              <a:rPr sz="1200" dirty="0">
                <a:latin typeface="Times New Roman"/>
                <a:cs typeface="Times New Roman"/>
              </a:rPr>
              <a:t>(not</a:t>
            </a:r>
            <a:r>
              <a:rPr sz="1200" spc="-45" dirty="0">
                <a:latin typeface="Times New Roman"/>
                <a:cs typeface="Times New Roman"/>
              </a:rPr>
              <a:t> </a:t>
            </a:r>
            <a:r>
              <a:rPr sz="1200" dirty="0">
                <a:latin typeface="Times New Roman"/>
                <a:cs typeface="Times New Roman"/>
              </a:rPr>
              <a:t>a</a:t>
            </a:r>
            <a:r>
              <a:rPr sz="1200" spc="-65" dirty="0">
                <a:latin typeface="Times New Roman"/>
                <a:cs typeface="Times New Roman"/>
              </a:rPr>
              <a:t> </a:t>
            </a:r>
            <a:r>
              <a:rPr sz="1200" dirty="0">
                <a:latin typeface="Times New Roman"/>
                <a:cs typeface="Times New Roman"/>
              </a:rPr>
              <a:t>false</a:t>
            </a:r>
            <a:r>
              <a:rPr sz="1200" spc="-45" dirty="0">
                <a:latin typeface="Times New Roman"/>
                <a:cs typeface="Times New Roman"/>
              </a:rPr>
              <a:t> </a:t>
            </a:r>
            <a:r>
              <a:rPr sz="1200" dirty="0">
                <a:latin typeface="Times New Roman"/>
                <a:cs typeface="Times New Roman"/>
              </a:rPr>
              <a:t>positive)</a:t>
            </a:r>
            <a:r>
              <a:rPr sz="1200" spc="-50" dirty="0">
                <a:latin typeface="Times New Roman"/>
                <a:cs typeface="Times New Roman"/>
              </a:rPr>
              <a:t> </a:t>
            </a:r>
            <a:r>
              <a:rPr sz="1200" spc="-25" dirty="0">
                <a:latin typeface="Times New Roman"/>
                <a:cs typeface="Times New Roman"/>
              </a:rPr>
              <a:t>by </a:t>
            </a:r>
            <a:r>
              <a:rPr sz="1200" dirty="0">
                <a:latin typeface="Times New Roman"/>
                <a:cs typeface="Times New Roman"/>
              </a:rPr>
              <a:t>checking</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hand</a:t>
            </a:r>
            <a:r>
              <a:rPr sz="1200" spc="-25" dirty="0">
                <a:latin typeface="Times New Roman"/>
                <a:cs typeface="Times New Roman"/>
              </a:rPr>
              <a:t> </a:t>
            </a:r>
            <a:r>
              <a:rPr sz="1200" spc="-10" dirty="0">
                <a:latin typeface="Times New Roman"/>
                <a:cs typeface="Times New Roman"/>
              </a:rPr>
              <a:t>landmarks.</a:t>
            </a:r>
            <a:endParaRPr sz="1200">
              <a:latin typeface="Times New Roman"/>
              <a:cs typeface="Times New Roman"/>
            </a:endParaRPr>
          </a:p>
          <a:p>
            <a:pPr>
              <a:lnSpc>
                <a:spcPct val="100000"/>
              </a:lnSpc>
              <a:spcBef>
                <a:spcPts val="45"/>
              </a:spcBef>
            </a:pPr>
            <a:endParaRPr sz="1200">
              <a:latin typeface="Times New Roman"/>
              <a:cs typeface="Times New Roman"/>
            </a:endParaRPr>
          </a:p>
          <a:p>
            <a:pPr marL="12700">
              <a:lnSpc>
                <a:spcPct val="100000"/>
              </a:lnSpc>
              <a:spcBef>
                <a:spcPts val="5"/>
              </a:spcBef>
            </a:pPr>
            <a:r>
              <a:rPr sz="1200" b="1" dirty="0">
                <a:latin typeface="Times New Roman"/>
                <a:cs typeface="Times New Roman"/>
              </a:rPr>
              <a:t>DETECTIONS:</a:t>
            </a:r>
            <a:r>
              <a:rPr sz="1200" b="1" spc="-30" dirty="0">
                <a:latin typeface="Times New Roman"/>
                <a:cs typeface="Times New Roman"/>
              </a:rPr>
              <a:t> </a:t>
            </a:r>
            <a:r>
              <a:rPr sz="1200" dirty="0">
                <a:latin typeface="Times New Roman"/>
                <a:cs typeface="Times New Roman"/>
              </a:rPr>
              <a:t>Convert</a:t>
            </a:r>
            <a:r>
              <a:rPr sz="1200" spc="-30" dirty="0">
                <a:latin typeface="Times New Roman"/>
                <a:cs typeface="Times New Roman"/>
              </a:rPr>
              <a:t> </a:t>
            </a:r>
            <a:r>
              <a:rPr sz="1200" dirty="0">
                <a:latin typeface="Times New Roman"/>
                <a:cs typeface="Times New Roman"/>
              </a:rPr>
              <a:t>landmarks</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rectangles.</a:t>
            </a:r>
            <a:endParaRPr sz="1200">
              <a:latin typeface="Times New Roman"/>
              <a:cs typeface="Times New Roman"/>
            </a:endParaRPr>
          </a:p>
          <a:p>
            <a:pPr>
              <a:lnSpc>
                <a:spcPct val="100000"/>
              </a:lnSpc>
              <a:spcBef>
                <a:spcPts val="45"/>
              </a:spcBef>
            </a:pPr>
            <a:endParaRPr sz="1200">
              <a:latin typeface="Times New Roman"/>
              <a:cs typeface="Times New Roman"/>
            </a:endParaRPr>
          </a:p>
          <a:p>
            <a:pPr marL="12700">
              <a:lnSpc>
                <a:spcPct val="100000"/>
              </a:lnSpc>
            </a:pPr>
            <a:r>
              <a:rPr sz="1200" b="1" dirty="0">
                <a:latin typeface="Times New Roman"/>
                <a:cs typeface="Times New Roman"/>
              </a:rPr>
              <a:t>LANDMARK</a:t>
            </a:r>
            <a:r>
              <a:rPr sz="1200" b="1" spc="-30" dirty="0">
                <a:latin typeface="Times New Roman"/>
                <a:cs typeface="Times New Roman"/>
              </a:rPr>
              <a:t> </a:t>
            </a:r>
            <a:r>
              <a:rPr sz="1200" b="1" dirty="0">
                <a:latin typeface="Times New Roman"/>
                <a:cs typeface="Times New Roman"/>
              </a:rPr>
              <a:t>IMAGE:</a:t>
            </a:r>
            <a:r>
              <a:rPr sz="1200" b="1" spc="-30" dirty="0">
                <a:latin typeface="Times New Roman"/>
                <a:cs typeface="Times New Roman"/>
              </a:rPr>
              <a:t> </a:t>
            </a:r>
            <a:r>
              <a:rPr sz="1200" dirty="0">
                <a:latin typeface="Times New Roman"/>
                <a:cs typeface="Times New Roman"/>
              </a:rPr>
              <a:t>Render</a:t>
            </a:r>
            <a:r>
              <a:rPr sz="1200" spc="-2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landmarks</a:t>
            </a:r>
            <a:r>
              <a:rPr sz="1200" spc="-30" dirty="0">
                <a:latin typeface="Times New Roman"/>
                <a:cs typeface="Times New Roman"/>
              </a:rPr>
              <a:t> </a:t>
            </a:r>
            <a:r>
              <a:rPr sz="1200" dirty="0">
                <a:latin typeface="Times New Roman"/>
                <a:cs typeface="Times New Roman"/>
              </a:rPr>
              <a:t>onto</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image.</a:t>
            </a:r>
            <a:endParaRPr sz="1200">
              <a:latin typeface="Times New Roman"/>
              <a:cs typeface="Times New Roman"/>
            </a:endParaRPr>
          </a:p>
          <a:p>
            <a:pPr>
              <a:lnSpc>
                <a:spcPct val="100000"/>
              </a:lnSpc>
              <a:spcBef>
                <a:spcPts val="50"/>
              </a:spcBef>
            </a:pPr>
            <a:endParaRPr sz="1200">
              <a:latin typeface="Times New Roman"/>
              <a:cs typeface="Times New Roman"/>
            </a:endParaRPr>
          </a:p>
          <a:p>
            <a:pPr marL="12700">
              <a:lnSpc>
                <a:spcPct val="100000"/>
              </a:lnSpc>
            </a:pPr>
            <a:r>
              <a:rPr sz="1200" b="1" spc="-30" dirty="0">
                <a:latin typeface="Times New Roman"/>
                <a:cs typeface="Times New Roman"/>
              </a:rPr>
              <a:t>DISPLAY: </a:t>
            </a:r>
            <a:r>
              <a:rPr sz="1200" dirty="0">
                <a:latin typeface="Times New Roman"/>
                <a:cs typeface="Times New Roman"/>
              </a:rPr>
              <a:t>Display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final</a:t>
            </a:r>
            <a:r>
              <a:rPr sz="1200" spc="-25" dirty="0">
                <a:latin typeface="Times New Roman"/>
                <a:cs typeface="Times New Roman"/>
              </a:rPr>
              <a:t> </a:t>
            </a:r>
            <a:r>
              <a:rPr sz="1200" dirty="0">
                <a:latin typeface="Times New Roman"/>
                <a:cs typeface="Times New Roman"/>
              </a:rPr>
              <a:t>image</a:t>
            </a:r>
            <a:r>
              <a:rPr sz="1200" spc="-2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rendered</a:t>
            </a:r>
            <a:r>
              <a:rPr sz="1200" spc="-20" dirty="0">
                <a:latin typeface="Times New Roman"/>
                <a:cs typeface="Times New Roman"/>
              </a:rPr>
              <a:t> </a:t>
            </a:r>
            <a:r>
              <a:rPr sz="1200" spc="-10" dirty="0">
                <a:latin typeface="Times New Roman"/>
                <a:cs typeface="Times New Roman"/>
              </a:rPr>
              <a:t>landmarks.</a:t>
            </a:r>
            <a:endParaRPr sz="1200">
              <a:latin typeface="Times New Roman"/>
              <a:cs typeface="Times New Roman"/>
            </a:endParaRPr>
          </a:p>
        </p:txBody>
      </p:sp>
      <p:sp>
        <p:nvSpPr>
          <p:cNvPr id="7" name="object 7"/>
          <p:cNvSpPr txBox="1"/>
          <p:nvPr/>
        </p:nvSpPr>
        <p:spPr>
          <a:xfrm>
            <a:off x="886764" y="4794630"/>
            <a:ext cx="6147435" cy="4747895"/>
          </a:xfrm>
          <a:prstGeom prst="rect">
            <a:avLst/>
          </a:prstGeom>
        </p:spPr>
        <p:txBody>
          <a:bodyPr vert="horz" wrap="square" lIns="0" tIns="12700" rIns="0" bIns="0" rtlCol="0">
            <a:spAutoFit/>
          </a:bodyPr>
          <a:lstStyle/>
          <a:p>
            <a:pPr marL="2413000" algn="just">
              <a:lnSpc>
                <a:spcPct val="100000"/>
              </a:lnSpc>
              <a:spcBef>
                <a:spcPts val="100"/>
              </a:spcBef>
            </a:pPr>
            <a:r>
              <a:rPr sz="1200" b="1" dirty="0">
                <a:latin typeface="Times New Roman"/>
                <a:cs typeface="Times New Roman"/>
              </a:rPr>
              <a:t>Figure</a:t>
            </a:r>
            <a:r>
              <a:rPr sz="1200" b="1" spc="-40" dirty="0">
                <a:latin typeface="Times New Roman"/>
                <a:cs typeface="Times New Roman"/>
              </a:rPr>
              <a:t> </a:t>
            </a:r>
            <a:r>
              <a:rPr sz="1200" b="1" dirty="0">
                <a:latin typeface="Times New Roman"/>
                <a:cs typeface="Times New Roman"/>
              </a:rPr>
              <a:t>5.2:</a:t>
            </a:r>
            <a:r>
              <a:rPr sz="1200" b="1" spc="-40" dirty="0">
                <a:latin typeface="Times New Roman"/>
                <a:cs typeface="Times New Roman"/>
              </a:rPr>
              <a:t> </a:t>
            </a:r>
            <a:r>
              <a:rPr sz="1200" dirty="0">
                <a:latin typeface="Times New Roman"/>
                <a:cs typeface="Times New Roman"/>
              </a:rPr>
              <a:t>Output</a:t>
            </a:r>
            <a:r>
              <a:rPr sz="1200" spc="-30" dirty="0">
                <a:latin typeface="Times New Roman"/>
                <a:cs typeface="Times New Roman"/>
              </a:rPr>
              <a:t> </a:t>
            </a:r>
            <a:r>
              <a:rPr sz="1200" spc="-10" dirty="0">
                <a:latin typeface="Times New Roman"/>
                <a:cs typeface="Times New Roman"/>
              </a:rPr>
              <a:t>design</a:t>
            </a:r>
            <a:endParaRPr sz="1200" dirty="0">
              <a:latin typeface="Times New Roman"/>
              <a:cs typeface="Times New Roman"/>
            </a:endParaRPr>
          </a:p>
          <a:p>
            <a:pPr marL="12700" marR="6350" indent="456565" algn="just">
              <a:lnSpc>
                <a:spcPct val="143700"/>
              </a:lnSpc>
              <a:spcBef>
                <a:spcPts val="795"/>
              </a:spcBef>
            </a:pPr>
            <a:r>
              <a:rPr sz="1200" dirty="0">
                <a:latin typeface="Times New Roman"/>
                <a:cs typeface="Times New Roman"/>
              </a:rPr>
              <a:t>The</a:t>
            </a:r>
            <a:r>
              <a:rPr sz="1200" spc="-55" dirty="0">
                <a:latin typeface="Times New Roman"/>
                <a:cs typeface="Times New Roman"/>
              </a:rPr>
              <a:t> </a:t>
            </a:r>
            <a:r>
              <a:rPr sz="1200" spc="-10" dirty="0">
                <a:latin typeface="Times New Roman"/>
                <a:cs typeface="Times New Roman"/>
              </a:rPr>
              <a:t>process</a:t>
            </a:r>
            <a:r>
              <a:rPr sz="1200" spc="-45" dirty="0">
                <a:latin typeface="Times New Roman"/>
                <a:cs typeface="Times New Roman"/>
              </a:rPr>
              <a:t> </a:t>
            </a:r>
            <a:r>
              <a:rPr sz="1200" dirty="0">
                <a:latin typeface="Times New Roman"/>
                <a:cs typeface="Times New Roman"/>
              </a:rPr>
              <a:t>starts</a:t>
            </a:r>
            <a:r>
              <a:rPr sz="1200" spc="-4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spc="-10" dirty="0">
                <a:latin typeface="Times New Roman"/>
                <a:cs typeface="Times New Roman"/>
              </a:rPr>
              <a:t>camera</a:t>
            </a:r>
            <a:r>
              <a:rPr sz="1200" spc="-50" dirty="0">
                <a:latin typeface="Times New Roman"/>
                <a:cs typeface="Times New Roman"/>
              </a:rPr>
              <a:t> </a:t>
            </a:r>
            <a:r>
              <a:rPr sz="1200" spc="-10" dirty="0">
                <a:latin typeface="Times New Roman"/>
                <a:cs typeface="Times New Roman"/>
              </a:rPr>
              <a:t>taking</a:t>
            </a:r>
            <a:r>
              <a:rPr sz="1200" spc="-45" dirty="0">
                <a:latin typeface="Times New Roman"/>
                <a:cs typeface="Times New Roman"/>
              </a:rPr>
              <a:t> </a:t>
            </a:r>
            <a:r>
              <a:rPr sz="1200" dirty="0">
                <a:latin typeface="Times New Roman"/>
                <a:cs typeface="Times New Roman"/>
              </a:rPr>
              <a:t>an</a:t>
            </a:r>
            <a:r>
              <a:rPr sz="1200" spc="-40" dirty="0">
                <a:latin typeface="Times New Roman"/>
                <a:cs typeface="Times New Roman"/>
              </a:rPr>
              <a:t> </a:t>
            </a:r>
            <a:r>
              <a:rPr sz="1200" spc="-10" dirty="0">
                <a:latin typeface="Times New Roman"/>
                <a:cs typeface="Times New Roman"/>
              </a:rPr>
              <a:t>image.</a:t>
            </a:r>
            <a:r>
              <a:rPr sz="1200" spc="-65" dirty="0">
                <a:latin typeface="Times New Roman"/>
                <a:cs typeface="Times New Roman"/>
              </a:rPr>
              <a:t> </a:t>
            </a:r>
            <a:r>
              <a:rPr sz="1200" spc="-10" dirty="0">
                <a:latin typeface="Times New Roman"/>
                <a:cs typeface="Times New Roman"/>
              </a:rPr>
              <a:t>Then,</a:t>
            </a:r>
            <a:r>
              <a:rPr sz="1200" spc="-4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spc="-10" dirty="0">
                <a:latin typeface="Times New Roman"/>
                <a:cs typeface="Times New Roman"/>
              </a:rPr>
              <a:t>image</a:t>
            </a:r>
            <a:r>
              <a:rPr sz="1200" spc="-50"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spc="-10" dirty="0">
                <a:latin typeface="Times New Roman"/>
                <a:cs typeface="Times New Roman"/>
              </a:rPr>
              <a:t>processed</a:t>
            </a:r>
            <a:r>
              <a:rPr sz="1200" spc="-45" dirty="0">
                <a:latin typeface="Times New Roman"/>
                <a:cs typeface="Times New Roman"/>
              </a:rPr>
              <a:t> </a:t>
            </a:r>
            <a:r>
              <a:rPr sz="1200" spc="-10" dirty="0">
                <a:latin typeface="Times New Roman"/>
                <a:cs typeface="Times New Roman"/>
              </a:rPr>
              <a:t>through</a:t>
            </a:r>
            <a:r>
              <a:rPr sz="1200" spc="-4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spc="-10" dirty="0">
                <a:latin typeface="Times New Roman"/>
                <a:cs typeface="Times New Roman"/>
              </a:rPr>
              <a:t>real- </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flow</a:t>
            </a:r>
            <a:r>
              <a:rPr sz="1200" spc="35" dirty="0">
                <a:latin typeface="Times New Roman"/>
                <a:cs typeface="Times New Roman"/>
              </a:rPr>
              <a:t> </a:t>
            </a:r>
            <a:r>
              <a:rPr sz="1200" dirty="0">
                <a:latin typeface="Times New Roman"/>
                <a:cs typeface="Times New Roman"/>
              </a:rPr>
              <a:t>limiter.</a:t>
            </a:r>
            <a:r>
              <a:rPr sz="1200" spc="40" dirty="0">
                <a:latin typeface="Times New Roman"/>
                <a:cs typeface="Times New Roman"/>
              </a:rPr>
              <a:t> </a:t>
            </a:r>
            <a:r>
              <a:rPr sz="1200" dirty="0">
                <a:latin typeface="Times New Roman"/>
                <a:cs typeface="Times New Roman"/>
              </a:rPr>
              <a:t>Next,</a:t>
            </a:r>
            <a:r>
              <a:rPr sz="1200" spc="4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hand</a:t>
            </a:r>
            <a:r>
              <a:rPr sz="1200" spc="40" dirty="0">
                <a:latin typeface="Times New Roman"/>
                <a:cs typeface="Times New Roman"/>
              </a:rPr>
              <a:t> </a:t>
            </a:r>
            <a:r>
              <a:rPr sz="1200" dirty="0">
                <a:latin typeface="Times New Roman"/>
                <a:cs typeface="Times New Roman"/>
              </a:rPr>
              <a:t>detection</a:t>
            </a:r>
            <a:r>
              <a:rPr sz="1200" spc="40" dirty="0">
                <a:latin typeface="Times New Roman"/>
                <a:cs typeface="Times New Roman"/>
              </a:rPr>
              <a:t> </a:t>
            </a:r>
            <a:r>
              <a:rPr sz="1200" dirty="0">
                <a:latin typeface="Times New Roman"/>
                <a:cs typeface="Times New Roman"/>
              </a:rPr>
              <a:t>algorithm</a:t>
            </a:r>
            <a:r>
              <a:rPr sz="1200" spc="40"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applied.</a:t>
            </a:r>
            <a:r>
              <a:rPr sz="1200" spc="40" dirty="0">
                <a:latin typeface="Times New Roman"/>
                <a:cs typeface="Times New Roman"/>
              </a:rPr>
              <a:t> </a:t>
            </a:r>
            <a:r>
              <a:rPr sz="1200" dirty="0">
                <a:latin typeface="Times New Roman"/>
                <a:cs typeface="Times New Roman"/>
              </a:rPr>
              <a:t>If</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hand</a:t>
            </a:r>
            <a:r>
              <a:rPr sz="1200" spc="50"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detected,</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image</a:t>
            </a:r>
            <a:r>
              <a:rPr sz="1200" spc="35" dirty="0">
                <a:latin typeface="Times New Roman"/>
                <a:cs typeface="Times New Roman"/>
              </a:rPr>
              <a:t> </a:t>
            </a:r>
            <a:r>
              <a:rPr sz="1200" spc="-25" dirty="0">
                <a:latin typeface="Times New Roman"/>
                <a:cs typeface="Times New Roman"/>
              </a:rPr>
              <a:t>is </a:t>
            </a:r>
            <a:r>
              <a:rPr sz="1200" dirty="0">
                <a:latin typeface="Times New Roman"/>
                <a:cs typeface="Times New Roman"/>
              </a:rPr>
              <a:t>cropped</a:t>
            </a:r>
            <a:r>
              <a:rPr sz="1200" spc="60" dirty="0">
                <a:latin typeface="Times New Roman"/>
                <a:cs typeface="Times New Roman"/>
              </a:rPr>
              <a:t> </a:t>
            </a:r>
            <a:r>
              <a:rPr sz="1200" dirty="0">
                <a:latin typeface="Times New Roman"/>
                <a:cs typeface="Times New Roman"/>
              </a:rPr>
              <a:t>to</a:t>
            </a:r>
            <a:r>
              <a:rPr sz="1200" spc="70"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dirty="0">
                <a:latin typeface="Times New Roman"/>
                <a:cs typeface="Times New Roman"/>
              </a:rPr>
              <a:t>hand</a:t>
            </a:r>
            <a:r>
              <a:rPr sz="1200" spc="75" dirty="0">
                <a:latin typeface="Times New Roman"/>
                <a:cs typeface="Times New Roman"/>
              </a:rPr>
              <a:t> </a:t>
            </a:r>
            <a:r>
              <a:rPr sz="1200" dirty="0">
                <a:latin typeface="Times New Roman"/>
                <a:cs typeface="Times New Roman"/>
              </a:rPr>
              <a:t>area.</a:t>
            </a:r>
            <a:r>
              <a:rPr sz="1200" spc="65" dirty="0">
                <a:latin typeface="Times New Roman"/>
                <a:cs typeface="Times New Roman"/>
              </a:rPr>
              <a:t> </a:t>
            </a:r>
            <a:r>
              <a:rPr sz="1200" dirty="0">
                <a:latin typeface="Times New Roman"/>
                <a:cs typeface="Times New Roman"/>
              </a:rPr>
              <a:t>Otherwise,</a:t>
            </a:r>
            <a:r>
              <a:rPr sz="1200" spc="65"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dirty="0">
                <a:latin typeface="Times New Roman"/>
                <a:cs typeface="Times New Roman"/>
              </a:rPr>
              <a:t>process</a:t>
            </a:r>
            <a:r>
              <a:rPr sz="1200" spc="75" dirty="0">
                <a:latin typeface="Times New Roman"/>
                <a:cs typeface="Times New Roman"/>
              </a:rPr>
              <a:t> </a:t>
            </a:r>
            <a:r>
              <a:rPr sz="1200" dirty="0">
                <a:latin typeface="Times New Roman"/>
                <a:cs typeface="Times New Roman"/>
              </a:rPr>
              <a:t>stops.</a:t>
            </a:r>
            <a:r>
              <a:rPr sz="1200" spc="30" dirty="0">
                <a:latin typeface="Times New Roman"/>
                <a:cs typeface="Times New Roman"/>
              </a:rPr>
              <a:t> </a:t>
            </a:r>
            <a:r>
              <a:rPr sz="1200" dirty="0">
                <a:latin typeface="Times New Roman"/>
                <a:cs typeface="Times New Roman"/>
              </a:rPr>
              <a:t>Then,</a:t>
            </a:r>
            <a:r>
              <a:rPr sz="1200" spc="65" dirty="0">
                <a:latin typeface="Times New Roman"/>
                <a:cs typeface="Times New Roman"/>
              </a:rPr>
              <a:t> </a:t>
            </a:r>
            <a:r>
              <a:rPr sz="1200" dirty="0">
                <a:latin typeface="Times New Roman"/>
                <a:cs typeface="Times New Roman"/>
              </a:rPr>
              <a:t>hand</a:t>
            </a:r>
            <a:r>
              <a:rPr sz="1200" spc="65" dirty="0">
                <a:latin typeface="Times New Roman"/>
                <a:cs typeface="Times New Roman"/>
              </a:rPr>
              <a:t> </a:t>
            </a:r>
            <a:r>
              <a:rPr sz="1200" dirty="0">
                <a:latin typeface="Times New Roman"/>
                <a:cs typeface="Times New Roman"/>
              </a:rPr>
              <a:t>landmarks</a:t>
            </a:r>
            <a:r>
              <a:rPr sz="1200" spc="65" dirty="0">
                <a:latin typeface="Times New Roman"/>
                <a:cs typeface="Times New Roman"/>
              </a:rPr>
              <a:t> </a:t>
            </a:r>
            <a:r>
              <a:rPr sz="1200" dirty="0">
                <a:latin typeface="Times New Roman"/>
                <a:cs typeface="Times New Roman"/>
              </a:rPr>
              <a:t>are</a:t>
            </a:r>
            <a:r>
              <a:rPr sz="1200" spc="60" dirty="0">
                <a:latin typeface="Times New Roman"/>
                <a:cs typeface="Times New Roman"/>
              </a:rPr>
              <a:t> </a:t>
            </a:r>
            <a:r>
              <a:rPr sz="1200" dirty="0">
                <a:latin typeface="Times New Roman"/>
                <a:cs typeface="Times New Roman"/>
              </a:rPr>
              <a:t>detected,</a:t>
            </a:r>
            <a:r>
              <a:rPr sz="1200" spc="65"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spc="-25" dirty="0">
                <a:latin typeface="Times New Roman"/>
                <a:cs typeface="Times New Roman"/>
              </a:rPr>
              <a:t>if </a:t>
            </a:r>
            <a:r>
              <a:rPr sz="1200" dirty="0">
                <a:latin typeface="Times New Roman"/>
                <a:cs typeface="Times New Roman"/>
              </a:rPr>
              <a:t>there</a:t>
            </a:r>
            <a:r>
              <a:rPr sz="1200" spc="155" dirty="0">
                <a:latin typeface="Times New Roman"/>
                <a:cs typeface="Times New Roman"/>
              </a:rPr>
              <a:t> </a:t>
            </a:r>
            <a:r>
              <a:rPr sz="1200" dirty="0">
                <a:latin typeface="Times New Roman"/>
                <a:cs typeface="Times New Roman"/>
              </a:rPr>
              <a:t>are</a:t>
            </a:r>
            <a:r>
              <a:rPr sz="1200" spc="155" dirty="0">
                <a:latin typeface="Times New Roman"/>
                <a:cs typeface="Times New Roman"/>
              </a:rPr>
              <a:t> </a:t>
            </a:r>
            <a:r>
              <a:rPr sz="1200" dirty="0">
                <a:latin typeface="Times New Roman"/>
                <a:cs typeface="Times New Roman"/>
              </a:rPr>
              <a:t>no</a:t>
            </a:r>
            <a:r>
              <a:rPr sz="1200" spc="160" dirty="0">
                <a:latin typeface="Times New Roman"/>
                <a:cs typeface="Times New Roman"/>
              </a:rPr>
              <a:t> </a:t>
            </a:r>
            <a:r>
              <a:rPr sz="1200" dirty="0">
                <a:latin typeface="Times New Roman"/>
                <a:cs typeface="Times New Roman"/>
              </a:rPr>
              <a:t>hand</a:t>
            </a:r>
            <a:r>
              <a:rPr sz="1200" spc="165" dirty="0">
                <a:latin typeface="Times New Roman"/>
                <a:cs typeface="Times New Roman"/>
              </a:rPr>
              <a:t> </a:t>
            </a:r>
            <a:r>
              <a:rPr sz="1200" dirty="0">
                <a:latin typeface="Times New Roman"/>
                <a:cs typeface="Times New Roman"/>
              </a:rPr>
              <a:t>landmarks,</a:t>
            </a:r>
            <a:r>
              <a:rPr sz="1200" spc="155" dirty="0">
                <a:latin typeface="Times New Roman"/>
                <a:cs typeface="Times New Roman"/>
              </a:rPr>
              <a:t> </a:t>
            </a:r>
            <a:r>
              <a:rPr sz="1200" dirty="0">
                <a:latin typeface="Times New Roman"/>
                <a:cs typeface="Times New Roman"/>
              </a:rPr>
              <a:t>the</a:t>
            </a:r>
            <a:r>
              <a:rPr sz="1200" spc="155" dirty="0">
                <a:latin typeface="Times New Roman"/>
                <a:cs typeface="Times New Roman"/>
              </a:rPr>
              <a:t> </a:t>
            </a:r>
            <a:r>
              <a:rPr sz="1200" dirty="0">
                <a:latin typeface="Times New Roman"/>
                <a:cs typeface="Times New Roman"/>
              </a:rPr>
              <a:t>process</a:t>
            </a:r>
            <a:r>
              <a:rPr sz="1200" spc="165" dirty="0">
                <a:latin typeface="Times New Roman"/>
                <a:cs typeface="Times New Roman"/>
              </a:rPr>
              <a:t> </a:t>
            </a:r>
            <a:r>
              <a:rPr sz="1200" dirty="0">
                <a:latin typeface="Times New Roman"/>
                <a:cs typeface="Times New Roman"/>
              </a:rPr>
              <a:t>ends.</a:t>
            </a:r>
            <a:r>
              <a:rPr sz="1200" spc="170" dirty="0">
                <a:latin typeface="Times New Roman"/>
                <a:cs typeface="Times New Roman"/>
              </a:rPr>
              <a:t> </a:t>
            </a:r>
            <a:r>
              <a:rPr sz="1200" dirty="0">
                <a:latin typeface="Times New Roman"/>
                <a:cs typeface="Times New Roman"/>
              </a:rPr>
              <a:t>Finally,</a:t>
            </a:r>
            <a:r>
              <a:rPr sz="1200" spc="145" dirty="0">
                <a:latin typeface="Times New Roman"/>
                <a:cs typeface="Times New Roman"/>
              </a:rPr>
              <a:t> </a:t>
            </a:r>
            <a:r>
              <a:rPr sz="1200" dirty="0">
                <a:latin typeface="Times New Roman"/>
                <a:cs typeface="Times New Roman"/>
              </a:rPr>
              <a:t>the</a:t>
            </a:r>
            <a:r>
              <a:rPr sz="1200" spc="160" dirty="0">
                <a:latin typeface="Times New Roman"/>
                <a:cs typeface="Times New Roman"/>
              </a:rPr>
              <a:t> </a:t>
            </a:r>
            <a:r>
              <a:rPr sz="1200" dirty="0">
                <a:latin typeface="Times New Roman"/>
                <a:cs typeface="Times New Roman"/>
              </a:rPr>
              <a:t>image</a:t>
            </a:r>
            <a:r>
              <a:rPr sz="1200" spc="155" dirty="0">
                <a:latin typeface="Times New Roman"/>
                <a:cs typeface="Times New Roman"/>
              </a:rPr>
              <a:t> </a:t>
            </a:r>
            <a:r>
              <a:rPr sz="1200" dirty="0">
                <a:latin typeface="Times New Roman"/>
                <a:cs typeface="Times New Roman"/>
              </a:rPr>
              <a:t>is</a:t>
            </a:r>
            <a:r>
              <a:rPr sz="1200" spc="150" dirty="0">
                <a:latin typeface="Times New Roman"/>
                <a:cs typeface="Times New Roman"/>
              </a:rPr>
              <a:t> </a:t>
            </a:r>
            <a:r>
              <a:rPr sz="1200" dirty="0">
                <a:latin typeface="Times New Roman"/>
                <a:cs typeface="Times New Roman"/>
              </a:rPr>
              <a:t>rendered</a:t>
            </a:r>
            <a:r>
              <a:rPr sz="1200" spc="165" dirty="0">
                <a:latin typeface="Times New Roman"/>
                <a:cs typeface="Times New Roman"/>
              </a:rPr>
              <a:t> </a:t>
            </a:r>
            <a:r>
              <a:rPr sz="1200" dirty="0">
                <a:latin typeface="Times New Roman"/>
                <a:cs typeface="Times New Roman"/>
              </a:rPr>
              <a:t>with</a:t>
            </a:r>
            <a:r>
              <a:rPr sz="1200" spc="160" dirty="0">
                <a:latin typeface="Times New Roman"/>
                <a:cs typeface="Times New Roman"/>
              </a:rPr>
              <a:t> </a:t>
            </a:r>
            <a:r>
              <a:rPr sz="1200" dirty="0">
                <a:latin typeface="Times New Roman"/>
                <a:cs typeface="Times New Roman"/>
              </a:rPr>
              <a:t>the</a:t>
            </a:r>
            <a:r>
              <a:rPr sz="1200" spc="155" dirty="0">
                <a:latin typeface="Times New Roman"/>
                <a:cs typeface="Times New Roman"/>
              </a:rPr>
              <a:t> </a:t>
            </a:r>
            <a:r>
              <a:rPr sz="1200" spc="-10" dirty="0">
                <a:latin typeface="Times New Roman"/>
                <a:cs typeface="Times New Roman"/>
              </a:rPr>
              <a:t>detected landmarks</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displayed.</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blue</a:t>
            </a:r>
            <a:r>
              <a:rPr sz="1200" spc="-30" dirty="0">
                <a:latin typeface="Times New Roman"/>
                <a:cs typeface="Times New Roman"/>
              </a:rPr>
              <a:t> </a:t>
            </a:r>
            <a:r>
              <a:rPr sz="1200" dirty="0">
                <a:latin typeface="Times New Roman"/>
                <a:cs typeface="Times New Roman"/>
              </a:rPr>
              <a:t>edge</a:t>
            </a:r>
            <a:r>
              <a:rPr sz="1200" spc="-30" dirty="0">
                <a:latin typeface="Times New Roman"/>
                <a:cs typeface="Times New Roman"/>
              </a:rPr>
              <a:t> </a:t>
            </a:r>
            <a:r>
              <a:rPr sz="1200" spc="-10" dirty="0">
                <a:latin typeface="Times New Roman"/>
                <a:cs typeface="Times New Roman"/>
              </a:rPr>
              <a:t>indicates</a:t>
            </a:r>
            <a:r>
              <a:rPr sz="1200" spc="-4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temporal</a:t>
            </a:r>
            <a:r>
              <a:rPr sz="1200" spc="-35" dirty="0">
                <a:latin typeface="Times New Roman"/>
                <a:cs typeface="Times New Roman"/>
              </a:rPr>
              <a:t> </a:t>
            </a:r>
            <a:r>
              <a:rPr sz="1200" dirty="0">
                <a:latin typeface="Times New Roman"/>
                <a:cs typeface="Times New Roman"/>
              </a:rPr>
              <a:t>back</a:t>
            </a:r>
            <a:r>
              <a:rPr sz="1200" spc="-25" dirty="0">
                <a:latin typeface="Times New Roman"/>
                <a:cs typeface="Times New Roman"/>
              </a:rPr>
              <a:t> </a:t>
            </a:r>
            <a:r>
              <a:rPr sz="1200" dirty="0">
                <a:latin typeface="Times New Roman"/>
                <a:cs typeface="Times New Roman"/>
              </a:rPr>
              <a:t>edge</a:t>
            </a:r>
            <a:r>
              <a:rPr sz="1200" spc="-4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next</a:t>
            </a:r>
            <a:r>
              <a:rPr sz="1200" spc="-35" dirty="0">
                <a:latin typeface="Times New Roman"/>
                <a:cs typeface="Times New Roman"/>
              </a:rPr>
              <a:t> </a:t>
            </a:r>
            <a:r>
              <a:rPr sz="1200" dirty="0">
                <a:latin typeface="Times New Roman"/>
                <a:cs typeface="Times New Roman"/>
              </a:rPr>
              <a:t>frame</a:t>
            </a:r>
            <a:r>
              <a:rPr sz="1200" spc="-10"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spc="-10" dirty="0">
                <a:latin typeface="Times New Roman"/>
                <a:cs typeface="Times New Roman"/>
              </a:rPr>
              <a:t>shown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figure</a:t>
            </a:r>
            <a:r>
              <a:rPr sz="1200" spc="-25" dirty="0">
                <a:latin typeface="Times New Roman"/>
                <a:cs typeface="Times New Roman"/>
              </a:rPr>
              <a:t> </a:t>
            </a:r>
            <a:r>
              <a:rPr sz="1200" spc="-20" dirty="0">
                <a:latin typeface="Times New Roman"/>
                <a:cs typeface="Times New Roman"/>
              </a:rPr>
              <a:t>5.2.</a:t>
            </a:r>
            <a:endParaRPr sz="1200" dirty="0">
              <a:latin typeface="Times New Roman"/>
              <a:cs typeface="Times New Roman"/>
            </a:endParaRPr>
          </a:p>
          <a:p>
            <a:pPr>
              <a:lnSpc>
                <a:spcPct val="100000"/>
              </a:lnSpc>
              <a:spcBef>
                <a:spcPts val="35"/>
              </a:spcBef>
            </a:pPr>
            <a:endParaRPr sz="1200" dirty="0">
              <a:latin typeface="Times New Roman"/>
              <a:cs typeface="Times New Roman"/>
            </a:endParaRPr>
          </a:p>
          <a:p>
            <a:pPr marL="12700">
              <a:lnSpc>
                <a:spcPct val="100000"/>
              </a:lnSpc>
            </a:pPr>
            <a:r>
              <a:rPr sz="1600" b="1" dirty="0">
                <a:latin typeface="Times New Roman"/>
                <a:cs typeface="Times New Roman"/>
              </a:rPr>
              <a:t>5.3</a:t>
            </a:r>
            <a:r>
              <a:rPr sz="1600" b="1" spc="-15" dirty="0">
                <a:latin typeface="Times New Roman"/>
                <a:cs typeface="Times New Roman"/>
              </a:rPr>
              <a:t> </a:t>
            </a:r>
            <a:r>
              <a:rPr sz="1600" b="1" spc="-10" dirty="0">
                <a:latin typeface="Times New Roman"/>
                <a:cs typeface="Times New Roman"/>
              </a:rPr>
              <a:t>System</a:t>
            </a:r>
            <a:r>
              <a:rPr sz="1600" b="1" spc="-90" dirty="0">
                <a:latin typeface="Times New Roman"/>
                <a:cs typeface="Times New Roman"/>
              </a:rPr>
              <a:t> </a:t>
            </a:r>
            <a:r>
              <a:rPr sz="1600" b="1" spc="-10" dirty="0">
                <a:latin typeface="Times New Roman"/>
                <a:cs typeface="Times New Roman"/>
              </a:rPr>
              <a:t>Architecture</a:t>
            </a:r>
            <a:endParaRPr sz="1600" dirty="0">
              <a:latin typeface="Times New Roman"/>
              <a:cs typeface="Times New Roman"/>
            </a:endParaRPr>
          </a:p>
          <a:p>
            <a:pPr marL="20320" marR="5080" indent="456565" algn="just">
              <a:lnSpc>
                <a:spcPct val="144000"/>
              </a:lnSpc>
              <a:spcBef>
                <a:spcPts val="1025"/>
              </a:spcBef>
            </a:pP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architecture</a:t>
            </a:r>
            <a:r>
              <a:rPr sz="1200" spc="20" dirty="0">
                <a:latin typeface="Times New Roman"/>
                <a:cs typeface="Times New Roman"/>
              </a:rPr>
              <a:t> </a:t>
            </a:r>
            <a:r>
              <a:rPr sz="1200" dirty="0">
                <a:latin typeface="Times New Roman"/>
                <a:cs typeface="Times New Roman"/>
              </a:rPr>
              <a:t>refers</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high-</a:t>
            </a:r>
            <a:r>
              <a:rPr sz="1200" dirty="0">
                <a:latin typeface="Times New Roman"/>
                <a:cs typeface="Times New Roman"/>
              </a:rPr>
              <a:t>level</a:t>
            </a:r>
            <a:r>
              <a:rPr sz="1200" spc="25" dirty="0">
                <a:latin typeface="Times New Roman"/>
                <a:cs typeface="Times New Roman"/>
              </a:rPr>
              <a:t> </a:t>
            </a:r>
            <a:r>
              <a:rPr sz="1200" dirty="0">
                <a:latin typeface="Times New Roman"/>
                <a:cs typeface="Times New Roman"/>
              </a:rPr>
              <a:t>structure</a:t>
            </a:r>
            <a:r>
              <a:rPr sz="1200" spc="1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including</a:t>
            </a:r>
            <a:r>
              <a:rPr sz="1200" spc="25" dirty="0">
                <a:latin typeface="Times New Roman"/>
                <a:cs typeface="Times New Roman"/>
              </a:rPr>
              <a:t> </a:t>
            </a:r>
            <a:r>
              <a:rPr sz="1200" dirty="0">
                <a:latin typeface="Times New Roman"/>
                <a:cs typeface="Times New Roman"/>
              </a:rPr>
              <a:t>its</a:t>
            </a:r>
            <a:r>
              <a:rPr sz="1200" spc="25" dirty="0">
                <a:latin typeface="Times New Roman"/>
                <a:cs typeface="Times New Roman"/>
              </a:rPr>
              <a:t> </a:t>
            </a:r>
            <a:r>
              <a:rPr sz="1200" spc="-10" dirty="0">
                <a:latin typeface="Times New Roman"/>
                <a:cs typeface="Times New Roman"/>
              </a:rPr>
              <a:t>components, </a:t>
            </a:r>
            <a:r>
              <a:rPr sz="1200" dirty="0">
                <a:latin typeface="Times New Roman"/>
                <a:cs typeface="Times New Roman"/>
              </a:rPr>
              <a:t>relationships,</a:t>
            </a:r>
            <a:r>
              <a:rPr sz="1200" spc="60" dirty="0">
                <a:latin typeface="Times New Roman"/>
                <a:cs typeface="Times New Roman"/>
              </a:rPr>
              <a:t> </a:t>
            </a:r>
            <a:r>
              <a:rPr sz="1200" dirty="0">
                <a:latin typeface="Times New Roman"/>
                <a:cs typeface="Times New Roman"/>
              </a:rPr>
              <a:t>and</a:t>
            </a:r>
            <a:r>
              <a:rPr sz="1200" spc="55" dirty="0">
                <a:latin typeface="Times New Roman"/>
                <a:cs typeface="Times New Roman"/>
              </a:rPr>
              <a:t> </a:t>
            </a:r>
            <a:r>
              <a:rPr sz="1200" dirty="0">
                <a:latin typeface="Times New Roman"/>
                <a:cs typeface="Times New Roman"/>
              </a:rPr>
              <a:t>interactions.</a:t>
            </a:r>
            <a:r>
              <a:rPr sz="1200" spc="55" dirty="0">
                <a:latin typeface="Times New Roman"/>
                <a:cs typeface="Times New Roman"/>
              </a:rPr>
              <a:t> </a:t>
            </a:r>
            <a:r>
              <a:rPr sz="1200" dirty="0">
                <a:latin typeface="Times New Roman"/>
                <a:cs typeface="Times New Roman"/>
              </a:rPr>
              <a:t>It</a:t>
            </a:r>
            <a:r>
              <a:rPr sz="1200" spc="55" dirty="0">
                <a:latin typeface="Times New Roman"/>
                <a:cs typeface="Times New Roman"/>
              </a:rPr>
              <a:t> </a:t>
            </a:r>
            <a:r>
              <a:rPr sz="1200" dirty="0">
                <a:latin typeface="Times New Roman"/>
                <a:cs typeface="Times New Roman"/>
              </a:rPr>
              <a:t>defines</a:t>
            </a:r>
            <a:r>
              <a:rPr sz="1200" spc="65" dirty="0">
                <a:latin typeface="Times New Roman"/>
                <a:cs typeface="Times New Roman"/>
              </a:rPr>
              <a:t> </a:t>
            </a:r>
            <a:r>
              <a:rPr sz="1200" dirty="0">
                <a:latin typeface="Times New Roman"/>
                <a:cs typeface="Times New Roman"/>
              </a:rPr>
              <a:t>how</a:t>
            </a:r>
            <a:r>
              <a:rPr sz="1200" spc="55"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dirty="0">
                <a:latin typeface="Times New Roman"/>
                <a:cs typeface="Times New Roman"/>
              </a:rPr>
              <a:t>system</a:t>
            </a:r>
            <a:r>
              <a:rPr sz="1200" spc="60" dirty="0">
                <a:latin typeface="Times New Roman"/>
                <a:cs typeface="Times New Roman"/>
              </a:rPr>
              <a:t> </a:t>
            </a:r>
            <a:r>
              <a:rPr sz="1200" dirty="0">
                <a:latin typeface="Times New Roman"/>
                <a:cs typeface="Times New Roman"/>
              </a:rPr>
              <a:t>is</a:t>
            </a:r>
            <a:r>
              <a:rPr sz="1200" spc="65" dirty="0">
                <a:latin typeface="Times New Roman"/>
                <a:cs typeface="Times New Roman"/>
              </a:rPr>
              <a:t> </a:t>
            </a:r>
            <a:r>
              <a:rPr sz="1200" dirty="0">
                <a:latin typeface="Times New Roman"/>
                <a:cs typeface="Times New Roman"/>
              </a:rPr>
              <a:t>organized,</a:t>
            </a:r>
            <a:r>
              <a:rPr sz="1200" spc="65" dirty="0">
                <a:latin typeface="Times New Roman"/>
                <a:cs typeface="Times New Roman"/>
              </a:rPr>
              <a:t> </a:t>
            </a:r>
            <a:r>
              <a:rPr sz="1200" dirty="0">
                <a:latin typeface="Times New Roman"/>
                <a:cs typeface="Times New Roman"/>
              </a:rPr>
              <a:t>how</a:t>
            </a:r>
            <a:r>
              <a:rPr sz="1200" spc="55" dirty="0">
                <a:latin typeface="Times New Roman"/>
                <a:cs typeface="Times New Roman"/>
              </a:rPr>
              <a:t> </a:t>
            </a:r>
            <a:r>
              <a:rPr sz="1200" dirty="0">
                <a:latin typeface="Times New Roman"/>
                <a:cs typeface="Times New Roman"/>
              </a:rPr>
              <a:t>it</a:t>
            </a:r>
            <a:r>
              <a:rPr sz="1200" spc="60" dirty="0">
                <a:latin typeface="Times New Roman"/>
                <a:cs typeface="Times New Roman"/>
              </a:rPr>
              <a:t> </a:t>
            </a:r>
            <a:r>
              <a:rPr sz="1200" dirty="0">
                <a:latin typeface="Times New Roman"/>
                <a:cs typeface="Times New Roman"/>
              </a:rPr>
              <a:t>behaves,</a:t>
            </a:r>
            <a:r>
              <a:rPr sz="1200" spc="70" dirty="0">
                <a:latin typeface="Times New Roman"/>
                <a:cs typeface="Times New Roman"/>
              </a:rPr>
              <a:t> </a:t>
            </a:r>
            <a:r>
              <a:rPr sz="1200" dirty="0">
                <a:latin typeface="Times New Roman"/>
                <a:cs typeface="Times New Roman"/>
              </a:rPr>
              <a:t>and</a:t>
            </a:r>
            <a:r>
              <a:rPr sz="1200" spc="55" dirty="0">
                <a:latin typeface="Times New Roman"/>
                <a:cs typeface="Times New Roman"/>
              </a:rPr>
              <a:t> </a:t>
            </a:r>
            <a:r>
              <a:rPr sz="1200" dirty="0">
                <a:latin typeface="Times New Roman"/>
                <a:cs typeface="Times New Roman"/>
              </a:rPr>
              <a:t>how</a:t>
            </a:r>
            <a:r>
              <a:rPr sz="1200" spc="65" dirty="0">
                <a:latin typeface="Times New Roman"/>
                <a:cs typeface="Times New Roman"/>
              </a:rPr>
              <a:t> </a:t>
            </a:r>
            <a:r>
              <a:rPr sz="1200" spc="-25" dirty="0">
                <a:latin typeface="Times New Roman"/>
                <a:cs typeface="Times New Roman"/>
              </a:rPr>
              <a:t>it </a:t>
            </a:r>
            <a:r>
              <a:rPr sz="1200" spc="-10" dirty="0">
                <a:latin typeface="Times New Roman"/>
                <a:cs typeface="Times New Roman"/>
              </a:rPr>
              <a:t>interacts</a:t>
            </a:r>
            <a:r>
              <a:rPr sz="1200" spc="-4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spc="-10" dirty="0">
                <a:latin typeface="Times New Roman"/>
                <a:cs typeface="Times New Roman"/>
              </a:rPr>
              <a:t>environment.</a:t>
            </a:r>
            <a:r>
              <a:rPr sz="1200" spc="-4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spc="-10" dirty="0">
                <a:latin typeface="Times New Roman"/>
                <a:cs typeface="Times New Roman"/>
              </a:rPr>
              <a:t>architecture</a:t>
            </a:r>
            <a:r>
              <a:rPr sz="1200" spc="-4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critical</a:t>
            </a:r>
            <a:r>
              <a:rPr sz="1200" spc="-25" dirty="0">
                <a:latin typeface="Times New Roman"/>
                <a:cs typeface="Times New Roman"/>
              </a:rPr>
              <a:t> </a:t>
            </a:r>
            <a:r>
              <a:rPr sz="1200" spc="-10" dirty="0">
                <a:latin typeface="Times New Roman"/>
                <a:cs typeface="Times New Roman"/>
              </a:rPr>
              <a:t>aspect</a:t>
            </a:r>
            <a:r>
              <a:rPr sz="1200" spc="-3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design,</a:t>
            </a:r>
            <a:r>
              <a:rPr sz="1200" spc="-35"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dirty="0">
                <a:latin typeface="Times New Roman"/>
                <a:cs typeface="Times New Roman"/>
              </a:rPr>
              <a:t>it</a:t>
            </a:r>
            <a:r>
              <a:rPr sz="1200" spc="-40" dirty="0">
                <a:latin typeface="Times New Roman"/>
                <a:cs typeface="Times New Roman"/>
              </a:rPr>
              <a:t> </a:t>
            </a:r>
            <a:r>
              <a:rPr sz="1200" spc="-10" dirty="0">
                <a:latin typeface="Times New Roman"/>
                <a:cs typeface="Times New Roman"/>
              </a:rPr>
              <a:t>provides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blueprint</a:t>
            </a:r>
            <a:r>
              <a:rPr sz="1200" spc="-35"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dirty="0">
                <a:latin typeface="Times New Roman"/>
                <a:cs typeface="Times New Roman"/>
              </a:rPr>
              <a:t>building,</a:t>
            </a:r>
            <a:r>
              <a:rPr sz="1200" spc="-35" dirty="0">
                <a:latin typeface="Times New Roman"/>
                <a:cs typeface="Times New Roman"/>
              </a:rPr>
              <a:t> </a:t>
            </a:r>
            <a:r>
              <a:rPr sz="1200" dirty="0">
                <a:latin typeface="Times New Roman"/>
                <a:cs typeface="Times New Roman"/>
              </a:rPr>
              <a:t>integrating,</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maintaining</a:t>
            </a:r>
            <a:r>
              <a:rPr sz="1200" spc="-35" dirty="0">
                <a:latin typeface="Times New Roman"/>
                <a:cs typeface="Times New Roman"/>
              </a:rPr>
              <a:t> </a:t>
            </a:r>
            <a:r>
              <a:rPr sz="1200" dirty="0">
                <a:latin typeface="Times New Roman"/>
                <a:cs typeface="Times New Roman"/>
              </a:rPr>
              <a:t>complex</a:t>
            </a:r>
            <a:r>
              <a:rPr sz="1200" spc="-35" dirty="0">
                <a:latin typeface="Times New Roman"/>
                <a:cs typeface="Times New Roman"/>
              </a:rPr>
              <a:t> </a:t>
            </a:r>
            <a:r>
              <a:rPr sz="1200" spc="-10" dirty="0">
                <a:latin typeface="Times New Roman"/>
                <a:cs typeface="Times New Roman"/>
              </a:rPr>
              <a:t>systems.</a:t>
            </a:r>
            <a:endParaRPr sz="1200" dirty="0">
              <a:latin typeface="Times New Roman"/>
              <a:cs typeface="Times New Roman"/>
            </a:endParaRPr>
          </a:p>
          <a:p>
            <a:pPr marL="20320" marR="8255" indent="456565" algn="just">
              <a:lnSpc>
                <a:spcPct val="143300"/>
              </a:lnSpc>
              <a:spcBef>
                <a:spcPts val="805"/>
              </a:spcBef>
            </a:pPr>
            <a:r>
              <a:rPr sz="1200" b="1" dirty="0">
                <a:latin typeface="Times New Roman"/>
                <a:cs typeface="Times New Roman"/>
              </a:rPr>
              <a:t>Communication:</a:t>
            </a:r>
            <a:r>
              <a:rPr sz="1200" b="1" spc="80" dirty="0">
                <a:latin typeface="Times New Roman"/>
                <a:cs typeface="Times New Roman"/>
              </a:rPr>
              <a:t> </a:t>
            </a:r>
            <a:r>
              <a:rPr sz="1200" dirty="0">
                <a:latin typeface="Times New Roman"/>
                <a:cs typeface="Times New Roman"/>
              </a:rPr>
              <a:t>It</a:t>
            </a:r>
            <a:r>
              <a:rPr sz="1200" spc="80" dirty="0">
                <a:latin typeface="Times New Roman"/>
                <a:cs typeface="Times New Roman"/>
              </a:rPr>
              <a:t> </a:t>
            </a:r>
            <a:r>
              <a:rPr sz="1200" dirty="0">
                <a:latin typeface="Times New Roman"/>
                <a:cs typeface="Times New Roman"/>
              </a:rPr>
              <a:t>provides</a:t>
            </a:r>
            <a:r>
              <a:rPr sz="1200" spc="8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common</a:t>
            </a:r>
            <a:r>
              <a:rPr sz="1200" spc="80" dirty="0">
                <a:latin typeface="Times New Roman"/>
                <a:cs typeface="Times New Roman"/>
              </a:rPr>
              <a:t> </a:t>
            </a:r>
            <a:r>
              <a:rPr sz="1200" dirty="0">
                <a:latin typeface="Times New Roman"/>
                <a:cs typeface="Times New Roman"/>
              </a:rPr>
              <a:t>understanding</a:t>
            </a:r>
            <a:r>
              <a:rPr sz="1200" spc="80" dirty="0">
                <a:latin typeface="Times New Roman"/>
                <a:cs typeface="Times New Roman"/>
              </a:rPr>
              <a:t> </a:t>
            </a:r>
            <a:r>
              <a:rPr sz="1200" dirty="0">
                <a:latin typeface="Times New Roman"/>
                <a:cs typeface="Times New Roman"/>
              </a:rPr>
              <a:t>of</a:t>
            </a:r>
            <a:r>
              <a:rPr sz="1200" spc="75" dirty="0">
                <a:latin typeface="Times New Roman"/>
                <a:cs typeface="Times New Roman"/>
              </a:rPr>
              <a:t> </a:t>
            </a: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system</a:t>
            </a:r>
            <a:r>
              <a:rPr sz="1200" spc="95" dirty="0">
                <a:latin typeface="Times New Roman"/>
                <a:cs typeface="Times New Roman"/>
              </a:rPr>
              <a:t> </a:t>
            </a:r>
            <a:r>
              <a:rPr sz="1200" dirty="0">
                <a:latin typeface="Times New Roman"/>
                <a:cs typeface="Times New Roman"/>
              </a:rPr>
              <a:t>among</a:t>
            </a:r>
            <a:r>
              <a:rPr sz="1200" spc="80" dirty="0">
                <a:latin typeface="Times New Roman"/>
                <a:cs typeface="Times New Roman"/>
              </a:rPr>
              <a:t> </a:t>
            </a:r>
            <a:r>
              <a:rPr sz="1200" spc="-10" dirty="0">
                <a:latin typeface="Times New Roman"/>
                <a:cs typeface="Times New Roman"/>
              </a:rPr>
              <a:t>stakeholders, </a:t>
            </a:r>
            <a:r>
              <a:rPr sz="1200" dirty="0">
                <a:latin typeface="Times New Roman"/>
                <a:cs typeface="Times New Roman"/>
              </a:rPr>
              <a:t>including</a:t>
            </a:r>
            <a:r>
              <a:rPr sz="1200" spc="-35" dirty="0">
                <a:latin typeface="Times New Roman"/>
                <a:cs typeface="Times New Roman"/>
              </a:rPr>
              <a:t> </a:t>
            </a:r>
            <a:r>
              <a:rPr sz="1200" dirty="0">
                <a:latin typeface="Times New Roman"/>
                <a:cs typeface="Times New Roman"/>
              </a:rPr>
              <a:t>developers,</a:t>
            </a:r>
            <a:r>
              <a:rPr sz="1200" spc="-3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maintainers.</a:t>
            </a:r>
            <a:endParaRPr sz="1200" dirty="0">
              <a:latin typeface="Times New Roman"/>
              <a:cs typeface="Times New Roman"/>
            </a:endParaRPr>
          </a:p>
          <a:p>
            <a:pPr marL="20320" marR="8255" indent="456565" algn="just">
              <a:lnSpc>
                <a:spcPct val="144100"/>
              </a:lnSpc>
              <a:spcBef>
                <a:spcPts val="795"/>
              </a:spcBef>
            </a:pPr>
            <a:r>
              <a:rPr sz="1200" b="1" dirty="0">
                <a:latin typeface="Times New Roman"/>
                <a:cs typeface="Times New Roman"/>
              </a:rPr>
              <a:t>Design</a:t>
            </a:r>
            <a:r>
              <a:rPr sz="1200" b="1" spc="35" dirty="0">
                <a:latin typeface="Times New Roman"/>
                <a:cs typeface="Times New Roman"/>
              </a:rPr>
              <a:t> </a:t>
            </a:r>
            <a:r>
              <a:rPr sz="1200" b="1" dirty="0">
                <a:latin typeface="Times New Roman"/>
                <a:cs typeface="Times New Roman"/>
              </a:rPr>
              <a:t>guidance:</a:t>
            </a:r>
            <a:r>
              <a:rPr sz="1200" b="1" spc="40" dirty="0">
                <a:latin typeface="Times New Roman"/>
                <a:cs typeface="Times New Roman"/>
              </a:rPr>
              <a:t> </a:t>
            </a:r>
            <a:r>
              <a:rPr sz="1200" dirty="0">
                <a:latin typeface="Times New Roman"/>
                <a:cs typeface="Times New Roman"/>
              </a:rPr>
              <a:t>It</a:t>
            </a:r>
            <a:r>
              <a:rPr sz="1200" spc="30"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framework</a:t>
            </a:r>
            <a:r>
              <a:rPr sz="1200" spc="4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designing</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building</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spc="-10" dirty="0">
                <a:latin typeface="Times New Roman"/>
                <a:cs typeface="Times New Roman"/>
              </a:rPr>
              <a:t>ensuring </a:t>
            </a:r>
            <a:r>
              <a:rPr sz="1200" dirty="0">
                <a:latin typeface="Times New Roman"/>
                <a:cs typeface="Times New Roman"/>
              </a:rPr>
              <a:t>consistency</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coherence.</a:t>
            </a:r>
            <a:endParaRPr sz="1200" dirty="0">
              <a:latin typeface="Times New Roman"/>
              <a:cs typeface="Times New Roman"/>
            </a:endParaRPr>
          </a:p>
        </p:txBody>
      </p:sp>
      <p:pic>
        <p:nvPicPr>
          <p:cNvPr id="8" name="object 8"/>
          <p:cNvPicPr/>
          <p:nvPr/>
        </p:nvPicPr>
        <p:blipFill>
          <a:blip r:embed="rId2" cstate="print"/>
          <a:stretch>
            <a:fillRect/>
          </a:stretch>
        </p:blipFill>
        <p:spPr>
          <a:xfrm>
            <a:off x="2841418" y="3364102"/>
            <a:ext cx="2703442" cy="1246457"/>
          </a:xfrm>
          <a:prstGeom prst="rect">
            <a:avLst/>
          </a:prstGeom>
        </p:spPr>
      </p:pic>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10" name="object 10"/>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17</a:t>
            </a:r>
            <a:endParaRPr spc="-25" dirty="0"/>
          </a:p>
        </p:txBody>
      </p:sp>
      <p:sp>
        <p:nvSpPr>
          <p:cNvPr id="11" name="object 11"/>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6089141" y="624331"/>
            <a:ext cx="94424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Design</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grpSp>
        <p:nvGrpSpPr>
          <p:cNvPr id="5" name="object 5"/>
          <p:cNvGrpSpPr/>
          <p:nvPr/>
        </p:nvGrpSpPr>
        <p:grpSpPr>
          <a:xfrm>
            <a:off x="920750" y="831853"/>
            <a:ext cx="6096000" cy="2444750"/>
            <a:chOff x="920750" y="831853"/>
            <a:chExt cx="6096000" cy="2444750"/>
          </a:xfrm>
        </p:grpSpPr>
        <p:sp>
          <p:nvSpPr>
            <p:cNvPr id="6" name="object 6"/>
            <p:cNvSpPr/>
            <p:nvPr/>
          </p:nvSpPr>
          <p:spPr>
            <a:xfrm>
              <a:off x="920750" y="831862"/>
              <a:ext cx="6096000" cy="45085"/>
            </a:xfrm>
            <a:custGeom>
              <a:avLst/>
              <a:gdLst/>
              <a:ahLst/>
              <a:cxnLst/>
              <a:rect l="l" t="t" r="r" b="b"/>
              <a:pathLst>
                <a:path w="6096000" h="45084">
                  <a:moveTo>
                    <a:pt x="6087351" y="0"/>
                  </a:moveTo>
                  <a:lnTo>
                    <a:pt x="0" y="0"/>
                  </a:lnTo>
                  <a:lnTo>
                    <a:pt x="0" y="6464"/>
                  </a:lnTo>
                  <a:lnTo>
                    <a:pt x="6087351" y="6464"/>
                  </a:lnTo>
                  <a:lnTo>
                    <a:pt x="6087351" y="0"/>
                  </a:lnTo>
                  <a:close/>
                </a:path>
                <a:path w="6096000" h="45084">
                  <a:moveTo>
                    <a:pt x="6095936" y="21958"/>
                  </a:moveTo>
                  <a:lnTo>
                    <a:pt x="6032" y="21958"/>
                  </a:lnTo>
                  <a:lnTo>
                    <a:pt x="6032" y="45072"/>
                  </a:lnTo>
                  <a:lnTo>
                    <a:pt x="6095936" y="45072"/>
                  </a:lnTo>
                  <a:lnTo>
                    <a:pt x="6095936" y="21958"/>
                  </a:lnTo>
                  <a:close/>
                </a:path>
              </a:pathLst>
            </a:custGeom>
            <a:solidFill>
              <a:srgbClr val="823909"/>
            </a:solidFill>
          </p:spPr>
          <p:txBody>
            <a:bodyPr wrap="square" lIns="0" tIns="0" rIns="0" bIns="0" rtlCol="0"/>
            <a:lstStyle/>
            <a:p>
              <a:endParaRPr/>
            </a:p>
          </p:txBody>
        </p:sp>
        <p:pic>
          <p:nvPicPr>
            <p:cNvPr id="7" name="object 7"/>
            <p:cNvPicPr/>
            <p:nvPr/>
          </p:nvPicPr>
          <p:blipFill>
            <a:blip r:embed="rId2" cstate="print"/>
            <a:stretch>
              <a:fillRect/>
            </a:stretch>
          </p:blipFill>
          <p:spPr>
            <a:xfrm>
              <a:off x="2169413" y="914399"/>
              <a:ext cx="3582035" cy="2362200"/>
            </a:xfrm>
            <a:prstGeom prst="rect">
              <a:avLst/>
            </a:prstGeom>
          </p:spPr>
        </p:pic>
      </p:grpSp>
      <p:sp>
        <p:nvSpPr>
          <p:cNvPr id="8" name="object 8"/>
          <p:cNvSpPr txBox="1"/>
          <p:nvPr/>
        </p:nvSpPr>
        <p:spPr>
          <a:xfrm>
            <a:off x="886764" y="3442842"/>
            <a:ext cx="6148705" cy="4601210"/>
          </a:xfrm>
          <a:prstGeom prst="rect">
            <a:avLst/>
          </a:prstGeom>
        </p:spPr>
        <p:txBody>
          <a:bodyPr vert="horz" wrap="square" lIns="0" tIns="12700" rIns="0" bIns="0" rtlCol="0">
            <a:spAutoFit/>
          </a:bodyPr>
          <a:lstStyle/>
          <a:p>
            <a:pPr marL="2096135" algn="just">
              <a:lnSpc>
                <a:spcPct val="100000"/>
              </a:lnSpc>
              <a:spcBef>
                <a:spcPts val="100"/>
              </a:spcBef>
            </a:pPr>
            <a:r>
              <a:rPr sz="1200" b="1" dirty="0">
                <a:latin typeface="Times New Roman"/>
                <a:cs typeface="Times New Roman"/>
              </a:rPr>
              <a:t>Figure</a:t>
            </a:r>
            <a:r>
              <a:rPr sz="1200" b="1" spc="-35" dirty="0">
                <a:latin typeface="Times New Roman"/>
                <a:cs typeface="Times New Roman"/>
              </a:rPr>
              <a:t> </a:t>
            </a:r>
            <a:r>
              <a:rPr sz="1200" b="1" dirty="0">
                <a:latin typeface="Times New Roman"/>
                <a:cs typeface="Times New Roman"/>
              </a:rPr>
              <a:t>5.3:</a:t>
            </a:r>
            <a:r>
              <a:rPr sz="1200" b="1" spc="-30"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architecture</a:t>
            </a:r>
            <a:endParaRPr sz="1200" dirty="0">
              <a:latin typeface="Times New Roman"/>
              <a:cs typeface="Times New Roman"/>
            </a:endParaRPr>
          </a:p>
          <a:p>
            <a:pPr marL="20320" marR="5080" indent="456565" algn="just">
              <a:lnSpc>
                <a:spcPct val="143800"/>
              </a:lnSpc>
              <a:spcBef>
                <a:spcPts val="795"/>
              </a:spcBef>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figure</a:t>
            </a:r>
            <a:r>
              <a:rPr sz="1200" spc="-30" dirty="0">
                <a:latin typeface="Times New Roman"/>
                <a:cs typeface="Times New Roman"/>
              </a:rPr>
              <a:t> </a:t>
            </a:r>
            <a:r>
              <a:rPr sz="1200" dirty="0">
                <a:latin typeface="Times New Roman"/>
                <a:cs typeface="Times New Roman"/>
              </a:rPr>
              <a:t>5.3</a:t>
            </a:r>
            <a:r>
              <a:rPr sz="1200" spc="-30" dirty="0">
                <a:latin typeface="Times New Roman"/>
                <a:cs typeface="Times New Roman"/>
              </a:rPr>
              <a:t> </a:t>
            </a:r>
            <a:r>
              <a:rPr sz="1200" dirty="0">
                <a:latin typeface="Times New Roman"/>
                <a:cs typeface="Times New Roman"/>
              </a:rPr>
              <a:t>flowchart</a:t>
            </a:r>
            <a:r>
              <a:rPr sz="1200" spc="-20" dirty="0">
                <a:latin typeface="Times New Roman"/>
                <a:cs typeface="Times New Roman"/>
              </a:rPr>
              <a:t> </a:t>
            </a:r>
            <a:r>
              <a:rPr sz="1200" dirty="0">
                <a:latin typeface="Times New Roman"/>
                <a:cs typeface="Times New Roman"/>
              </a:rPr>
              <a:t>illustrates</a:t>
            </a:r>
            <a:r>
              <a:rPr sz="1200" spc="-3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recognizing</a:t>
            </a:r>
            <a:r>
              <a:rPr sz="1200" spc="-30" dirty="0">
                <a:latin typeface="Times New Roman"/>
                <a:cs typeface="Times New Roman"/>
              </a:rPr>
              <a:t> </a:t>
            </a:r>
            <a:r>
              <a:rPr sz="1200" dirty="0">
                <a:latin typeface="Times New Roman"/>
                <a:cs typeface="Times New Roman"/>
              </a:rPr>
              <a:t>hand</a:t>
            </a:r>
            <a:r>
              <a:rPr sz="1200" spc="-25" dirty="0">
                <a:latin typeface="Times New Roman"/>
                <a:cs typeface="Times New Roman"/>
              </a:rPr>
              <a:t> </a:t>
            </a:r>
            <a:r>
              <a:rPr sz="1200" dirty="0">
                <a:latin typeface="Times New Roman"/>
                <a:cs typeface="Times New Roman"/>
              </a:rPr>
              <a:t>gestures</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using</a:t>
            </a:r>
            <a:r>
              <a:rPr sz="1200" spc="-30" dirty="0">
                <a:latin typeface="Times New Roman"/>
                <a:cs typeface="Times New Roman"/>
              </a:rPr>
              <a:t> </a:t>
            </a:r>
            <a:r>
              <a:rPr sz="1200" dirty="0">
                <a:latin typeface="Times New Roman"/>
                <a:cs typeface="Times New Roman"/>
              </a:rPr>
              <a:t>them</a:t>
            </a:r>
            <a:r>
              <a:rPr sz="1200" spc="-25" dirty="0">
                <a:latin typeface="Times New Roman"/>
                <a:cs typeface="Times New Roman"/>
              </a:rPr>
              <a:t> to </a:t>
            </a:r>
            <a:r>
              <a:rPr sz="1200" dirty="0">
                <a:latin typeface="Times New Roman"/>
                <a:cs typeface="Times New Roman"/>
              </a:rPr>
              <a:t>control</a:t>
            </a:r>
            <a:r>
              <a:rPr sz="1200" spc="-50" dirty="0">
                <a:latin typeface="Times New Roman"/>
                <a:cs typeface="Times New Roman"/>
              </a:rPr>
              <a:t> </a:t>
            </a:r>
            <a:r>
              <a:rPr sz="1200" dirty="0">
                <a:latin typeface="Times New Roman"/>
                <a:cs typeface="Times New Roman"/>
              </a:rPr>
              <a:t>menus</a:t>
            </a:r>
            <a:r>
              <a:rPr sz="1200" spc="-35"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an</a:t>
            </a:r>
            <a:r>
              <a:rPr sz="1200" spc="-35" dirty="0">
                <a:latin typeface="Times New Roman"/>
                <a:cs typeface="Times New Roman"/>
              </a:rPr>
              <a:t> </a:t>
            </a:r>
            <a:r>
              <a:rPr sz="1200" spc="-10" dirty="0">
                <a:latin typeface="Times New Roman"/>
                <a:cs typeface="Times New Roman"/>
              </a:rPr>
              <a:t>application.</a:t>
            </a:r>
            <a:r>
              <a:rPr sz="1200" spc="-6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process</a:t>
            </a:r>
            <a:r>
              <a:rPr sz="1200" spc="-30" dirty="0">
                <a:latin typeface="Times New Roman"/>
                <a:cs typeface="Times New Roman"/>
              </a:rPr>
              <a:t> </a:t>
            </a:r>
            <a:r>
              <a:rPr sz="1200" dirty="0">
                <a:latin typeface="Times New Roman"/>
                <a:cs typeface="Times New Roman"/>
              </a:rPr>
              <a:t>starts</a:t>
            </a:r>
            <a:r>
              <a:rPr sz="1200" spc="-25"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capturing</a:t>
            </a:r>
            <a:r>
              <a:rPr sz="1200" spc="-35" dirty="0">
                <a:latin typeface="Times New Roman"/>
                <a:cs typeface="Times New Roman"/>
              </a:rPr>
              <a:t> </a:t>
            </a:r>
            <a:r>
              <a:rPr sz="1200" dirty="0">
                <a:latin typeface="Times New Roman"/>
                <a:cs typeface="Times New Roman"/>
              </a:rPr>
              <a:t>an</a:t>
            </a:r>
            <a:r>
              <a:rPr sz="1200" spc="-35" dirty="0">
                <a:latin typeface="Times New Roman"/>
                <a:cs typeface="Times New Roman"/>
              </a:rPr>
              <a:t> </a:t>
            </a:r>
            <a:r>
              <a:rPr sz="1200" dirty="0">
                <a:latin typeface="Times New Roman"/>
                <a:cs typeface="Times New Roman"/>
              </a:rPr>
              <a:t>image</a:t>
            </a:r>
            <a:r>
              <a:rPr sz="1200" spc="-5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hand,</a:t>
            </a:r>
            <a:r>
              <a:rPr sz="1200" spc="-35" dirty="0">
                <a:latin typeface="Times New Roman"/>
                <a:cs typeface="Times New Roman"/>
              </a:rPr>
              <a:t> </a:t>
            </a:r>
            <a:r>
              <a:rPr sz="1200" dirty="0">
                <a:latin typeface="Times New Roman"/>
                <a:cs typeface="Times New Roman"/>
              </a:rPr>
              <a:t>then</a:t>
            </a:r>
            <a:r>
              <a:rPr sz="1200" spc="-40" dirty="0">
                <a:latin typeface="Times New Roman"/>
                <a:cs typeface="Times New Roman"/>
              </a:rPr>
              <a:t> </a:t>
            </a:r>
            <a:r>
              <a:rPr sz="1200" spc="-10" dirty="0">
                <a:latin typeface="Times New Roman"/>
                <a:cs typeface="Times New Roman"/>
              </a:rPr>
              <a:t>identifies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palm</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key</a:t>
            </a:r>
            <a:r>
              <a:rPr sz="1200" spc="-35" dirty="0">
                <a:latin typeface="Times New Roman"/>
                <a:cs typeface="Times New Roman"/>
              </a:rPr>
              <a:t> </a:t>
            </a:r>
            <a:r>
              <a:rPr sz="1200" dirty="0">
                <a:latin typeface="Times New Roman"/>
                <a:cs typeface="Times New Roman"/>
              </a:rPr>
              <a:t>points</a:t>
            </a:r>
            <a:r>
              <a:rPr sz="1200" spc="-45" dirty="0">
                <a:latin typeface="Times New Roman"/>
                <a:cs typeface="Times New Roman"/>
              </a:rPr>
              <a:t>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hand.</a:t>
            </a:r>
            <a:r>
              <a:rPr sz="1200" spc="-5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hand</a:t>
            </a:r>
            <a:r>
              <a:rPr sz="1200" spc="-35" dirty="0">
                <a:latin typeface="Times New Roman"/>
                <a:cs typeface="Times New Roman"/>
              </a:rPr>
              <a:t> </a:t>
            </a:r>
            <a:r>
              <a:rPr sz="1200" dirty="0">
                <a:latin typeface="Times New Roman"/>
                <a:cs typeface="Times New Roman"/>
              </a:rPr>
              <a:t>gesture</a:t>
            </a:r>
            <a:r>
              <a:rPr sz="1200" spc="-4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then</a:t>
            </a:r>
            <a:r>
              <a:rPr sz="1200" spc="-35" dirty="0">
                <a:latin typeface="Times New Roman"/>
                <a:cs typeface="Times New Roman"/>
              </a:rPr>
              <a:t> </a:t>
            </a:r>
            <a:r>
              <a:rPr sz="1200" dirty="0">
                <a:latin typeface="Times New Roman"/>
                <a:cs typeface="Times New Roman"/>
              </a:rPr>
              <a:t>identified</a:t>
            </a:r>
            <a:r>
              <a:rPr sz="1200" spc="-35" dirty="0">
                <a:latin typeface="Times New Roman"/>
                <a:cs typeface="Times New Roman"/>
              </a:rPr>
              <a:t> </a:t>
            </a:r>
            <a:r>
              <a:rPr sz="1200" dirty="0">
                <a:latin typeface="Times New Roman"/>
                <a:cs typeface="Times New Roman"/>
              </a:rPr>
              <a:t>based</a:t>
            </a:r>
            <a:r>
              <a:rPr sz="1200" spc="-40" dirty="0">
                <a:latin typeface="Times New Roman"/>
                <a:cs typeface="Times New Roman"/>
              </a:rPr>
              <a:t>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key</a:t>
            </a:r>
            <a:r>
              <a:rPr sz="1200" spc="-35" dirty="0">
                <a:latin typeface="Times New Roman"/>
                <a:cs typeface="Times New Roman"/>
              </a:rPr>
              <a:t> </a:t>
            </a:r>
            <a:r>
              <a:rPr sz="1200" dirty="0">
                <a:latin typeface="Times New Roman"/>
                <a:cs typeface="Times New Roman"/>
              </a:rPr>
              <a:t>points,</a:t>
            </a:r>
            <a:r>
              <a:rPr sz="1200" spc="-30" dirty="0">
                <a:latin typeface="Times New Roman"/>
                <a:cs typeface="Times New Roman"/>
              </a:rPr>
              <a:t> </a:t>
            </a:r>
            <a:r>
              <a:rPr sz="1200" spc="-25" dirty="0">
                <a:latin typeface="Times New Roman"/>
                <a:cs typeface="Times New Roman"/>
              </a:rPr>
              <a:t>and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menu</a:t>
            </a:r>
            <a:r>
              <a:rPr sz="1200" spc="-4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spc="-10" dirty="0">
                <a:latin typeface="Times New Roman"/>
                <a:cs typeface="Times New Roman"/>
              </a:rPr>
              <a:t>displayed</a:t>
            </a:r>
            <a:r>
              <a:rPr sz="1200" spc="-45" dirty="0">
                <a:latin typeface="Times New Roman"/>
                <a:cs typeface="Times New Roman"/>
              </a:rPr>
              <a:t> </a:t>
            </a:r>
            <a:r>
              <a:rPr sz="1200" dirty="0">
                <a:latin typeface="Times New Roman"/>
                <a:cs typeface="Times New Roman"/>
              </a:rPr>
              <a:t>based</a:t>
            </a:r>
            <a:r>
              <a:rPr sz="1200" spc="-45"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detected</a:t>
            </a:r>
            <a:r>
              <a:rPr sz="1200" spc="-45" dirty="0">
                <a:latin typeface="Times New Roman"/>
                <a:cs typeface="Times New Roman"/>
              </a:rPr>
              <a:t> </a:t>
            </a:r>
            <a:r>
              <a:rPr sz="1200" spc="-10" dirty="0">
                <a:latin typeface="Times New Roman"/>
                <a:cs typeface="Times New Roman"/>
              </a:rPr>
              <a:t>gesture.</a:t>
            </a:r>
            <a:r>
              <a:rPr sz="1200" spc="-5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spc="-10" dirty="0">
                <a:latin typeface="Times New Roman"/>
                <a:cs typeface="Times New Roman"/>
              </a:rPr>
              <a:t>image</a:t>
            </a:r>
            <a:r>
              <a:rPr sz="1200" spc="-5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right</a:t>
            </a:r>
            <a:r>
              <a:rPr sz="1200" spc="-40" dirty="0">
                <a:latin typeface="Times New Roman"/>
                <a:cs typeface="Times New Roman"/>
              </a:rPr>
              <a:t> </a:t>
            </a:r>
            <a:r>
              <a:rPr sz="1200" dirty="0">
                <a:latin typeface="Times New Roman"/>
                <a:cs typeface="Times New Roman"/>
              </a:rPr>
              <a:t>shows</a:t>
            </a:r>
            <a:r>
              <a:rPr sz="1200" spc="-4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hand</a:t>
            </a:r>
            <a:r>
              <a:rPr sz="1200" spc="-45"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spc="-10" dirty="0">
                <a:latin typeface="Times New Roman"/>
                <a:cs typeface="Times New Roman"/>
              </a:rPr>
              <a:t>detected </a:t>
            </a:r>
            <a:r>
              <a:rPr sz="1200" dirty="0">
                <a:latin typeface="Times New Roman"/>
                <a:cs typeface="Times New Roman"/>
              </a:rPr>
              <a:t>key</a:t>
            </a:r>
            <a:r>
              <a:rPr sz="1200" spc="-20" dirty="0">
                <a:latin typeface="Times New Roman"/>
                <a:cs typeface="Times New Roman"/>
              </a:rPr>
              <a:t> </a:t>
            </a:r>
            <a:r>
              <a:rPr sz="1200" dirty="0">
                <a:latin typeface="Times New Roman"/>
                <a:cs typeface="Times New Roman"/>
              </a:rPr>
              <a:t>points</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GUI</a:t>
            </a:r>
            <a:r>
              <a:rPr sz="1200" spc="-20" dirty="0">
                <a:latin typeface="Times New Roman"/>
                <a:cs typeface="Times New Roman"/>
              </a:rPr>
              <a:t> </a:t>
            </a:r>
            <a:r>
              <a:rPr sz="1200" dirty="0">
                <a:latin typeface="Times New Roman"/>
                <a:cs typeface="Times New Roman"/>
              </a:rPr>
              <a:t>elements.</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image</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bottom</a:t>
            </a:r>
            <a:r>
              <a:rPr sz="1200" spc="-15"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spc="-10" dirty="0">
                <a:latin typeface="Times New Roman"/>
                <a:cs typeface="Times New Roman"/>
              </a:rPr>
              <a:t>interface.</a:t>
            </a:r>
            <a:endParaRPr sz="1200" dirty="0">
              <a:latin typeface="Times New Roman"/>
              <a:cs typeface="Times New Roman"/>
            </a:endParaRPr>
          </a:p>
          <a:p>
            <a:pPr>
              <a:lnSpc>
                <a:spcPct val="100000"/>
              </a:lnSpc>
              <a:spcBef>
                <a:spcPts val="50"/>
              </a:spcBef>
            </a:pPr>
            <a:endParaRPr sz="1200" dirty="0">
              <a:latin typeface="Times New Roman"/>
              <a:cs typeface="Times New Roman"/>
            </a:endParaRPr>
          </a:p>
          <a:p>
            <a:pPr marL="12700">
              <a:lnSpc>
                <a:spcPct val="100000"/>
              </a:lnSpc>
            </a:pPr>
            <a:r>
              <a:rPr sz="1200" b="1" dirty="0">
                <a:latin typeface="Times New Roman"/>
                <a:cs typeface="Times New Roman"/>
              </a:rPr>
              <a:t>Start:</a:t>
            </a:r>
            <a:r>
              <a:rPr sz="1200" b="1" spc="-5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process</a:t>
            </a:r>
            <a:r>
              <a:rPr sz="1200" spc="-25" dirty="0">
                <a:latin typeface="Times New Roman"/>
                <a:cs typeface="Times New Roman"/>
              </a:rPr>
              <a:t> </a:t>
            </a:r>
            <a:r>
              <a:rPr sz="1200" dirty="0">
                <a:latin typeface="Times New Roman"/>
                <a:cs typeface="Times New Roman"/>
              </a:rPr>
              <a:t>begins</a:t>
            </a:r>
            <a:r>
              <a:rPr sz="1200" spc="-2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capturing</a:t>
            </a:r>
            <a:r>
              <a:rPr sz="1200" spc="-20" dirty="0">
                <a:latin typeface="Times New Roman"/>
                <a:cs typeface="Times New Roman"/>
              </a:rPr>
              <a:t> </a:t>
            </a:r>
            <a:r>
              <a:rPr sz="1200" dirty="0">
                <a:latin typeface="Times New Roman"/>
                <a:cs typeface="Times New Roman"/>
              </a:rPr>
              <a:t>an</a:t>
            </a:r>
            <a:r>
              <a:rPr sz="1200" spc="-25" dirty="0">
                <a:latin typeface="Times New Roman"/>
                <a:cs typeface="Times New Roman"/>
              </a:rPr>
              <a:t> </a:t>
            </a:r>
            <a:r>
              <a:rPr sz="1200" dirty="0">
                <a:latin typeface="Times New Roman"/>
                <a:cs typeface="Times New Roman"/>
              </a:rPr>
              <a:t>image</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hand.</a:t>
            </a:r>
            <a:endParaRPr sz="1200" dirty="0">
              <a:latin typeface="Times New Roman"/>
              <a:cs typeface="Times New Roman"/>
            </a:endParaRPr>
          </a:p>
          <a:p>
            <a:pPr>
              <a:lnSpc>
                <a:spcPct val="100000"/>
              </a:lnSpc>
              <a:spcBef>
                <a:spcPts val="60"/>
              </a:spcBef>
            </a:pPr>
            <a:endParaRPr sz="1200" dirty="0">
              <a:latin typeface="Times New Roman"/>
              <a:cs typeface="Times New Roman"/>
            </a:endParaRPr>
          </a:p>
          <a:p>
            <a:pPr marL="12700">
              <a:lnSpc>
                <a:spcPct val="100000"/>
              </a:lnSpc>
            </a:pPr>
            <a:r>
              <a:rPr sz="1200" b="1" dirty="0">
                <a:latin typeface="Times New Roman"/>
                <a:cs typeface="Times New Roman"/>
              </a:rPr>
              <a:t>Hand</a:t>
            </a:r>
            <a:r>
              <a:rPr sz="1200" b="1" spc="-15" dirty="0">
                <a:latin typeface="Times New Roman"/>
                <a:cs typeface="Times New Roman"/>
              </a:rPr>
              <a:t> </a:t>
            </a:r>
            <a:r>
              <a:rPr sz="1200" b="1" spc="-10" dirty="0">
                <a:latin typeface="Times New Roman"/>
                <a:cs typeface="Times New Roman"/>
              </a:rPr>
              <a:t>Image:</a:t>
            </a:r>
            <a:r>
              <a:rPr sz="1200" b="1"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captured</a:t>
            </a:r>
            <a:r>
              <a:rPr sz="1200" spc="-15" dirty="0">
                <a:latin typeface="Times New Roman"/>
                <a:cs typeface="Times New Roman"/>
              </a:rPr>
              <a:t> </a:t>
            </a:r>
            <a:r>
              <a:rPr sz="1200" dirty="0">
                <a:latin typeface="Times New Roman"/>
                <a:cs typeface="Times New Roman"/>
              </a:rPr>
              <a:t>image</a:t>
            </a:r>
            <a:r>
              <a:rPr sz="1200" spc="-20"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spc="-10" dirty="0">
                <a:latin typeface="Times New Roman"/>
                <a:cs typeface="Times New Roman"/>
              </a:rPr>
              <a:t>processed.</a:t>
            </a:r>
            <a:endParaRPr sz="1200" dirty="0">
              <a:latin typeface="Times New Roman"/>
              <a:cs typeface="Times New Roman"/>
            </a:endParaRPr>
          </a:p>
          <a:p>
            <a:pPr>
              <a:lnSpc>
                <a:spcPct val="100000"/>
              </a:lnSpc>
              <a:spcBef>
                <a:spcPts val="50"/>
              </a:spcBef>
            </a:pPr>
            <a:endParaRPr sz="1200" dirty="0">
              <a:latin typeface="Times New Roman"/>
              <a:cs typeface="Times New Roman"/>
            </a:endParaRPr>
          </a:p>
          <a:p>
            <a:pPr marL="12700">
              <a:lnSpc>
                <a:spcPct val="100000"/>
              </a:lnSpc>
            </a:pPr>
            <a:r>
              <a:rPr sz="1200" b="1" dirty="0">
                <a:latin typeface="Times New Roman"/>
                <a:cs typeface="Times New Roman"/>
              </a:rPr>
              <a:t>Identifying</a:t>
            </a:r>
            <a:r>
              <a:rPr sz="1200" b="1" spc="-30" dirty="0">
                <a:latin typeface="Times New Roman"/>
                <a:cs typeface="Times New Roman"/>
              </a:rPr>
              <a:t> </a:t>
            </a:r>
            <a:r>
              <a:rPr sz="1200" b="1" dirty="0">
                <a:latin typeface="Times New Roman"/>
                <a:cs typeface="Times New Roman"/>
              </a:rPr>
              <a:t>a</a:t>
            </a:r>
            <a:r>
              <a:rPr sz="1200" b="1" spc="-25" dirty="0">
                <a:latin typeface="Times New Roman"/>
                <a:cs typeface="Times New Roman"/>
              </a:rPr>
              <a:t> </a:t>
            </a:r>
            <a:r>
              <a:rPr sz="1200" b="1" dirty="0">
                <a:latin typeface="Times New Roman"/>
                <a:cs typeface="Times New Roman"/>
              </a:rPr>
              <a:t>palm</a:t>
            </a:r>
            <a:r>
              <a:rPr sz="1200" b="1" spc="-25" dirty="0">
                <a:latin typeface="Times New Roman"/>
                <a:cs typeface="Times New Roman"/>
              </a:rPr>
              <a:t> </a:t>
            </a:r>
            <a:r>
              <a:rPr sz="1200" b="1" dirty="0">
                <a:latin typeface="Times New Roman"/>
                <a:cs typeface="Times New Roman"/>
              </a:rPr>
              <a:t>on</a:t>
            </a:r>
            <a:r>
              <a:rPr sz="1200" b="1" spc="-35" dirty="0">
                <a:latin typeface="Times New Roman"/>
                <a:cs typeface="Times New Roman"/>
              </a:rPr>
              <a:t> </a:t>
            </a:r>
            <a:r>
              <a:rPr sz="1200" b="1" dirty="0">
                <a:latin typeface="Times New Roman"/>
                <a:cs typeface="Times New Roman"/>
              </a:rPr>
              <a:t>hand:</a:t>
            </a:r>
            <a:r>
              <a:rPr sz="1200" b="1" spc="-20" dirty="0">
                <a:latin typeface="Times New Roman"/>
                <a:cs typeface="Times New Roman"/>
              </a:rPr>
              <a:t> </a:t>
            </a:r>
            <a:r>
              <a:rPr sz="1200" dirty="0">
                <a:latin typeface="Times New Roman"/>
                <a:cs typeface="Times New Roman"/>
              </a:rPr>
              <a:t>MediaPipe's</a:t>
            </a:r>
            <a:r>
              <a:rPr sz="1200" spc="-30" dirty="0">
                <a:latin typeface="Times New Roman"/>
                <a:cs typeface="Times New Roman"/>
              </a:rPr>
              <a:t> </a:t>
            </a:r>
            <a:r>
              <a:rPr sz="1200" dirty="0">
                <a:latin typeface="Times New Roman"/>
                <a:cs typeface="Times New Roman"/>
              </a:rPr>
              <a:t>Palm</a:t>
            </a:r>
            <a:r>
              <a:rPr sz="1200" spc="-35" dirty="0">
                <a:latin typeface="Times New Roman"/>
                <a:cs typeface="Times New Roman"/>
              </a:rPr>
              <a:t> </a:t>
            </a:r>
            <a:r>
              <a:rPr sz="1200" dirty="0">
                <a:latin typeface="Times New Roman"/>
                <a:cs typeface="Times New Roman"/>
              </a:rPr>
              <a:t>Detector</a:t>
            </a:r>
            <a:r>
              <a:rPr sz="1200" spc="-25" dirty="0">
                <a:latin typeface="Times New Roman"/>
                <a:cs typeface="Times New Roman"/>
              </a:rPr>
              <a:t> </a:t>
            </a:r>
            <a:r>
              <a:rPr sz="1200" dirty="0">
                <a:latin typeface="Times New Roman"/>
                <a:cs typeface="Times New Roman"/>
              </a:rPr>
              <a:t>identifies</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palm</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image.</a:t>
            </a:r>
            <a:endParaRPr sz="1200" dirty="0">
              <a:latin typeface="Times New Roman"/>
              <a:cs typeface="Times New Roman"/>
            </a:endParaRPr>
          </a:p>
          <a:p>
            <a:pPr marL="12700" marR="10160">
              <a:lnSpc>
                <a:spcPct val="143300"/>
              </a:lnSpc>
              <a:spcBef>
                <a:spcPts val="805"/>
              </a:spcBef>
            </a:pPr>
            <a:r>
              <a:rPr sz="1200" b="1" dirty="0">
                <a:latin typeface="Times New Roman"/>
                <a:cs typeface="Times New Roman"/>
              </a:rPr>
              <a:t>Mark</a:t>
            </a:r>
            <a:r>
              <a:rPr sz="1200" b="1" spc="90" dirty="0">
                <a:latin typeface="Times New Roman"/>
                <a:cs typeface="Times New Roman"/>
              </a:rPr>
              <a:t> </a:t>
            </a:r>
            <a:r>
              <a:rPr sz="1200" b="1" dirty="0">
                <a:latin typeface="Times New Roman"/>
                <a:cs typeface="Times New Roman"/>
              </a:rPr>
              <a:t>3D</a:t>
            </a:r>
            <a:r>
              <a:rPr sz="1200" b="1" spc="90" dirty="0">
                <a:latin typeface="Times New Roman"/>
                <a:cs typeface="Times New Roman"/>
              </a:rPr>
              <a:t> </a:t>
            </a:r>
            <a:r>
              <a:rPr sz="1200" b="1" dirty="0">
                <a:latin typeface="Times New Roman"/>
                <a:cs typeface="Times New Roman"/>
              </a:rPr>
              <a:t>hand</a:t>
            </a:r>
            <a:r>
              <a:rPr sz="1200" b="1" spc="80" dirty="0">
                <a:latin typeface="Times New Roman"/>
                <a:cs typeface="Times New Roman"/>
              </a:rPr>
              <a:t> </a:t>
            </a:r>
            <a:r>
              <a:rPr sz="1200" b="1" dirty="0">
                <a:latin typeface="Times New Roman"/>
                <a:cs typeface="Times New Roman"/>
              </a:rPr>
              <a:t>key</a:t>
            </a:r>
            <a:r>
              <a:rPr sz="1200" b="1" spc="90" dirty="0">
                <a:latin typeface="Times New Roman"/>
                <a:cs typeface="Times New Roman"/>
              </a:rPr>
              <a:t> </a:t>
            </a:r>
            <a:r>
              <a:rPr sz="1200" b="1" dirty="0">
                <a:latin typeface="Times New Roman"/>
                <a:cs typeface="Times New Roman"/>
              </a:rPr>
              <a:t>points</a:t>
            </a:r>
            <a:r>
              <a:rPr sz="1200" b="1" spc="85" dirty="0">
                <a:latin typeface="Times New Roman"/>
                <a:cs typeface="Times New Roman"/>
              </a:rPr>
              <a:t> </a:t>
            </a:r>
            <a:r>
              <a:rPr sz="1200" b="1" dirty="0">
                <a:latin typeface="Times New Roman"/>
                <a:cs typeface="Times New Roman"/>
              </a:rPr>
              <a:t>on</a:t>
            </a:r>
            <a:r>
              <a:rPr sz="1200" b="1" spc="95" dirty="0">
                <a:latin typeface="Times New Roman"/>
                <a:cs typeface="Times New Roman"/>
              </a:rPr>
              <a:t> </a:t>
            </a:r>
            <a:r>
              <a:rPr sz="1200" b="1" dirty="0">
                <a:latin typeface="Times New Roman"/>
                <a:cs typeface="Times New Roman"/>
              </a:rPr>
              <a:t>palm:</a:t>
            </a:r>
            <a:r>
              <a:rPr sz="1200" b="1" spc="105" dirty="0">
                <a:latin typeface="Times New Roman"/>
                <a:cs typeface="Times New Roman"/>
              </a:rPr>
              <a:t> </a:t>
            </a:r>
            <a:r>
              <a:rPr sz="1200" dirty="0">
                <a:latin typeface="Times New Roman"/>
                <a:cs typeface="Times New Roman"/>
              </a:rPr>
              <a:t>MediaPipe's</a:t>
            </a:r>
            <a:r>
              <a:rPr sz="1200" spc="90" dirty="0">
                <a:latin typeface="Times New Roman"/>
                <a:cs typeface="Times New Roman"/>
              </a:rPr>
              <a:t> </a:t>
            </a:r>
            <a:r>
              <a:rPr sz="1200" dirty="0">
                <a:latin typeface="Times New Roman"/>
                <a:cs typeface="Times New Roman"/>
              </a:rPr>
              <a:t>Hand</a:t>
            </a:r>
            <a:r>
              <a:rPr sz="1200" spc="90" dirty="0">
                <a:latin typeface="Times New Roman"/>
                <a:cs typeface="Times New Roman"/>
              </a:rPr>
              <a:t> </a:t>
            </a:r>
            <a:r>
              <a:rPr sz="1200" dirty="0">
                <a:latin typeface="Times New Roman"/>
                <a:cs typeface="Times New Roman"/>
              </a:rPr>
              <a:t>Landmark</a:t>
            </a:r>
            <a:r>
              <a:rPr sz="1200" spc="85" dirty="0">
                <a:latin typeface="Times New Roman"/>
                <a:cs typeface="Times New Roman"/>
              </a:rPr>
              <a:t> </a:t>
            </a:r>
            <a:r>
              <a:rPr sz="1200" dirty="0">
                <a:latin typeface="Times New Roman"/>
                <a:cs typeface="Times New Roman"/>
              </a:rPr>
              <a:t>model</a:t>
            </a:r>
            <a:r>
              <a:rPr sz="1200" spc="95" dirty="0">
                <a:latin typeface="Times New Roman"/>
                <a:cs typeface="Times New Roman"/>
              </a:rPr>
              <a:t> </a:t>
            </a:r>
            <a:r>
              <a:rPr sz="1200" dirty="0">
                <a:latin typeface="Times New Roman"/>
                <a:cs typeface="Times New Roman"/>
              </a:rPr>
              <a:t>detects</a:t>
            </a:r>
            <a:r>
              <a:rPr sz="1200" spc="90" dirty="0">
                <a:latin typeface="Times New Roman"/>
                <a:cs typeface="Times New Roman"/>
              </a:rPr>
              <a:t> </a:t>
            </a:r>
            <a:r>
              <a:rPr sz="1200" dirty="0">
                <a:latin typeface="Times New Roman"/>
                <a:cs typeface="Times New Roman"/>
              </a:rPr>
              <a:t>and</a:t>
            </a:r>
            <a:r>
              <a:rPr sz="1200" spc="90" dirty="0">
                <a:latin typeface="Times New Roman"/>
                <a:cs typeface="Times New Roman"/>
              </a:rPr>
              <a:t> </a:t>
            </a:r>
            <a:r>
              <a:rPr sz="1200" dirty="0">
                <a:latin typeface="Times New Roman"/>
                <a:cs typeface="Times New Roman"/>
              </a:rPr>
              <a:t>marks</a:t>
            </a:r>
            <a:r>
              <a:rPr sz="1200" spc="85" dirty="0">
                <a:latin typeface="Times New Roman"/>
                <a:cs typeface="Times New Roman"/>
              </a:rPr>
              <a:t> </a:t>
            </a:r>
            <a:r>
              <a:rPr sz="1200" spc="-25" dirty="0">
                <a:latin typeface="Times New Roman"/>
                <a:cs typeface="Times New Roman"/>
              </a:rPr>
              <a:t>key </a:t>
            </a:r>
            <a:r>
              <a:rPr sz="1200" dirty="0">
                <a:latin typeface="Times New Roman"/>
                <a:cs typeface="Times New Roman"/>
              </a:rPr>
              <a:t>points</a:t>
            </a:r>
            <a:r>
              <a:rPr sz="1200" spc="-2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hand.</a:t>
            </a:r>
            <a:endParaRPr sz="1200" dirty="0">
              <a:latin typeface="Times New Roman"/>
              <a:cs typeface="Times New Roman"/>
            </a:endParaRPr>
          </a:p>
          <a:p>
            <a:pPr marL="12700" marR="8255">
              <a:lnSpc>
                <a:spcPct val="143300"/>
              </a:lnSpc>
              <a:spcBef>
                <a:spcPts val="815"/>
              </a:spcBef>
            </a:pPr>
            <a:r>
              <a:rPr sz="1200" b="1" dirty="0">
                <a:latin typeface="Times New Roman"/>
                <a:cs typeface="Times New Roman"/>
              </a:rPr>
              <a:t>Identify</a:t>
            </a:r>
            <a:r>
              <a:rPr sz="1200" b="1" spc="20" dirty="0">
                <a:latin typeface="Times New Roman"/>
                <a:cs typeface="Times New Roman"/>
              </a:rPr>
              <a:t> </a:t>
            </a:r>
            <a:r>
              <a:rPr sz="1200" b="1" dirty="0">
                <a:latin typeface="Times New Roman"/>
                <a:cs typeface="Times New Roman"/>
              </a:rPr>
              <a:t>hand</a:t>
            </a:r>
            <a:r>
              <a:rPr sz="1200" b="1" spc="30" dirty="0">
                <a:latin typeface="Times New Roman"/>
                <a:cs typeface="Times New Roman"/>
              </a:rPr>
              <a:t> </a:t>
            </a:r>
            <a:r>
              <a:rPr sz="1200" b="1" dirty="0">
                <a:latin typeface="Times New Roman"/>
                <a:cs typeface="Times New Roman"/>
              </a:rPr>
              <a:t>gesture:</a:t>
            </a:r>
            <a:r>
              <a:rPr sz="1200" b="1" spc="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identified</a:t>
            </a:r>
            <a:r>
              <a:rPr sz="1200" spc="20" dirty="0">
                <a:latin typeface="Times New Roman"/>
                <a:cs typeface="Times New Roman"/>
              </a:rPr>
              <a:t> </a:t>
            </a:r>
            <a:r>
              <a:rPr sz="1200" dirty="0">
                <a:latin typeface="Times New Roman"/>
                <a:cs typeface="Times New Roman"/>
              </a:rPr>
              <a:t>key</a:t>
            </a:r>
            <a:r>
              <a:rPr sz="1200" spc="25" dirty="0">
                <a:latin typeface="Times New Roman"/>
                <a:cs typeface="Times New Roman"/>
              </a:rPr>
              <a:t> </a:t>
            </a:r>
            <a:r>
              <a:rPr sz="1200" dirty="0">
                <a:latin typeface="Times New Roman"/>
                <a:cs typeface="Times New Roman"/>
              </a:rPr>
              <a:t>points</a:t>
            </a:r>
            <a:r>
              <a:rPr sz="1200" spc="30"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mapped</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set</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pre-defined</a:t>
            </a:r>
            <a:r>
              <a:rPr sz="1200" spc="25" dirty="0">
                <a:latin typeface="Times New Roman"/>
                <a:cs typeface="Times New Roman"/>
              </a:rPr>
              <a:t> </a:t>
            </a:r>
            <a:r>
              <a:rPr sz="1200" dirty="0">
                <a:latin typeface="Times New Roman"/>
                <a:cs typeface="Times New Roman"/>
              </a:rPr>
              <a:t>gestures,</a:t>
            </a:r>
            <a:r>
              <a:rPr sz="1200" spc="35" dirty="0">
                <a:latin typeface="Times New Roman"/>
                <a:cs typeface="Times New Roman"/>
              </a:rPr>
              <a:t> </a:t>
            </a:r>
            <a:r>
              <a:rPr sz="1200" spc="-20" dirty="0">
                <a:latin typeface="Times New Roman"/>
                <a:cs typeface="Times New Roman"/>
              </a:rPr>
              <a:t>each </a:t>
            </a:r>
            <a:r>
              <a:rPr sz="1200" dirty="0">
                <a:latin typeface="Times New Roman"/>
                <a:cs typeface="Times New Roman"/>
              </a:rPr>
              <a:t>associated</a:t>
            </a:r>
            <a:r>
              <a:rPr sz="1200" spc="-30"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specific</a:t>
            </a:r>
            <a:r>
              <a:rPr sz="1200" spc="-25" dirty="0">
                <a:latin typeface="Times New Roman"/>
                <a:cs typeface="Times New Roman"/>
              </a:rPr>
              <a:t> </a:t>
            </a:r>
            <a:r>
              <a:rPr sz="1200" dirty="0">
                <a:latin typeface="Times New Roman"/>
                <a:cs typeface="Times New Roman"/>
              </a:rPr>
              <a:t>menu</a:t>
            </a:r>
            <a:r>
              <a:rPr sz="1200" spc="-30" dirty="0">
                <a:latin typeface="Times New Roman"/>
                <a:cs typeface="Times New Roman"/>
              </a:rPr>
              <a:t> </a:t>
            </a:r>
            <a:r>
              <a:rPr sz="1200" spc="-10" dirty="0">
                <a:latin typeface="Times New Roman"/>
                <a:cs typeface="Times New Roman"/>
              </a:rPr>
              <a:t>option.</a:t>
            </a:r>
            <a:endParaRPr sz="1200" dirty="0">
              <a:latin typeface="Times New Roman"/>
              <a:cs typeface="Times New Roman"/>
            </a:endParaRPr>
          </a:p>
          <a:p>
            <a:pPr marL="12700" marR="8255">
              <a:lnSpc>
                <a:spcPct val="144400"/>
              </a:lnSpc>
              <a:spcBef>
                <a:spcPts val="790"/>
              </a:spcBef>
            </a:pPr>
            <a:r>
              <a:rPr sz="1200" b="1" dirty="0">
                <a:latin typeface="Times New Roman"/>
                <a:cs typeface="Times New Roman"/>
              </a:rPr>
              <a:t>Display</a:t>
            </a:r>
            <a:r>
              <a:rPr sz="1200" b="1" spc="-45" dirty="0">
                <a:latin typeface="Times New Roman"/>
                <a:cs typeface="Times New Roman"/>
              </a:rPr>
              <a:t> </a:t>
            </a:r>
            <a:r>
              <a:rPr sz="1200" b="1" dirty="0">
                <a:latin typeface="Times New Roman"/>
                <a:cs typeface="Times New Roman"/>
              </a:rPr>
              <a:t>menu:</a:t>
            </a:r>
            <a:r>
              <a:rPr sz="1200" b="1" spc="-45" dirty="0">
                <a:latin typeface="Times New Roman"/>
                <a:cs typeface="Times New Roman"/>
              </a:rPr>
              <a:t> </a:t>
            </a:r>
            <a:r>
              <a:rPr sz="1200" dirty="0">
                <a:latin typeface="Times New Roman"/>
                <a:cs typeface="Times New Roman"/>
              </a:rPr>
              <a:t>Based</a:t>
            </a:r>
            <a:r>
              <a:rPr sz="1200" spc="-4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spc="-10" dirty="0">
                <a:latin typeface="Times New Roman"/>
                <a:cs typeface="Times New Roman"/>
              </a:rPr>
              <a:t>recognized</a:t>
            </a:r>
            <a:r>
              <a:rPr sz="1200" spc="-40" dirty="0">
                <a:latin typeface="Times New Roman"/>
                <a:cs typeface="Times New Roman"/>
              </a:rPr>
              <a:t> </a:t>
            </a:r>
            <a:r>
              <a:rPr sz="1200" dirty="0">
                <a:latin typeface="Times New Roman"/>
                <a:cs typeface="Times New Roman"/>
              </a:rPr>
              <a:t>gesture,</a:t>
            </a:r>
            <a:r>
              <a:rPr sz="1200" spc="-4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corresponding</a:t>
            </a:r>
            <a:r>
              <a:rPr sz="1200" spc="-40" dirty="0">
                <a:latin typeface="Times New Roman"/>
                <a:cs typeface="Times New Roman"/>
              </a:rPr>
              <a:t> </a:t>
            </a:r>
            <a:r>
              <a:rPr sz="1200" dirty="0">
                <a:latin typeface="Times New Roman"/>
                <a:cs typeface="Times New Roman"/>
              </a:rPr>
              <a:t>menu</a:t>
            </a:r>
            <a:r>
              <a:rPr sz="1200" spc="-50" dirty="0">
                <a:latin typeface="Times New Roman"/>
                <a:cs typeface="Times New Roman"/>
              </a:rPr>
              <a:t> </a:t>
            </a:r>
            <a:r>
              <a:rPr sz="1200" dirty="0">
                <a:latin typeface="Times New Roman"/>
                <a:cs typeface="Times New Roman"/>
              </a:rPr>
              <a:t>is</a:t>
            </a:r>
            <a:r>
              <a:rPr sz="1200" spc="-45" dirty="0">
                <a:latin typeface="Times New Roman"/>
                <a:cs typeface="Times New Roman"/>
              </a:rPr>
              <a:t> </a:t>
            </a:r>
            <a:r>
              <a:rPr sz="1200" dirty="0">
                <a:latin typeface="Times New Roman"/>
                <a:cs typeface="Times New Roman"/>
              </a:rPr>
              <a:t>displayed,</a:t>
            </a:r>
            <a:r>
              <a:rPr sz="1200" spc="-40" dirty="0">
                <a:latin typeface="Times New Roman"/>
                <a:cs typeface="Times New Roman"/>
              </a:rPr>
              <a:t> </a:t>
            </a:r>
            <a:r>
              <a:rPr sz="1200" dirty="0">
                <a:latin typeface="Times New Roman"/>
                <a:cs typeface="Times New Roman"/>
              </a:rPr>
              <a:t>providing</a:t>
            </a:r>
            <a:r>
              <a:rPr sz="1200" spc="-45" dirty="0">
                <a:latin typeface="Times New Roman"/>
                <a:cs typeface="Times New Roman"/>
              </a:rPr>
              <a:t> </a:t>
            </a:r>
            <a:r>
              <a:rPr sz="1200" spc="-25" dirty="0">
                <a:latin typeface="Times New Roman"/>
                <a:cs typeface="Times New Roman"/>
              </a:rPr>
              <a:t>the </a:t>
            </a:r>
            <a:r>
              <a:rPr sz="1200" dirty="0">
                <a:latin typeface="Times New Roman"/>
                <a:cs typeface="Times New Roman"/>
              </a:rPr>
              <a:t>user</a:t>
            </a:r>
            <a:r>
              <a:rPr sz="1200" spc="-10" dirty="0">
                <a:latin typeface="Times New Roman"/>
                <a:cs typeface="Times New Roman"/>
              </a:rPr>
              <a:t> </a:t>
            </a:r>
            <a:r>
              <a:rPr sz="1200" dirty="0">
                <a:latin typeface="Times New Roman"/>
                <a:cs typeface="Times New Roman"/>
              </a:rPr>
              <a:t>with</a:t>
            </a:r>
            <a:r>
              <a:rPr sz="1200" spc="-5" dirty="0">
                <a:latin typeface="Times New Roman"/>
                <a:cs typeface="Times New Roman"/>
              </a:rPr>
              <a:t> </a:t>
            </a:r>
            <a:r>
              <a:rPr sz="1200" spc="-10" dirty="0">
                <a:latin typeface="Times New Roman"/>
                <a:cs typeface="Times New Roman"/>
              </a:rPr>
              <a:t>interactive options.</a:t>
            </a:r>
            <a:endParaRPr sz="1200" dirty="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10" name="object 10"/>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18</a:t>
            </a:r>
            <a:endParaRPr spc="-25" dirty="0"/>
          </a:p>
        </p:txBody>
      </p:sp>
      <p:sp>
        <p:nvSpPr>
          <p:cNvPr id="11" name="object 11"/>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689A78-15FC-4B70-F8B6-572E8A3395C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C30D248-3A60-1830-9B78-37626F34CB02}"/>
              </a:ext>
            </a:extLst>
          </p:cNvPr>
          <p:cNvSpPr txBox="1"/>
          <p:nvPr/>
        </p:nvSpPr>
        <p:spPr>
          <a:xfrm>
            <a:off x="924864" y="624331"/>
            <a:ext cx="209994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latin typeface="Times New Roman"/>
                <a:cs typeface="Times New Roman"/>
              </a:rPr>
              <a:t>Gesture</a:t>
            </a:r>
            <a:r>
              <a:rPr kumimoji="0" sz="12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1200" b="0" i="0" u="none" strike="noStrike" kern="0" cap="none" spc="0" normalizeH="0" baseline="0" noProof="0" dirty="0">
                <a:ln>
                  <a:noFill/>
                </a:ln>
                <a:solidFill>
                  <a:sysClr val="windowText" lastClr="000000"/>
                </a:solidFill>
                <a:effectLst/>
                <a:uLnTx/>
                <a:uFillTx/>
                <a:latin typeface="Times New Roman"/>
                <a:cs typeface="Times New Roman"/>
              </a:rPr>
              <a:t>Controlled</a:t>
            </a:r>
            <a:r>
              <a:rPr kumimoji="0" sz="12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1200" b="0" i="0" u="none" strike="noStrike" kern="0" cap="none" spc="-10" normalizeH="0" baseline="0" noProof="0" dirty="0">
                <a:ln>
                  <a:noFill/>
                </a:ln>
                <a:solidFill>
                  <a:sysClr val="windowText" lastClr="000000"/>
                </a:solidFill>
                <a:effectLst/>
                <a:uLnTx/>
                <a:uFillTx/>
                <a:latin typeface="Times New Roman"/>
                <a:cs typeface="Times New Roman"/>
              </a:rPr>
              <a:t>Virtual</a:t>
            </a:r>
            <a:r>
              <a:rPr kumimoji="0" sz="1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1200" b="0" i="0" u="none" strike="noStrike" kern="0" cap="none" spc="-10" normalizeH="0" baseline="0" noProof="0" dirty="0">
                <a:ln>
                  <a:noFill/>
                </a:ln>
                <a:solidFill>
                  <a:sysClr val="windowText" lastClr="000000"/>
                </a:solidFill>
                <a:effectLst/>
                <a:uLnTx/>
                <a:uFillTx/>
                <a:latin typeface="Times New Roman"/>
                <a:cs typeface="Times New Roman"/>
              </a:rPr>
              <a:t>Mouse</a:t>
            </a:r>
            <a:endParaRPr kumimoji="0" sz="12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a:extLst>
              <a:ext uri="{FF2B5EF4-FFF2-40B4-BE49-F238E27FC236}">
                <a16:creationId xmlns:a16="http://schemas.microsoft.com/office/drawing/2014/main" id="{D2271345-8B4C-8827-0D51-1B99E6608AB3}"/>
              </a:ext>
            </a:extLst>
          </p:cNvPr>
          <p:cNvSpPr txBox="1"/>
          <p:nvPr/>
        </p:nvSpPr>
        <p:spPr>
          <a:xfrm>
            <a:off x="6089141" y="624331"/>
            <a:ext cx="944244"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12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1200" b="0" i="0" u="none" strike="noStrike" kern="0" cap="none" spc="-10" normalizeH="0" baseline="0" noProof="0" dirty="0">
                <a:ln>
                  <a:noFill/>
                </a:ln>
                <a:solidFill>
                  <a:sysClr val="windowText" lastClr="000000"/>
                </a:solidFill>
                <a:effectLst/>
                <a:uLnTx/>
                <a:uFillTx/>
                <a:latin typeface="Times New Roman"/>
                <a:cs typeface="Times New Roman"/>
              </a:rPr>
              <a:t>Design</a:t>
            </a:r>
            <a:endParaRPr kumimoji="0" sz="12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a:extLst>
              <a:ext uri="{FF2B5EF4-FFF2-40B4-BE49-F238E27FC236}">
                <a16:creationId xmlns:a16="http://schemas.microsoft.com/office/drawing/2014/main" id="{E7E6CBB0-BAC3-FE1E-7AF3-0AFCA342D467}"/>
              </a:ext>
            </a:extLst>
          </p:cNvPr>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758F5CF6-3FAB-209D-4213-2141775DB0F5}"/>
              </a:ext>
            </a:extLst>
          </p:cNvPr>
          <p:cNvSpPr/>
          <p:nvPr/>
        </p:nvSpPr>
        <p:spPr>
          <a:xfrm>
            <a:off x="920750" y="831862"/>
            <a:ext cx="6096000" cy="45085"/>
          </a:xfrm>
          <a:custGeom>
            <a:avLst/>
            <a:gdLst/>
            <a:ahLst/>
            <a:cxnLst/>
            <a:rect l="l" t="t" r="r" b="b"/>
            <a:pathLst>
              <a:path w="6096000" h="45084">
                <a:moveTo>
                  <a:pt x="6087351" y="0"/>
                </a:moveTo>
                <a:lnTo>
                  <a:pt x="0" y="0"/>
                </a:lnTo>
                <a:lnTo>
                  <a:pt x="0" y="6464"/>
                </a:lnTo>
                <a:lnTo>
                  <a:pt x="6087351" y="6464"/>
                </a:lnTo>
                <a:lnTo>
                  <a:pt x="6087351" y="0"/>
                </a:lnTo>
                <a:close/>
              </a:path>
              <a:path w="6096000" h="45084">
                <a:moveTo>
                  <a:pt x="6095936" y="21958"/>
                </a:moveTo>
                <a:lnTo>
                  <a:pt x="6032" y="21958"/>
                </a:lnTo>
                <a:lnTo>
                  <a:pt x="6032" y="45072"/>
                </a:lnTo>
                <a:lnTo>
                  <a:pt x="6095936" y="45072"/>
                </a:lnTo>
                <a:lnTo>
                  <a:pt x="6095936" y="21958"/>
                </a:lnTo>
                <a:close/>
              </a:path>
            </a:pathLst>
          </a:custGeom>
          <a:solidFill>
            <a:srgbClr val="82390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a:extLst>
              <a:ext uri="{FF2B5EF4-FFF2-40B4-BE49-F238E27FC236}">
                <a16:creationId xmlns:a16="http://schemas.microsoft.com/office/drawing/2014/main" id="{AD16C684-CC00-9BB1-251C-28DA0BFB68A1}"/>
              </a:ext>
            </a:extLst>
          </p:cNvPr>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ts val="1410"/>
              </a:lnSpc>
              <a:spcBef>
                <a:spcPts val="0"/>
              </a:spcBef>
              <a:spcAft>
                <a:spcPts val="0"/>
              </a:spcAft>
              <a:buClrTx/>
              <a:buSzTx/>
              <a:buFontTx/>
              <a:buNone/>
              <a:tabLst/>
              <a:defRPr/>
            </a:pPr>
            <a:r>
              <a:rPr kumimoji="0" sz="1200" b="0" i="0" u="none" strike="noStrike" kern="0" cap="none" spc="0" normalizeH="0" baseline="0" noProof="0" dirty="0">
                <a:ln>
                  <a:noFill/>
                </a:ln>
                <a:solidFill>
                  <a:prstClr val="black"/>
                </a:solidFill>
                <a:effectLst/>
                <a:uLnTx/>
                <a:uFillTx/>
                <a:latin typeface="Times New Roman"/>
                <a:cs typeface="Times New Roman"/>
              </a:rPr>
              <a:t>Dept.</a:t>
            </a:r>
            <a:r>
              <a:rPr kumimoji="0" sz="1200" b="0" i="0" u="none" strike="noStrike" kern="0" cap="none" spc="-20" normalizeH="0" baseline="0" noProof="0" dirty="0">
                <a:ln>
                  <a:noFill/>
                </a:ln>
                <a:solidFill>
                  <a:prstClr val="black"/>
                </a:solidFill>
                <a:effectLst/>
                <a:uLnTx/>
                <a:uFillTx/>
                <a:latin typeface="Times New Roman"/>
                <a:cs typeface="Times New Roman"/>
              </a:rPr>
              <a:t> </a:t>
            </a:r>
            <a:r>
              <a:rPr kumimoji="0" sz="1200" b="0" i="0" u="none" strike="noStrike" kern="0" cap="none" spc="0" normalizeH="0" baseline="0" noProof="0" dirty="0">
                <a:ln>
                  <a:noFill/>
                </a:ln>
                <a:solidFill>
                  <a:prstClr val="black"/>
                </a:solidFill>
                <a:effectLst/>
                <a:uLnTx/>
                <a:uFillTx/>
                <a:latin typeface="Times New Roman"/>
                <a:cs typeface="Times New Roman"/>
              </a:rPr>
              <a:t>Of</a:t>
            </a:r>
            <a:r>
              <a:rPr kumimoji="0" sz="1200" b="0" i="0" u="none" strike="noStrike" kern="0" cap="none" spc="-25" normalizeH="0" baseline="0" noProof="0" dirty="0">
                <a:ln>
                  <a:noFill/>
                </a:ln>
                <a:solidFill>
                  <a:prstClr val="black"/>
                </a:solidFill>
                <a:effectLst/>
                <a:uLnTx/>
                <a:uFillTx/>
                <a:latin typeface="Times New Roman"/>
                <a:cs typeface="Times New Roman"/>
              </a:rPr>
              <a:t> </a:t>
            </a:r>
            <a:r>
              <a:rPr kumimoji="0" sz="1200" b="0" i="0" u="none" strike="noStrike" kern="0" cap="none" spc="-10" normalizeH="0" baseline="0" noProof="0" dirty="0">
                <a:ln>
                  <a:noFill/>
                </a:ln>
                <a:solidFill>
                  <a:prstClr val="black"/>
                </a:solidFill>
                <a:effectLst/>
                <a:uLnTx/>
                <a:uFillTx/>
                <a:latin typeface="Times New Roman"/>
                <a:cs typeface="Times New Roman"/>
              </a:rPr>
              <a:t>CSE,CBIT</a:t>
            </a:r>
          </a:p>
        </p:txBody>
      </p:sp>
      <p:sp>
        <p:nvSpPr>
          <p:cNvPr id="10" name="object 10">
            <a:extLst>
              <a:ext uri="{FF2B5EF4-FFF2-40B4-BE49-F238E27FC236}">
                <a16:creationId xmlns:a16="http://schemas.microsoft.com/office/drawing/2014/main" id="{7DAF3FA5-EEC9-43ED-F92D-9ED1DB6FD8D8}"/>
              </a:ext>
            </a:extLst>
          </p:cNvPr>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marR="0" lvl="0" indent="0" defTabSz="914400" eaLnBrk="1" fontAlgn="auto" latinLnBrk="0" hangingPunct="1">
              <a:lnSpc>
                <a:spcPts val="1410"/>
              </a:lnSpc>
              <a:spcBef>
                <a:spcPts val="0"/>
              </a:spcBef>
              <a:spcAft>
                <a:spcPts val="0"/>
              </a:spcAft>
              <a:buClrTx/>
              <a:buSzTx/>
              <a:buFontTx/>
              <a:buNone/>
              <a:tabLst/>
              <a:defRPr/>
            </a:pPr>
            <a:r>
              <a:rPr kumimoji="0" lang="en-US" sz="1200" b="0" i="0" u="none" strike="noStrike" kern="0" cap="none" spc="-25" normalizeH="0" baseline="0" noProof="0" dirty="0">
                <a:ln>
                  <a:noFill/>
                </a:ln>
                <a:solidFill>
                  <a:prstClr val="black"/>
                </a:solidFill>
                <a:effectLst/>
                <a:uLnTx/>
                <a:uFillTx/>
                <a:latin typeface="Times New Roman"/>
                <a:cs typeface="Times New Roman"/>
              </a:rPr>
              <a:t>19</a:t>
            </a:r>
          </a:p>
        </p:txBody>
      </p:sp>
      <p:sp>
        <p:nvSpPr>
          <p:cNvPr id="11" name="object 11">
            <a:extLst>
              <a:ext uri="{FF2B5EF4-FFF2-40B4-BE49-F238E27FC236}">
                <a16:creationId xmlns:a16="http://schemas.microsoft.com/office/drawing/2014/main" id="{0FB8AE4E-B225-52B6-D21F-B11A30F68441}"/>
              </a:ext>
            </a:extLst>
          </p:cNvPr>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marR="0" lvl="0" indent="0" defTabSz="914400" eaLnBrk="1" fontAlgn="auto" latinLnBrk="0" hangingPunct="1">
              <a:lnSpc>
                <a:spcPts val="1410"/>
              </a:lnSpc>
              <a:spcBef>
                <a:spcPts val="0"/>
              </a:spcBef>
              <a:spcAft>
                <a:spcPts val="0"/>
              </a:spcAft>
              <a:buClrTx/>
              <a:buSzTx/>
              <a:buFontTx/>
              <a:buNone/>
              <a:tabLst/>
              <a:defRPr/>
            </a:pPr>
            <a:r>
              <a:rPr kumimoji="0" sz="1200" b="0" i="0" u="none" strike="noStrike" kern="0" cap="none" spc="-10" normalizeH="0" baseline="0" noProof="0" dirty="0">
                <a:ln>
                  <a:noFill/>
                </a:ln>
                <a:solidFill>
                  <a:prstClr val="black"/>
                </a:solidFill>
                <a:effectLst/>
                <a:uLnTx/>
                <a:uFillTx/>
                <a:latin typeface="Times New Roman"/>
                <a:cs typeface="Times New Roman"/>
              </a:rPr>
              <a:t>202</a:t>
            </a:r>
            <a:r>
              <a:rPr kumimoji="0" lang="en-US" sz="1200" b="0" i="0" u="none" strike="noStrike" kern="0" cap="none" spc="-10" normalizeH="0" baseline="0" noProof="0" dirty="0">
                <a:ln>
                  <a:noFill/>
                </a:ln>
                <a:solidFill>
                  <a:prstClr val="black"/>
                </a:solidFill>
                <a:effectLst/>
                <a:uLnTx/>
                <a:uFillTx/>
                <a:latin typeface="Times New Roman"/>
                <a:cs typeface="Times New Roman"/>
              </a:rPr>
              <a:t>5</a:t>
            </a:r>
            <a:r>
              <a:rPr kumimoji="0" sz="1200" b="0" i="0" u="none" strike="noStrike" kern="0" cap="none" spc="-10" normalizeH="0" baseline="0" noProof="0" dirty="0">
                <a:ln>
                  <a:noFill/>
                </a:ln>
                <a:solidFill>
                  <a:prstClr val="black"/>
                </a:solidFill>
                <a:effectLst/>
                <a:uLnTx/>
                <a:uFillTx/>
                <a:latin typeface="Times New Roman"/>
                <a:cs typeface="Times New Roman"/>
              </a:rPr>
              <a:t>-</a:t>
            </a:r>
            <a:r>
              <a:rPr kumimoji="0" sz="1200" b="0" i="0" u="none" strike="noStrike" kern="0" cap="none" spc="-25" normalizeH="0" baseline="0" noProof="0" dirty="0">
                <a:ln>
                  <a:noFill/>
                </a:ln>
                <a:solidFill>
                  <a:prstClr val="black"/>
                </a:solidFill>
                <a:effectLst/>
                <a:uLnTx/>
                <a:uFillTx/>
                <a:latin typeface="Times New Roman"/>
                <a:cs typeface="Times New Roman"/>
              </a:rPr>
              <a:t>2</a:t>
            </a:r>
            <a:r>
              <a:rPr kumimoji="0" lang="en-US" sz="1200" b="0" i="0" u="none" strike="noStrike" kern="0" cap="none" spc="-25" normalizeH="0" baseline="0" noProof="0" dirty="0">
                <a:ln>
                  <a:noFill/>
                </a:ln>
                <a:solidFill>
                  <a:prstClr val="black"/>
                </a:solidFill>
                <a:effectLst/>
                <a:uLnTx/>
                <a:uFillTx/>
                <a:latin typeface="Times New Roman"/>
                <a:cs typeface="Times New Roman"/>
              </a:rPr>
              <a:t>6</a:t>
            </a:r>
            <a:endParaRPr kumimoji="0" sz="1200" b="0" i="0" u="none" strike="noStrike" kern="0" cap="none" spc="-25" normalizeH="0" baseline="0" noProof="0" dirty="0">
              <a:ln>
                <a:noFill/>
              </a:ln>
              <a:solidFill>
                <a:prstClr val="black"/>
              </a:solidFill>
              <a:effectLst/>
              <a:uLnTx/>
              <a:uFillTx/>
              <a:latin typeface="Times New Roman"/>
              <a:cs typeface="Times New Roman"/>
            </a:endParaRPr>
          </a:p>
        </p:txBody>
      </p:sp>
      <p:sp>
        <p:nvSpPr>
          <p:cNvPr id="12" name="TextBox 11">
            <a:extLst>
              <a:ext uri="{FF2B5EF4-FFF2-40B4-BE49-F238E27FC236}">
                <a16:creationId xmlns:a16="http://schemas.microsoft.com/office/drawing/2014/main" id="{B3D3B0AF-96B9-150A-B387-CF5AE1D8A3B1}"/>
              </a:ext>
            </a:extLst>
          </p:cNvPr>
          <p:cNvSpPr txBox="1"/>
          <p:nvPr/>
        </p:nvSpPr>
        <p:spPr>
          <a:xfrm>
            <a:off x="886764" y="1040699"/>
            <a:ext cx="2225289"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5.4 Data Flow Diagram</a:t>
            </a:r>
          </a:p>
        </p:txBody>
      </p:sp>
      <p:pic>
        <p:nvPicPr>
          <p:cNvPr id="14" name="object 6">
            <a:extLst>
              <a:ext uri="{FF2B5EF4-FFF2-40B4-BE49-F238E27FC236}">
                <a16:creationId xmlns:a16="http://schemas.microsoft.com/office/drawing/2014/main" id="{B78B0484-54FB-C274-A963-4F9DF174C51B}"/>
              </a:ext>
            </a:extLst>
          </p:cNvPr>
          <p:cNvPicPr/>
          <p:nvPr/>
        </p:nvPicPr>
        <p:blipFill>
          <a:blip r:embed="rId2" cstate="print"/>
          <a:stretch>
            <a:fillRect/>
          </a:stretch>
        </p:blipFill>
        <p:spPr>
          <a:xfrm>
            <a:off x="2297693" y="2217038"/>
            <a:ext cx="2916155" cy="5814434"/>
          </a:xfrm>
          <a:prstGeom prst="rect">
            <a:avLst/>
          </a:prstGeom>
        </p:spPr>
      </p:pic>
      <p:sp>
        <p:nvSpPr>
          <p:cNvPr id="16" name="TextBox 15">
            <a:extLst>
              <a:ext uri="{FF2B5EF4-FFF2-40B4-BE49-F238E27FC236}">
                <a16:creationId xmlns:a16="http://schemas.microsoft.com/office/drawing/2014/main" id="{AF5A9E8D-2DEC-0821-82DA-2BE88E707BB4}"/>
              </a:ext>
            </a:extLst>
          </p:cNvPr>
          <p:cNvSpPr txBox="1"/>
          <p:nvPr/>
        </p:nvSpPr>
        <p:spPr>
          <a:xfrm>
            <a:off x="425450" y="8318500"/>
            <a:ext cx="5126037" cy="276999"/>
          </a:xfrm>
          <a:prstGeom prst="rect">
            <a:avLst/>
          </a:prstGeom>
          <a:noFill/>
        </p:spPr>
        <p:txBody>
          <a:bodyPr wrap="square">
            <a:spAutoFit/>
          </a:bodyPr>
          <a:lstStyle/>
          <a:p>
            <a:pPr marL="2096135" algn="just">
              <a:lnSpc>
                <a:spcPct val="100000"/>
              </a:lnSpc>
              <a:spcBef>
                <a:spcPts val="100"/>
              </a:spcBef>
            </a:pPr>
            <a:r>
              <a:rPr lang="en-US" sz="1200" b="1" dirty="0">
                <a:latin typeface="Times New Roman"/>
                <a:cs typeface="Times New Roman"/>
              </a:rPr>
              <a:t>Figure</a:t>
            </a:r>
            <a:r>
              <a:rPr lang="en-US" sz="1200" b="1" spc="-35" dirty="0">
                <a:latin typeface="Times New Roman"/>
                <a:cs typeface="Times New Roman"/>
              </a:rPr>
              <a:t> </a:t>
            </a:r>
            <a:r>
              <a:rPr lang="en-US" sz="1200" b="1" dirty="0">
                <a:latin typeface="Times New Roman"/>
                <a:cs typeface="Times New Roman"/>
              </a:rPr>
              <a:t>5.4: </a:t>
            </a:r>
            <a:r>
              <a:rPr lang="en-US" sz="1200" spc="-30" dirty="0">
                <a:latin typeface="Times New Roman"/>
                <a:cs typeface="Times New Roman"/>
              </a:rPr>
              <a:t>Data Flow Diagram</a:t>
            </a:r>
            <a:endParaRPr lang="en-US" sz="1200" dirty="0">
              <a:latin typeface="Times New Roman"/>
              <a:cs typeface="Times New Roman"/>
            </a:endParaRPr>
          </a:p>
        </p:txBody>
      </p:sp>
      <p:sp>
        <p:nvSpPr>
          <p:cNvPr id="18" name="TextBox 17">
            <a:extLst>
              <a:ext uri="{FF2B5EF4-FFF2-40B4-BE49-F238E27FC236}">
                <a16:creationId xmlns:a16="http://schemas.microsoft.com/office/drawing/2014/main" id="{C4762204-4E5D-0DEA-2CC2-36B0A91530AD}"/>
              </a:ext>
            </a:extLst>
          </p:cNvPr>
          <p:cNvSpPr txBox="1"/>
          <p:nvPr/>
        </p:nvSpPr>
        <p:spPr>
          <a:xfrm>
            <a:off x="886764" y="1397300"/>
            <a:ext cx="6172834" cy="613117"/>
          </a:xfrm>
          <a:prstGeom prst="rect">
            <a:avLst/>
          </a:prstGeom>
          <a:noFill/>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The various functions and conditions used in the system are explained in the flow Diagram of the real-time AI virtual mouse System</a:t>
            </a:r>
          </a:p>
        </p:txBody>
      </p:sp>
      <p:sp>
        <p:nvSpPr>
          <p:cNvPr id="5" name="TextBox 4">
            <a:extLst>
              <a:ext uri="{FF2B5EF4-FFF2-40B4-BE49-F238E27FC236}">
                <a16:creationId xmlns:a16="http://schemas.microsoft.com/office/drawing/2014/main" id="{61F70176-6A7F-E9E5-3143-5E9BF95CDFB0}"/>
              </a:ext>
            </a:extLst>
          </p:cNvPr>
          <p:cNvSpPr txBox="1"/>
          <p:nvPr/>
        </p:nvSpPr>
        <p:spPr>
          <a:xfrm>
            <a:off x="920750" y="8699500"/>
            <a:ext cx="6248827" cy="461665"/>
          </a:xfrm>
          <a:prstGeom prst="rect">
            <a:avLst/>
          </a:prstGeom>
          <a:noFill/>
        </p:spPr>
        <p:txBody>
          <a:bodyPr wrap="none" rtlCol="0">
            <a:spAutoFit/>
          </a:bodyPr>
          <a:lstStyle/>
          <a:p>
            <a:r>
              <a:rPr lang="en-US" sz="1200" dirty="0">
                <a:latin typeface="Times New Roman"/>
                <a:cs typeface="Times New Roman"/>
              </a:rPr>
              <a:t>The</a:t>
            </a:r>
            <a:r>
              <a:rPr lang="en-US" sz="1200" spc="-40" dirty="0">
                <a:latin typeface="Times New Roman"/>
                <a:cs typeface="Times New Roman"/>
              </a:rPr>
              <a:t> </a:t>
            </a:r>
            <a:r>
              <a:rPr lang="en-US" sz="1200" dirty="0">
                <a:latin typeface="Times New Roman"/>
                <a:cs typeface="Times New Roman"/>
              </a:rPr>
              <a:t>above</a:t>
            </a:r>
            <a:r>
              <a:rPr lang="en-US" sz="1200" spc="-35" dirty="0">
                <a:latin typeface="Times New Roman"/>
                <a:cs typeface="Times New Roman"/>
              </a:rPr>
              <a:t> </a:t>
            </a:r>
            <a:r>
              <a:rPr lang="en-US" sz="1200" dirty="0">
                <a:latin typeface="Times New Roman"/>
                <a:cs typeface="Times New Roman"/>
              </a:rPr>
              <a:t>Figure</a:t>
            </a:r>
            <a:r>
              <a:rPr lang="en-US" sz="1200" spc="-35" dirty="0">
                <a:latin typeface="Times New Roman"/>
                <a:cs typeface="Times New Roman"/>
              </a:rPr>
              <a:t> 5.4</a:t>
            </a:r>
            <a:r>
              <a:rPr lang="en-US" sz="1200" spc="-30" dirty="0">
                <a:latin typeface="Times New Roman"/>
                <a:cs typeface="Times New Roman"/>
              </a:rPr>
              <a:t> </a:t>
            </a:r>
            <a:r>
              <a:rPr lang="en-US" sz="1200" dirty="0">
                <a:latin typeface="Times New Roman"/>
                <a:cs typeface="Times New Roman"/>
              </a:rPr>
              <a:t>depicts</a:t>
            </a:r>
            <a:r>
              <a:rPr lang="en-US" sz="1200" spc="-35" dirty="0">
                <a:latin typeface="Times New Roman"/>
                <a:cs typeface="Times New Roman"/>
              </a:rPr>
              <a:t> </a:t>
            </a:r>
            <a:r>
              <a:rPr lang="en-US" sz="1200" dirty="0">
                <a:latin typeface="Times New Roman"/>
                <a:cs typeface="Times New Roman"/>
              </a:rPr>
              <a:t>a</a:t>
            </a:r>
            <a:r>
              <a:rPr lang="en-US" sz="1200" spc="-35" dirty="0">
                <a:latin typeface="Times New Roman"/>
                <a:cs typeface="Times New Roman"/>
              </a:rPr>
              <a:t> Data flow diagram of functions and conditions how the ai virtual mouse </a:t>
            </a:r>
          </a:p>
          <a:p>
            <a:r>
              <a:rPr lang="en-US" sz="1200" spc="-35" dirty="0">
                <a:latin typeface="Times New Roman"/>
                <a:cs typeface="Times New Roman"/>
              </a:rPr>
              <a:t>System works in real time by using hand gestures.</a:t>
            </a:r>
            <a:endParaRPr lang="en-IN" sz="1200" dirty="0"/>
          </a:p>
        </p:txBody>
      </p:sp>
    </p:spTree>
    <p:extLst>
      <p:ext uri="{BB962C8B-B14F-4D97-AF65-F5344CB8AC3E}">
        <p14:creationId xmlns:p14="http://schemas.microsoft.com/office/powerpoint/2010/main" val="2869522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F3767AF-93C1-B75D-2EA0-B63B4E7C0EF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CA0FBC7-13FB-CCBA-E84E-9E3F92468CBF}"/>
              </a:ext>
            </a:extLst>
          </p:cNvPr>
          <p:cNvSpPr txBox="1"/>
          <p:nvPr/>
        </p:nvSpPr>
        <p:spPr>
          <a:xfrm>
            <a:off x="924864" y="624331"/>
            <a:ext cx="209994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latin typeface="Times New Roman"/>
                <a:cs typeface="Times New Roman"/>
              </a:rPr>
              <a:t>Gesture</a:t>
            </a:r>
            <a:r>
              <a:rPr kumimoji="0" sz="12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1200" b="0" i="0" u="none" strike="noStrike" kern="0" cap="none" spc="0" normalizeH="0" baseline="0" noProof="0" dirty="0">
                <a:ln>
                  <a:noFill/>
                </a:ln>
                <a:solidFill>
                  <a:sysClr val="windowText" lastClr="000000"/>
                </a:solidFill>
                <a:effectLst/>
                <a:uLnTx/>
                <a:uFillTx/>
                <a:latin typeface="Times New Roman"/>
                <a:cs typeface="Times New Roman"/>
              </a:rPr>
              <a:t>Controlled</a:t>
            </a:r>
            <a:r>
              <a:rPr kumimoji="0" sz="12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1200" b="0" i="0" u="none" strike="noStrike" kern="0" cap="none" spc="-10" normalizeH="0" baseline="0" noProof="0" dirty="0">
                <a:ln>
                  <a:noFill/>
                </a:ln>
                <a:solidFill>
                  <a:sysClr val="windowText" lastClr="000000"/>
                </a:solidFill>
                <a:effectLst/>
                <a:uLnTx/>
                <a:uFillTx/>
                <a:latin typeface="Times New Roman"/>
                <a:cs typeface="Times New Roman"/>
              </a:rPr>
              <a:t>Virtual</a:t>
            </a:r>
            <a:r>
              <a:rPr kumimoji="0" sz="1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1200" b="0" i="0" u="none" strike="noStrike" kern="0" cap="none" spc="-10" normalizeH="0" baseline="0" noProof="0" dirty="0">
                <a:ln>
                  <a:noFill/>
                </a:ln>
                <a:solidFill>
                  <a:sysClr val="windowText" lastClr="000000"/>
                </a:solidFill>
                <a:effectLst/>
                <a:uLnTx/>
                <a:uFillTx/>
                <a:latin typeface="Times New Roman"/>
                <a:cs typeface="Times New Roman"/>
              </a:rPr>
              <a:t>Mouse</a:t>
            </a:r>
            <a:endParaRPr kumimoji="0" sz="12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a:extLst>
              <a:ext uri="{FF2B5EF4-FFF2-40B4-BE49-F238E27FC236}">
                <a16:creationId xmlns:a16="http://schemas.microsoft.com/office/drawing/2014/main" id="{463DB620-B644-E3AA-FF11-80E7A1705430}"/>
              </a:ext>
            </a:extLst>
          </p:cNvPr>
          <p:cNvSpPr txBox="1"/>
          <p:nvPr/>
        </p:nvSpPr>
        <p:spPr>
          <a:xfrm>
            <a:off x="6089141" y="624331"/>
            <a:ext cx="944244"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12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1200" b="0" i="0" u="none" strike="noStrike" kern="0" cap="none" spc="-10" normalizeH="0" baseline="0" noProof="0" dirty="0">
                <a:ln>
                  <a:noFill/>
                </a:ln>
                <a:solidFill>
                  <a:sysClr val="windowText" lastClr="000000"/>
                </a:solidFill>
                <a:effectLst/>
                <a:uLnTx/>
                <a:uFillTx/>
                <a:latin typeface="Times New Roman"/>
                <a:cs typeface="Times New Roman"/>
              </a:rPr>
              <a:t>Design</a:t>
            </a:r>
            <a:endParaRPr kumimoji="0" sz="12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a:extLst>
              <a:ext uri="{FF2B5EF4-FFF2-40B4-BE49-F238E27FC236}">
                <a16:creationId xmlns:a16="http://schemas.microsoft.com/office/drawing/2014/main" id="{83DD3C0C-EDC4-8E55-6E3C-A6AB330A5AB6}"/>
              </a:ext>
            </a:extLst>
          </p:cNvPr>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E3D26A0E-D1C3-9345-D96E-37C3CD6B11FF}"/>
              </a:ext>
            </a:extLst>
          </p:cNvPr>
          <p:cNvSpPr/>
          <p:nvPr/>
        </p:nvSpPr>
        <p:spPr>
          <a:xfrm>
            <a:off x="920750" y="831862"/>
            <a:ext cx="6096000" cy="45085"/>
          </a:xfrm>
          <a:custGeom>
            <a:avLst/>
            <a:gdLst/>
            <a:ahLst/>
            <a:cxnLst/>
            <a:rect l="l" t="t" r="r" b="b"/>
            <a:pathLst>
              <a:path w="6096000" h="45084">
                <a:moveTo>
                  <a:pt x="6087351" y="0"/>
                </a:moveTo>
                <a:lnTo>
                  <a:pt x="0" y="0"/>
                </a:lnTo>
                <a:lnTo>
                  <a:pt x="0" y="6464"/>
                </a:lnTo>
                <a:lnTo>
                  <a:pt x="6087351" y="6464"/>
                </a:lnTo>
                <a:lnTo>
                  <a:pt x="6087351" y="0"/>
                </a:lnTo>
                <a:close/>
              </a:path>
              <a:path w="6096000" h="45084">
                <a:moveTo>
                  <a:pt x="6095936" y="21958"/>
                </a:moveTo>
                <a:lnTo>
                  <a:pt x="6032" y="21958"/>
                </a:lnTo>
                <a:lnTo>
                  <a:pt x="6032" y="45072"/>
                </a:lnTo>
                <a:lnTo>
                  <a:pt x="6095936" y="45072"/>
                </a:lnTo>
                <a:lnTo>
                  <a:pt x="6095936" y="21958"/>
                </a:lnTo>
                <a:close/>
              </a:path>
            </a:pathLst>
          </a:custGeom>
          <a:solidFill>
            <a:srgbClr val="82390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a:extLst>
              <a:ext uri="{FF2B5EF4-FFF2-40B4-BE49-F238E27FC236}">
                <a16:creationId xmlns:a16="http://schemas.microsoft.com/office/drawing/2014/main" id="{83FC35EE-1458-EFD7-536B-BF372F589D07}"/>
              </a:ext>
            </a:extLst>
          </p:cNvPr>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ts val="1410"/>
              </a:lnSpc>
              <a:spcBef>
                <a:spcPts val="0"/>
              </a:spcBef>
              <a:spcAft>
                <a:spcPts val="0"/>
              </a:spcAft>
              <a:buClrTx/>
              <a:buSzTx/>
              <a:buFontTx/>
              <a:buNone/>
              <a:tabLst/>
              <a:defRPr/>
            </a:pPr>
            <a:r>
              <a:rPr kumimoji="0" sz="1200" b="0" i="0" u="none" strike="noStrike" kern="0" cap="none" spc="0" normalizeH="0" baseline="0" noProof="0" dirty="0">
                <a:ln>
                  <a:noFill/>
                </a:ln>
                <a:solidFill>
                  <a:prstClr val="black"/>
                </a:solidFill>
                <a:effectLst/>
                <a:uLnTx/>
                <a:uFillTx/>
                <a:latin typeface="Times New Roman"/>
                <a:cs typeface="Times New Roman"/>
              </a:rPr>
              <a:t>Dept.</a:t>
            </a:r>
            <a:r>
              <a:rPr kumimoji="0" sz="1200" b="0" i="0" u="none" strike="noStrike" kern="0" cap="none" spc="-20" normalizeH="0" baseline="0" noProof="0" dirty="0">
                <a:ln>
                  <a:noFill/>
                </a:ln>
                <a:solidFill>
                  <a:prstClr val="black"/>
                </a:solidFill>
                <a:effectLst/>
                <a:uLnTx/>
                <a:uFillTx/>
                <a:latin typeface="Times New Roman"/>
                <a:cs typeface="Times New Roman"/>
              </a:rPr>
              <a:t> </a:t>
            </a:r>
            <a:r>
              <a:rPr kumimoji="0" sz="1200" b="0" i="0" u="none" strike="noStrike" kern="0" cap="none" spc="0" normalizeH="0" baseline="0" noProof="0" dirty="0">
                <a:ln>
                  <a:noFill/>
                </a:ln>
                <a:solidFill>
                  <a:prstClr val="black"/>
                </a:solidFill>
                <a:effectLst/>
                <a:uLnTx/>
                <a:uFillTx/>
                <a:latin typeface="Times New Roman"/>
                <a:cs typeface="Times New Roman"/>
              </a:rPr>
              <a:t>Of</a:t>
            </a:r>
            <a:r>
              <a:rPr kumimoji="0" sz="1200" b="0" i="0" u="none" strike="noStrike" kern="0" cap="none" spc="-25" normalizeH="0" baseline="0" noProof="0" dirty="0">
                <a:ln>
                  <a:noFill/>
                </a:ln>
                <a:solidFill>
                  <a:prstClr val="black"/>
                </a:solidFill>
                <a:effectLst/>
                <a:uLnTx/>
                <a:uFillTx/>
                <a:latin typeface="Times New Roman"/>
                <a:cs typeface="Times New Roman"/>
              </a:rPr>
              <a:t> </a:t>
            </a:r>
            <a:r>
              <a:rPr kumimoji="0" sz="1200" b="0" i="0" u="none" strike="noStrike" kern="0" cap="none" spc="-10" normalizeH="0" baseline="0" noProof="0" dirty="0">
                <a:ln>
                  <a:noFill/>
                </a:ln>
                <a:solidFill>
                  <a:prstClr val="black"/>
                </a:solidFill>
                <a:effectLst/>
                <a:uLnTx/>
                <a:uFillTx/>
                <a:latin typeface="Times New Roman"/>
                <a:cs typeface="Times New Roman"/>
              </a:rPr>
              <a:t>CSE,CBIT</a:t>
            </a:r>
          </a:p>
        </p:txBody>
      </p:sp>
      <p:sp>
        <p:nvSpPr>
          <p:cNvPr id="10" name="object 10">
            <a:extLst>
              <a:ext uri="{FF2B5EF4-FFF2-40B4-BE49-F238E27FC236}">
                <a16:creationId xmlns:a16="http://schemas.microsoft.com/office/drawing/2014/main" id="{E25E0D9B-3744-E778-822F-BDA8572119DF}"/>
              </a:ext>
            </a:extLst>
          </p:cNvPr>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marR="0" lvl="0" indent="0" defTabSz="914400" eaLnBrk="1" fontAlgn="auto" latinLnBrk="0" hangingPunct="1">
              <a:lnSpc>
                <a:spcPts val="1410"/>
              </a:lnSpc>
              <a:spcBef>
                <a:spcPts val="0"/>
              </a:spcBef>
              <a:spcAft>
                <a:spcPts val="0"/>
              </a:spcAft>
              <a:buClrTx/>
              <a:buSzTx/>
              <a:buFontTx/>
              <a:buNone/>
              <a:tabLst/>
              <a:defRPr/>
            </a:pPr>
            <a:r>
              <a:rPr kumimoji="0" lang="en-US" sz="1200" b="0" i="0" u="none" strike="noStrike" kern="0" cap="none" spc="-25" normalizeH="0" baseline="0" noProof="0" dirty="0">
                <a:ln>
                  <a:noFill/>
                </a:ln>
                <a:solidFill>
                  <a:prstClr val="black"/>
                </a:solidFill>
                <a:effectLst/>
                <a:uLnTx/>
                <a:uFillTx/>
                <a:latin typeface="Times New Roman"/>
                <a:cs typeface="Times New Roman"/>
              </a:rPr>
              <a:t>20</a:t>
            </a:r>
            <a:endParaRPr kumimoji="0" sz="1200" b="0" i="0" u="none" strike="noStrike" kern="0" cap="none" spc="-25" normalizeH="0" baseline="0" noProof="0" dirty="0">
              <a:ln>
                <a:noFill/>
              </a:ln>
              <a:solidFill>
                <a:prstClr val="black"/>
              </a:solidFill>
              <a:effectLst/>
              <a:uLnTx/>
              <a:uFillTx/>
              <a:latin typeface="Times New Roman"/>
              <a:cs typeface="Times New Roman"/>
            </a:endParaRPr>
          </a:p>
        </p:txBody>
      </p:sp>
      <p:sp>
        <p:nvSpPr>
          <p:cNvPr id="11" name="object 11">
            <a:extLst>
              <a:ext uri="{FF2B5EF4-FFF2-40B4-BE49-F238E27FC236}">
                <a16:creationId xmlns:a16="http://schemas.microsoft.com/office/drawing/2014/main" id="{61B9E022-B8EB-14B0-3055-4871C3119738}"/>
              </a:ext>
            </a:extLst>
          </p:cNvPr>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marR="0" lvl="0" indent="0" defTabSz="914400" eaLnBrk="1" fontAlgn="auto" latinLnBrk="0" hangingPunct="1">
              <a:lnSpc>
                <a:spcPts val="1410"/>
              </a:lnSpc>
              <a:spcBef>
                <a:spcPts val="0"/>
              </a:spcBef>
              <a:spcAft>
                <a:spcPts val="0"/>
              </a:spcAft>
              <a:buClrTx/>
              <a:buSzTx/>
              <a:buFontTx/>
              <a:buNone/>
              <a:tabLst/>
              <a:defRPr/>
            </a:pPr>
            <a:r>
              <a:rPr kumimoji="0" sz="1200" b="0" i="0" u="none" strike="noStrike" kern="0" cap="none" spc="-10" normalizeH="0" baseline="0" noProof="0" dirty="0">
                <a:ln>
                  <a:noFill/>
                </a:ln>
                <a:solidFill>
                  <a:prstClr val="black"/>
                </a:solidFill>
                <a:effectLst/>
                <a:uLnTx/>
                <a:uFillTx/>
                <a:latin typeface="Times New Roman"/>
                <a:cs typeface="Times New Roman"/>
              </a:rPr>
              <a:t>202</a:t>
            </a:r>
            <a:r>
              <a:rPr kumimoji="0" lang="en-US" sz="1200" b="0" i="0" u="none" strike="noStrike" kern="0" cap="none" spc="-10" normalizeH="0" baseline="0" noProof="0" dirty="0">
                <a:ln>
                  <a:noFill/>
                </a:ln>
                <a:solidFill>
                  <a:prstClr val="black"/>
                </a:solidFill>
                <a:effectLst/>
                <a:uLnTx/>
                <a:uFillTx/>
                <a:latin typeface="Times New Roman"/>
                <a:cs typeface="Times New Roman"/>
              </a:rPr>
              <a:t>5</a:t>
            </a:r>
            <a:r>
              <a:rPr kumimoji="0" sz="1200" b="0" i="0" u="none" strike="noStrike" kern="0" cap="none" spc="-10" normalizeH="0" baseline="0" noProof="0" dirty="0">
                <a:ln>
                  <a:noFill/>
                </a:ln>
                <a:solidFill>
                  <a:prstClr val="black"/>
                </a:solidFill>
                <a:effectLst/>
                <a:uLnTx/>
                <a:uFillTx/>
                <a:latin typeface="Times New Roman"/>
                <a:cs typeface="Times New Roman"/>
              </a:rPr>
              <a:t>-</a:t>
            </a:r>
            <a:r>
              <a:rPr kumimoji="0" sz="1200" b="0" i="0" u="none" strike="noStrike" kern="0" cap="none" spc="-25" normalizeH="0" baseline="0" noProof="0" dirty="0">
                <a:ln>
                  <a:noFill/>
                </a:ln>
                <a:solidFill>
                  <a:prstClr val="black"/>
                </a:solidFill>
                <a:effectLst/>
                <a:uLnTx/>
                <a:uFillTx/>
                <a:latin typeface="Times New Roman"/>
                <a:cs typeface="Times New Roman"/>
              </a:rPr>
              <a:t>2</a:t>
            </a:r>
            <a:r>
              <a:rPr kumimoji="0" lang="en-US" sz="1200" b="0" i="0" u="none" strike="noStrike" kern="0" cap="none" spc="-25" normalizeH="0" baseline="0" noProof="0" dirty="0">
                <a:ln>
                  <a:noFill/>
                </a:ln>
                <a:solidFill>
                  <a:prstClr val="black"/>
                </a:solidFill>
                <a:effectLst/>
                <a:uLnTx/>
                <a:uFillTx/>
                <a:latin typeface="Times New Roman"/>
                <a:cs typeface="Times New Roman"/>
              </a:rPr>
              <a:t>6</a:t>
            </a:r>
            <a:endParaRPr kumimoji="0" sz="1200" b="0" i="0" u="none" strike="noStrike" kern="0" cap="none" spc="-25" normalizeH="0" baseline="0" noProof="0" dirty="0">
              <a:ln>
                <a:noFill/>
              </a:ln>
              <a:solidFill>
                <a:prstClr val="black"/>
              </a:solidFill>
              <a:effectLst/>
              <a:uLnTx/>
              <a:uFillTx/>
              <a:latin typeface="Times New Roman"/>
              <a:cs typeface="Times New Roman"/>
            </a:endParaRPr>
          </a:p>
        </p:txBody>
      </p:sp>
      <p:sp>
        <p:nvSpPr>
          <p:cNvPr id="12" name="TextBox 11">
            <a:extLst>
              <a:ext uri="{FF2B5EF4-FFF2-40B4-BE49-F238E27FC236}">
                <a16:creationId xmlns:a16="http://schemas.microsoft.com/office/drawing/2014/main" id="{75F4A9E6-A340-4F8D-F5B4-6C48E0873A5A}"/>
              </a:ext>
            </a:extLst>
          </p:cNvPr>
          <p:cNvSpPr txBox="1"/>
          <p:nvPr/>
        </p:nvSpPr>
        <p:spPr>
          <a:xfrm>
            <a:off x="855014" y="933090"/>
            <a:ext cx="2111475"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5.5 </a:t>
            </a:r>
            <a:r>
              <a:rPr lang="en-US" sz="1600" b="1" dirty="0">
                <a:latin typeface="Times New Roman" panose="02020603050405020304" pitchFamily="18" charset="0"/>
                <a:cs typeface="Times New Roman" panose="02020603050405020304" pitchFamily="18" charset="0"/>
              </a:rPr>
              <a:t>Use Case </a:t>
            </a:r>
            <a:r>
              <a:rPr kumimoji="0" lang="en-US" sz="16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Diagram</a:t>
            </a:r>
          </a:p>
        </p:txBody>
      </p:sp>
      <p:sp>
        <p:nvSpPr>
          <p:cNvPr id="16" name="TextBox 15">
            <a:extLst>
              <a:ext uri="{FF2B5EF4-FFF2-40B4-BE49-F238E27FC236}">
                <a16:creationId xmlns:a16="http://schemas.microsoft.com/office/drawing/2014/main" id="{2048A4D9-BB74-B21B-0B55-EFCD86BAF82B}"/>
              </a:ext>
            </a:extLst>
          </p:cNvPr>
          <p:cNvSpPr txBox="1"/>
          <p:nvPr/>
        </p:nvSpPr>
        <p:spPr>
          <a:xfrm>
            <a:off x="818782" y="6369698"/>
            <a:ext cx="5126037" cy="276999"/>
          </a:xfrm>
          <a:prstGeom prst="rect">
            <a:avLst/>
          </a:prstGeom>
          <a:noFill/>
        </p:spPr>
        <p:txBody>
          <a:bodyPr wrap="square">
            <a:spAutoFit/>
          </a:bodyPr>
          <a:lstStyle/>
          <a:p>
            <a:pPr marL="2096135" marR="0" lvl="0" indent="0" algn="just" defTabSz="914400" eaLnBrk="1" fontAlgn="auto" latinLnBrk="0" hangingPunct="1">
              <a:lnSpc>
                <a:spcPct val="100000"/>
              </a:lnSpc>
              <a:spcBef>
                <a:spcPts val="100"/>
              </a:spcBef>
              <a:spcAft>
                <a:spcPts val="0"/>
              </a:spcAft>
              <a:buClrTx/>
              <a:buSzTx/>
              <a:buFontTx/>
              <a:buNone/>
              <a:tabLst/>
              <a:defRPr/>
            </a:pPr>
            <a:r>
              <a:rPr kumimoji="0" lang="en-US" sz="1200" b="1" i="0" u="none" strike="noStrike" kern="0" cap="none" spc="0" normalizeH="0" baseline="0" noProof="0" dirty="0">
                <a:ln>
                  <a:noFill/>
                </a:ln>
                <a:solidFill>
                  <a:sysClr val="windowText" lastClr="000000"/>
                </a:solidFill>
                <a:effectLst/>
                <a:uLnTx/>
                <a:uFillTx/>
                <a:latin typeface="Times New Roman"/>
                <a:cs typeface="Times New Roman"/>
              </a:rPr>
              <a:t>Figure</a:t>
            </a:r>
            <a:r>
              <a:rPr kumimoji="0" lang="en-US" sz="1200" b="1" i="0" u="none" strike="noStrike" kern="0" cap="none" spc="-35" normalizeH="0" baseline="0" noProof="0" dirty="0">
                <a:ln>
                  <a:noFill/>
                </a:ln>
                <a:solidFill>
                  <a:sysClr val="windowText" lastClr="000000"/>
                </a:solidFill>
                <a:effectLst/>
                <a:uLnTx/>
                <a:uFillTx/>
                <a:latin typeface="Times New Roman"/>
                <a:cs typeface="Times New Roman"/>
              </a:rPr>
              <a:t> </a:t>
            </a:r>
            <a:r>
              <a:rPr kumimoji="0" lang="en-US" sz="1200" b="1" i="0" u="none" strike="noStrike" kern="0" cap="none" spc="0" normalizeH="0" baseline="0" noProof="0" dirty="0">
                <a:ln>
                  <a:noFill/>
                </a:ln>
                <a:solidFill>
                  <a:sysClr val="windowText" lastClr="000000"/>
                </a:solidFill>
                <a:effectLst/>
                <a:uLnTx/>
                <a:uFillTx/>
                <a:latin typeface="Times New Roman"/>
                <a:cs typeface="Times New Roman"/>
              </a:rPr>
              <a:t>5.5: </a:t>
            </a:r>
            <a:r>
              <a:rPr lang="en-US" sz="1200" spc="-30" dirty="0">
                <a:latin typeface="Times New Roman"/>
                <a:cs typeface="Times New Roman"/>
              </a:rPr>
              <a:t>U</a:t>
            </a:r>
            <a:r>
              <a:rPr kumimoji="0" lang="en-US" sz="1200" b="0" i="0" u="none" strike="noStrike" kern="0" cap="none" spc="-30" normalizeH="0" baseline="0" noProof="0" dirty="0">
                <a:ln>
                  <a:noFill/>
                </a:ln>
                <a:solidFill>
                  <a:sysClr val="windowText" lastClr="000000"/>
                </a:solidFill>
                <a:effectLst/>
                <a:uLnTx/>
                <a:uFillTx/>
                <a:latin typeface="Times New Roman"/>
                <a:cs typeface="Times New Roman"/>
              </a:rPr>
              <a:t>se Case Diagram</a:t>
            </a:r>
            <a:endParaRPr kumimoji="0" lang="en-US" sz="1200" b="0" i="0" u="none" strike="noStrike" kern="0" cap="none" spc="0" normalizeH="0" baseline="0" noProof="0" dirty="0">
              <a:ln>
                <a:noFill/>
              </a:ln>
              <a:solidFill>
                <a:sysClr val="windowText" lastClr="000000"/>
              </a:solidFill>
              <a:effectLst/>
              <a:uLnTx/>
              <a:uFillTx/>
              <a:latin typeface="Times New Roman"/>
              <a:cs typeface="Times New Roman"/>
            </a:endParaRPr>
          </a:p>
        </p:txBody>
      </p:sp>
      <p:sp>
        <p:nvSpPr>
          <p:cNvPr id="18" name="TextBox 17">
            <a:extLst>
              <a:ext uri="{FF2B5EF4-FFF2-40B4-BE49-F238E27FC236}">
                <a16:creationId xmlns:a16="http://schemas.microsoft.com/office/drawing/2014/main" id="{C0E4C03C-FC77-6374-E60F-17BFE263FC78}"/>
              </a:ext>
            </a:extLst>
          </p:cNvPr>
          <p:cNvSpPr txBox="1"/>
          <p:nvPr/>
        </p:nvSpPr>
        <p:spPr>
          <a:xfrm>
            <a:off x="855014" y="6868143"/>
            <a:ext cx="6172834" cy="2275110"/>
          </a:xfrm>
          <a:prstGeom prst="rect">
            <a:avLst/>
          </a:prstGeom>
          <a:noFill/>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The </a:t>
            </a:r>
            <a:r>
              <a:rPr lang="en-US" sz="1200" i="1" dirty="0">
                <a:latin typeface="Times New Roman" panose="02020603050405020304" pitchFamily="18" charset="0"/>
                <a:cs typeface="Times New Roman" panose="02020603050405020304" pitchFamily="18" charset="0"/>
              </a:rPr>
              <a:t>Live Mouse Control Using Hand Gestures</a:t>
            </a:r>
            <a:r>
              <a:rPr lang="en-US" sz="1200" dirty="0">
                <a:latin typeface="Times New Roman" panose="02020603050405020304" pitchFamily="18" charset="0"/>
                <a:cs typeface="Times New Roman" panose="02020603050405020304" pitchFamily="18" charset="0"/>
              </a:rPr>
              <a:t> system lets the user operate the computer mouse using hand movements captured by a webcam. The system detects and tracks the user’s hand, converts gestures into actions like moving the cursor, clicking, dragging, and scrolling, and sends these actions to the operating system. The user can start the app, calibrate the camera, adjust settings, pause or resume control, and exit the system, while the application manages errors and ensures smooth gesture recognition.</a:t>
            </a:r>
          </a:p>
          <a:p>
            <a:pPr algn="just">
              <a:lnSpc>
                <a:spcPct val="150000"/>
              </a:lnSpc>
            </a:pPr>
            <a:r>
              <a:rPr lang="en-US" sz="1200" dirty="0">
                <a:latin typeface="Times New Roman"/>
                <a:cs typeface="Times New Roman"/>
              </a:rPr>
              <a:t>The</a:t>
            </a:r>
            <a:r>
              <a:rPr lang="en-US" sz="1200" spc="-40" dirty="0">
                <a:latin typeface="Times New Roman"/>
                <a:cs typeface="Times New Roman"/>
              </a:rPr>
              <a:t> </a:t>
            </a:r>
            <a:r>
              <a:rPr lang="en-US" sz="1200" dirty="0">
                <a:latin typeface="Times New Roman"/>
                <a:cs typeface="Times New Roman"/>
              </a:rPr>
              <a:t>above</a:t>
            </a:r>
            <a:r>
              <a:rPr lang="en-US" sz="1200" spc="-35" dirty="0">
                <a:latin typeface="Times New Roman"/>
                <a:cs typeface="Times New Roman"/>
              </a:rPr>
              <a:t> </a:t>
            </a:r>
            <a:r>
              <a:rPr lang="en-US" sz="1200" dirty="0">
                <a:latin typeface="Times New Roman"/>
                <a:cs typeface="Times New Roman"/>
              </a:rPr>
              <a:t>Figure</a:t>
            </a:r>
            <a:r>
              <a:rPr lang="en-US" sz="1200" spc="-35" dirty="0">
                <a:latin typeface="Times New Roman"/>
                <a:cs typeface="Times New Roman"/>
              </a:rPr>
              <a:t> 5.5</a:t>
            </a:r>
            <a:r>
              <a:rPr lang="en-US" sz="1200" spc="-30" dirty="0">
                <a:latin typeface="Times New Roman"/>
                <a:cs typeface="Times New Roman"/>
              </a:rPr>
              <a:t> </a:t>
            </a:r>
            <a:r>
              <a:rPr lang="en-US" sz="1200" spc="-30" dirty="0" err="1">
                <a:latin typeface="Times New Roman"/>
                <a:cs typeface="Times New Roman"/>
              </a:rPr>
              <a:t>showas</a:t>
            </a:r>
            <a:r>
              <a:rPr lang="en-US" sz="1200" spc="-30" dirty="0">
                <a:latin typeface="Times New Roman"/>
                <a:cs typeface="Times New Roman"/>
              </a:rPr>
              <a:t> </a:t>
            </a:r>
            <a:r>
              <a:rPr lang="en-US" sz="1200" dirty="0">
                <a:latin typeface="Times New Roman"/>
                <a:cs typeface="Times New Roman"/>
              </a:rPr>
              <a:t>a</a:t>
            </a:r>
            <a:r>
              <a:rPr lang="en-US" sz="1200" spc="-35" dirty="0">
                <a:latin typeface="Times New Roman"/>
                <a:cs typeface="Times New Roman"/>
              </a:rPr>
              <a:t> Use Case diagram  how the live mouse control system works by using </a:t>
            </a:r>
            <a:r>
              <a:rPr lang="en-US" sz="1200" spc="-35" dirty="0" err="1">
                <a:latin typeface="Times New Roman"/>
                <a:cs typeface="Times New Roman"/>
              </a:rPr>
              <a:t>os</a:t>
            </a:r>
            <a:r>
              <a:rPr lang="en-US" sz="1200" spc="-35" dirty="0">
                <a:latin typeface="Times New Roman"/>
                <a:cs typeface="Times New Roman"/>
              </a:rPr>
              <a:t> and camera user</a:t>
            </a:r>
            <a:endParaRPr lang="en-US" sz="1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D042BD1-FCE0-C64C-4B11-477EEC1E027D}"/>
              </a:ext>
            </a:extLst>
          </p:cNvPr>
          <p:cNvPicPr>
            <a:picLocks noChangeAspect="1"/>
          </p:cNvPicPr>
          <p:nvPr/>
        </p:nvPicPr>
        <p:blipFill>
          <a:blip r:embed="rId2"/>
          <a:stretch>
            <a:fillRect/>
          </a:stretch>
        </p:blipFill>
        <p:spPr>
          <a:xfrm>
            <a:off x="529385" y="1332031"/>
            <a:ext cx="5971236" cy="5037667"/>
          </a:xfrm>
          <a:prstGeom prst="rect">
            <a:avLst/>
          </a:prstGeom>
        </p:spPr>
      </p:pic>
    </p:spTree>
    <p:extLst>
      <p:ext uri="{BB962C8B-B14F-4D97-AF65-F5344CB8AC3E}">
        <p14:creationId xmlns:p14="http://schemas.microsoft.com/office/powerpoint/2010/main" val="1536486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86764" y="889761"/>
            <a:ext cx="6148705" cy="9483045"/>
          </a:xfrm>
          <a:prstGeom prst="rect">
            <a:avLst/>
          </a:prstGeom>
        </p:spPr>
        <p:txBody>
          <a:bodyPr vert="horz" wrap="square" lIns="0" tIns="12065" rIns="0" bIns="0" rtlCol="0">
            <a:spAutoFit/>
          </a:bodyPr>
          <a:lstStyle/>
          <a:p>
            <a:pPr marL="12700" algn="just">
              <a:lnSpc>
                <a:spcPct val="100000"/>
              </a:lnSpc>
              <a:spcBef>
                <a:spcPts val="95"/>
              </a:spcBef>
            </a:pPr>
            <a:r>
              <a:rPr sz="1600" b="1" dirty="0">
                <a:latin typeface="Times New Roman"/>
                <a:cs typeface="Times New Roman"/>
              </a:rPr>
              <a:t>CHAPTER</a:t>
            </a:r>
            <a:r>
              <a:rPr sz="1600" b="1" spc="-50" dirty="0">
                <a:latin typeface="Times New Roman"/>
                <a:cs typeface="Times New Roman"/>
              </a:rPr>
              <a:t> 6</a:t>
            </a:r>
            <a:endParaRPr sz="1600" dirty="0">
              <a:latin typeface="Times New Roman"/>
              <a:cs typeface="Times New Roman"/>
            </a:endParaRPr>
          </a:p>
          <a:p>
            <a:pPr algn="ctr">
              <a:lnSpc>
                <a:spcPct val="100000"/>
              </a:lnSpc>
              <a:spcBef>
                <a:spcPts val="1625"/>
              </a:spcBef>
            </a:pPr>
            <a:r>
              <a:rPr sz="1800" b="1" spc="-10" dirty="0">
                <a:latin typeface="Times New Roman"/>
                <a:cs typeface="Times New Roman"/>
              </a:rPr>
              <a:t>IMPLEMENTATION</a:t>
            </a:r>
            <a:endParaRPr sz="1800" dirty="0">
              <a:latin typeface="Times New Roman"/>
              <a:cs typeface="Times New Roman"/>
            </a:endParaRPr>
          </a:p>
          <a:p>
            <a:pPr marL="12700" lvl="1" algn="just">
              <a:lnSpc>
                <a:spcPct val="100000"/>
              </a:lnSpc>
              <a:spcBef>
                <a:spcPts val="1760"/>
              </a:spcBef>
              <a:tabLst>
                <a:tab pos="316230" algn="l"/>
              </a:tabLst>
            </a:pPr>
            <a:r>
              <a:rPr lang="en-US" sz="1600" b="1" dirty="0">
                <a:latin typeface="Times New Roman"/>
                <a:cs typeface="Times New Roman"/>
              </a:rPr>
              <a:t>6.1  </a:t>
            </a:r>
            <a:r>
              <a:rPr sz="1600" b="1" dirty="0">
                <a:latin typeface="Times New Roman"/>
                <a:cs typeface="Times New Roman"/>
              </a:rPr>
              <a:t>Language</a:t>
            </a:r>
            <a:r>
              <a:rPr sz="1600" b="1" spc="-50" dirty="0">
                <a:latin typeface="Times New Roman"/>
                <a:cs typeface="Times New Roman"/>
              </a:rPr>
              <a:t> </a:t>
            </a:r>
            <a:r>
              <a:rPr sz="1600" b="1" spc="-10" dirty="0">
                <a:latin typeface="Times New Roman"/>
                <a:cs typeface="Times New Roman"/>
              </a:rPr>
              <a:t>selection</a:t>
            </a:r>
            <a:endParaRPr sz="1600" dirty="0">
              <a:latin typeface="Times New Roman"/>
              <a:cs typeface="Times New Roman"/>
            </a:endParaRPr>
          </a:p>
          <a:p>
            <a:pPr marL="12700" marR="5080" indent="464184" algn="just">
              <a:lnSpc>
                <a:spcPct val="143300"/>
              </a:lnSpc>
              <a:spcBef>
                <a:spcPts val="1035"/>
              </a:spcBef>
            </a:pPr>
            <a:r>
              <a:rPr sz="1200" dirty="0">
                <a:latin typeface="Times New Roman"/>
                <a:cs typeface="Times New Roman"/>
              </a:rPr>
              <a:t>Python</a:t>
            </a:r>
            <a:r>
              <a:rPr sz="1200" spc="3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an</a:t>
            </a:r>
            <a:r>
              <a:rPr sz="1200" spc="40" dirty="0">
                <a:latin typeface="Times New Roman"/>
                <a:cs typeface="Times New Roman"/>
              </a:rPr>
              <a:t> </a:t>
            </a:r>
            <a:r>
              <a:rPr sz="1200" dirty="0">
                <a:latin typeface="Times New Roman"/>
                <a:cs typeface="Times New Roman"/>
              </a:rPr>
              <a:t>easy</a:t>
            </a:r>
            <a:r>
              <a:rPr sz="1200"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learn,</a:t>
            </a:r>
            <a:r>
              <a:rPr sz="1200" spc="35" dirty="0">
                <a:latin typeface="Times New Roman"/>
                <a:cs typeface="Times New Roman"/>
              </a:rPr>
              <a:t> </a:t>
            </a:r>
            <a:r>
              <a:rPr sz="1200" dirty="0">
                <a:latin typeface="Times New Roman"/>
                <a:cs typeface="Times New Roman"/>
              </a:rPr>
              <a:t>powerful</a:t>
            </a:r>
            <a:r>
              <a:rPr sz="1200" spc="40" dirty="0">
                <a:latin typeface="Times New Roman"/>
                <a:cs typeface="Times New Roman"/>
              </a:rPr>
              <a:t> </a:t>
            </a:r>
            <a:r>
              <a:rPr sz="1200" dirty="0">
                <a:latin typeface="Times New Roman"/>
                <a:cs typeface="Times New Roman"/>
              </a:rPr>
              <a:t>programming</a:t>
            </a:r>
            <a:r>
              <a:rPr sz="1200" spc="40" dirty="0">
                <a:latin typeface="Times New Roman"/>
                <a:cs typeface="Times New Roman"/>
              </a:rPr>
              <a:t> </a:t>
            </a:r>
            <a:r>
              <a:rPr sz="1200" dirty="0">
                <a:latin typeface="Times New Roman"/>
                <a:cs typeface="Times New Roman"/>
              </a:rPr>
              <a:t>language.</a:t>
            </a:r>
            <a:r>
              <a:rPr sz="1200" spc="35" dirty="0">
                <a:latin typeface="Times New Roman"/>
                <a:cs typeface="Times New Roman"/>
              </a:rPr>
              <a:t> </a:t>
            </a:r>
            <a:r>
              <a:rPr sz="1200" dirty="0">
                <a:latin typeface="Times New Roman"/>
                <a:cs typeface="Times New Roman"/>
              </a:rPr>
              <a:t>It</a:t>
            </a:r>
            <a:r>
              <a:rPr sz="1200" spc="35" dirty="0">
                <a:latin typeface="Times New Roman"/>
                <a:cs typeface="Times New Roman"/>
              </a:rPr>
              <a:t> </a:t>
            </a:r>
            <a:r>
              <a:rPr sz="1200" dirty="0">
                <a:latin typeface="Times New Roman"/>
                <a:cs typeface="Times New Roman"/>
              </a:rPr>
              <a:t>has</a:t>
            </a:r>
            <a:r>
              <a:rPr sz="1200" spc="40" dirty="0">
                <a:latin typeface="Times New Roman"/>
                <a:cs typeface="Times New Roman"/>
              </a:rPr>
              <a:t> </a:t>
            </a:r>
            <a:r>
              <a:rPr sz="1200" dirty="0">
                <a:latin typeface="Times New Roman"/>
                <a:cs typeface="Times New Roman"/>
              </a:rPr>
              <a:t>efficient</a:t>
            </a:r>
            <a:r>
              <a:rPr sz="1200" spc="40" dirty="0">
                <a:latin typeface="Times New Roman"/>
                <a:cs typeface="Times New Roman"/>
              </a:rPr>
              <a:t> </a:t>
            </a:r>
            <a:r>
              <a:rPr sz="1200" spc="-10" dirty="0">
                <a:latin typeface="Times New Roman"/>
                <a:cs typeface="Times New Roman"/>
              </a:rPr>
              <a:t>high-</a:t>
            </a:r>
            <a:r>
              <a:rPr sz="1200" dirty="0">
                <a:latin typeface="Times New Roman"/>
                <a:cs typeface="Times New Roman"/>
              </a:rPr>
              <a:t>level</a:t>
            </a:r>
            <a:r>
              <a:rPr sz="1200" spc="35" dirty="0">
                <a:latin typeface="Times New Roman"/>
                <a:cs typeface="Times New Roman"/>
              </a:rPr>
              <a:t> </a:t>
            </a:r>
            <a:r>
              <a:rPr sz="1200" spc="-20" dirty="0">
                <a:latin typeface="Times New Roman"/>
                <a:cs typeface="Times New Roman"/>
              </a:rPr>
              <a:t>data </a:t>
            </a:r>
            <a:r>
              <a:rPr sz="1200" dirty="0">
                <a:latin typeface="Times New Roman"/>
                <a:cs typeface="Times New Roman"/>
              </a:rPr>
              <a:t>structures</a:t>
            </a:r>
            <a:r>
              <a:rPr sz="1200" spc="-2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simple</a:t>
            </a:r>
            <a:r>
              <a:rPr sz="1200" spc="-20" dirty="0">
                <a:latin typeface="Times New Roman"/>
                <a:cs typeface="Times New Roman"/>
              </a:rPr>
              <a:t> </a:t>
            </a:r>
            <a:r>
              <a:rPr sz="1200" dirty="0">
                <a:latin typeface="Times New Roman"/>
                <a:cs typeface="Times New Roman"/>
              </a:rPr>
              <a:t>but</a:t>
            </a:r>
            <a:r>
              <a:rPr sz="1200" spc="-20" dirty="0">
                <a:latin typeface="Times New Roman"/>
                <a:cs typeface="Times New Roman"/>
              </a:rPr>
              <a:t> </a:t>
            </a:r>
            <a:r>
              <a:rPr sz="1200" spc="-10" dirty="0">
                <a:latin typeface="Times New Roman"/>
                <a:cs typeface="Times New Roman"/>
              </a:rPr>
              <a:t>effective</a:t>
            </a:r>
            <a:r>
              <a:rPr sz="1200" spc="-25" dirty="0">
                <a:latin typeface="Times New Roman"/>
                <a:cs typeface="Times New Roman"/>
              </a:rPr>
              <a:t> </a:t>
            </a:r>
            <a:r>
              <a:rPr sz="1200" dirty="0">
                <a:latin typeface="Times New Roman"/>
                <a:cs typeface="Times New Roman"/>
              </a:rPr>
              <a:t>approach</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object-</a:t>
            </a:r>
            <a:r>
              <a:rPr sz="1200" dirty="0">
                <a:latin typeface="Times New Roman"/>
                <a:cs typeface="Times New Roman"/>
              </a:rPr>
              <a:t>oriented</a:t>
            </a:r>
            <a:r>
              <a:rPr sz="1200" spc="-20" dirty="0">
                <a:latin typeface="Times New Roman"/>
                <a:cs typeface="Times New Roman"/>
              </a:rPr>
              <a:t> </a:t>
            </a:r>
            <a:r>
              <a:rPr sz="1200" spc="-10" dirty="0">
                <a:latin typeface="Times New Roman"/>
                <a:cs typeface="Times New Roman"/>
              </a:rPr>
              <a:t>programming.</a:t>
            </a:r>
            <a:endParaRPr sz="1200" dirty="0">
              <a:latin typeface="Times New Roman"/>
              <a:cs typeface="Times New Roman"/>
            </a:endParaRPr>
          </a:p>
          <a:p>
            <a:pPr>
              <a:lnSpc>
                <a:spcPct val="100000"/>
              </a:lnSpc>
              <a:spcBef>
                <a:spcPts val="40"/>
              </a:spcBef>
            </a:pPr>
            <a:endParaRPr sz="1200" dirty="0">
              <a:latin typeface="Times New Roman"/>
              <a:cs typeface="Times New Roman"/>
            </a:endParaRPr>
          </a:p>
          <a:p>
            <a:pPr marL="12700" lvl="2" algn="just">
              <a:lnSpc>
                <a:spcPct val="100000"/>
              </a:lnSpc>
              <a:tabLst>
                <a:tab pos="412115" algn="l"/>
              </a:tabLst>
            </a:pPr>
            <a:r>
              <a:rPr lang="en-US" sz="1600" b="1" spc="-10" dirty="0">
                <a:latin typeface="Times New Roman"/>
                <a:cs typeface="Times New Roman"/>
              </a:rPr>
              <a:t>6.1.1 </a:t>
            </a:r>
            <a:r>
              <a:rPr sz="1600" b="1" spc="-10" dirty="0">
                <a:latin typeface="Times New Roman"/>
                <a:cs typeface="Times New Roman"/>
              </a:rPr>
              <a:t>Introduction:</a:t>
            </a:r>
            <a:endParaRPr sz="1600" dirty="0">
              <a:latin typeface="Times New Roman"/>
              <a:cs typeface="Times New Roman"/>
            </a:endParaRPr>
          </a:p>
          <a:p>
            <a:pPr marL="12700" marR="12065" indent="464184" algn="just">
              <a:lnSpc>
                <a:spcPct val="144200"/>
              </a:lnSpc>
              <a:spcBef>
                <a:spcPts val="910"/>
              </a:spcBef>
            </a:pPr>
            <a:r>
              <a:rPr sz="1200" dirty="0">
                <a:latin typeface="Times New Roman"/>
                <a:cs typeface="Times New Roman"/>
              </a:rPr>
              <a:t>Python’s elegant syntax</a:t>
            </a:r>
            <a:r>
              <a:rPr sz="1200" spc="1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dynamic</a:t>
            </a:r>
            <a:r>
              <a:rPr sz="1200" spc="-5" dirty="0">
                <a:latin typeface="Times New Roman"/>
                <a:cs typeface="Times New Roman"/>
              </a:rPr>
              <a:t> </a:t>
            </a:r>
            <a:r>
              <a:rPr sz="1200" dirty="0">
                <a:latin typeface="Times New Roman"/>
                <a:cs typeface="Times New Roman"/>
              </a:rPr>
              <a:t>typing,</a:t>
            </a:r>
            <a:r>
              <a:rPr sz="1200" spc="-5" dirty="0">
                <a:latin typeface="Times New Roman"/>
                <a:cs typeface="Times New Roman"/>
              </a:rPr>
              <a:t> </a:t>
            </a:r>
            <a:r>
              <a:rPr sz="1200" dirty="0">
                <a:latin typeface="Times New Roman"/>
                <a:cs typeface="Times New Roman"/>
              </a:rPr>
              <a:t>together</a:t>
            </a:r>
            <a:r>
              <a:rPr sz="1200" spc="-5" dirty="0">
                <a:latin typeface="Times New Roman"/>
                <a:cs typeface="Times New Roman"/>
              </a:rPr>
              <a:t> </a:t>
            </a:r>
            <a:r>
              <a:rPr sz="1200" dirty="0">
                <a:latin typeface="Times New Roman"/>
                <a:cs typeface="Times New Roman"/>
              </a:rPr>
              <a:t>with its interpreted</a:t>
            </a:r>
            <a:r>
              <a:rPr sz="1200" spc="5" dirty="0">
                <a:latin typeface="Times New Roman"/>
                <a:cs typeface="Times New Roman"/>
              </a:rPr>
              <a:t> </a:t>
            </a:r>
            <a:r>
              <a:rPr sz="1200" dirty="0">
                <a:latin typeface="Times New Roman"/>
                <a:cs typeface="Times New Roman"/>
              </a:rPr>
              <a:t>nature,</a:t>
            </a:r>
            <a:r>
              <a:rPr sz="1200" spc="-5" dirty="0">
                <a:latin typeface="Times New Roman"/>
                <a:cs typeface="Times New Roman"/>
              </a:rPr>
              <a:t> </a:t>
            </a:r>
            <a:r>
              <a:rPr sz="1200" dirty="0">
                <a:latin typeface="Times New Roman"/>
                <a:cs typeface="Times New Roman"/>
              </a:rPr>
              <a:t>make it </a:t>
            </a:r>
            <a:r>
              <a:rPr sz="1200" spc="-25" dirty="0">
                <a:latin typeface="Times New Roman"/>
                <a:cs typeface="Times New Roman"/>
              </a:rPr>
              <a:t>an </a:t>
            </a:r>
            <a:r>
              <a:rPr sz="1200" dirty="0">
                <a:latin typeface="Times New Roman"/>
                <a:cs typeface="Times New Roman"/>
              </a:rPr>
              <a:t>ideal</a:t>
            </a:r>
            <a:r>
              <a:rPr sz="1200" spc="-25" dirty="0">
                <a:latin typeface="Times New Roman"/>
                <a:cs typeface="Times New Roman"/>
              </a:rPr>
              <a:t> </a:t>
            </a:r>
            <a:r>
              <a:rPr sz="1200" dirty="0">
                <a:latin typeface="Times New Roman"/>
                <a:cs typeface="Times New Roman"/>
              </a:rPr>
              <a:t>language</a:t>
            </a:r>
            <a:r>
              <a:rPr sz="1200" spc="-1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scripting</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rapid</a:t>
            </a:r>
            <a:r>
              <a:rPr sz="1200" spc="-20" dirty="0">
                <a:latin typeface="Times New Roman"/>
                <a:cs typeface="Times New Roman"/>
              </a:rPr>
              <a:t> </a:t>
            </a:r>
            <a:r>
              <a:rPr sz="1200" dirty="0">
                <a:latin typeface="Times New Roman"/>
                <a:cs typeface="Times New Roman"/>
              </a:rPr>
              <a:t>application</a:t>
            </a:r>
            <a:r>
              <a:rPr sz="1200" spc="-20" dirty="0">
                <a:latin typeface="Times New Roman"/>
                <a:cs typeface="Times New Roman"/>
              </a:rPr>
              <a:t> </a:t>
            </a:r>
            <a:r>
              <a:rPr sz="1200" spc="-10" dirty="0">
                <a:latin typeface="Times New Roman"/>
                <a:cs typeface="Times New Roman"/>
              </a:rPr>
              <a:t>development</a:t>
            </a:r>
            <a:r>
              <a:rPr sz="1200" spc="-2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many</a:t>
            </a:r>
            <a:r>
              <a:rPr sz="1200" spc="-20" dirty="0">
                <a:latin typeface="Times New Roman"/>
                <a:cs typeface="Times New Roman"/>
              </a:rPr>
              <a:t> </a:t>
            </a:r>
            <a:r>
              <a:rPr sz="1200" dirty="0">
                <a:latin typeface="Times New Roman"/>
                <a:cs typeface="Times New Roman"/>
              </a:rPr>
              <a:t>areas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most</a:t>
            </a:r>
            <a:r>
              <a:rPr sz="1200" spc="-20" dirty="0">
                <a:latin typeface="Times New Roman"/>
                <a:cs typeface="Times New Roman"/>
              </a:rPr>
              <a:t> </a:t>
            </a:r>
            <a:r>
              <a:rPr sz="1200" spc="-10" dirty="0">
                <a:latin typeface="Times New Roman"/>
                <a:cs typeface="Times New Roman"/>
              </a:rPr>
              <a:t>platforms.</a:t>
            </a:r>
            <a:endParaRPr sz="1200" dirty="0">
              <a:latin typeface="Times New Roman"/>
              <a:cs typeface="Times New Roman"/>
            </a:endParaRPr>
          </a:p>
          <a:p>
            <a:pPr marL="12700" indent="456565" algn="just">
              <a:lnSpc>
                <a:spcPct val="100000"/>
              </a:lnSpc>
              <a:spcBef>
                <a:spcPts val="625"/>
              </a:spcBef>
            </a:pP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Python interpreter</a:t>
            </a:r>
            <a:r>
              <a:rPr sz="1200" spc="-10" dirty="0">
                <a:latin typeface="Times New Roman"/>
                <a:cs typeface="Times New Roman"/>
              </a:rPr>
              <a:t> </a:t>
            </a:r>
            <a:r>
              <a:rPr sz="1200" dirty="0">
                <a:latin typeface="Times New Roman"/>
                <a:cs typeface="Times New Roman"/>
              </a:rPr>
              <a:t>is easily extended</a:t>
            </a:r>
            <a:r>
              <a:rPr sz="1200" spc="-5" dirty="0">
                <a:latin typeface="Times New Roman"/>
                <a:cs typeface="Times New Roman"/>
              </a:rPr>
              <a:t> </a:t>
            </a:r>
            <a:r>
              <a:rPr sz="1200" dirty="0">
                <a:latin typeface="Times New Roman"/>
                <a:cs typeface="Times New Roman"/>
              </a:rPr>
              <a:t>with new</a:t>
            </a:r>
            <a:r>
              <a:rPr sz="1200" spc="-5" dirty="0">
                <a:latin typeface="Times New Roman"/>
                <a:cs typeface="Times New Roman"/>
              </a:rPr>
              <a:t> </a:t>
            </a:r>
            <a:r>
              <a:rPr sz="1200" dirty="0">
                <a:latin typeface="Times New Roman"/>
                <a:cs typeface="Times New Roman"/>
              </a:rPr>
              <a:t>functions and data</a:t>
            </a:r>
            <a:r>
              <a:rPr sz="1200" spc="-5" dirty="0">
                <a:latin typeface="Times New Roman"/>
                <a:cs typeface="Times New Roman"/>
              </a:rPr>
              <a:t> </a:t>
            </a:r>
            <a:r>
              <a:rPr sz="1200" dirty="0">
                <a:latin typeface="Times New Roman"/>
                <a:cs typeface="Times New Roman"/>
              </a:rPr>
              <a:t>types</a:t>
            </a:r>
            <a:r>
              <a:rPr sz="1200" spc="-5" dirty="0">
                <a:latin typeface="Times New Roman"/>
                <a:cs typeface="Times New Roman"/>
              </a:rPr>
              <a:t> </a:t>
            </a:r>
            <a:r>
              <a:rPr sz="1200" dirty="0">
                <a:latin typeface="Times New Roman"/>
                <a:cs typeface="Times New Roman"/>
              </a:rPr>
              <a:t>implemented</a:t>
            </a:r>
            <a:r>
              <a:rPr sz="1200" spc="-5" dirty="0">
                <a:latin typeface="Times New Roman"/>
                <a:cs typeface="Times New Roman"/>
              </a:rPr>
              <a:t> </a:t>
            </a:r>
            <a:r>
              <a:rPr sz="1200" spc="-25" dirty="0">
                <a:latin typeface="Times New Roman"/>
                <a:cs typeface="Times New Roman"/>
              </a:rPr>
              <a:t>in</a:t>
            </a:r>
            <a:endParaRPr sz="1200" dirty="0">
              <a:latin typeface="Times New Roman"/>
              <a:cs typeface="Times New Roman"/>
            </a:endParaRPr>
          </a:p>
          <a:p>
            <a:pPr marL="12700" marR="10795" algn="just">
              <a:lnSpc>
                <a:spcPct val="143300"/>
              </a:lnSpc>
              <a:spcBef>
                <a:spcPts val="10"/>
              </a:spcBef>
            </a:pPr>
            <a:r>
              <a:rPr sz="1200" dirty="0">
                <a:latin typeface="Times New Roman"/>
                <a:cs typeface="Times New Roman"/>
              </a:rPr>
              <a:t>C</a:t>
            </a:r>
            <a:r>
              <a:rPr sz="1200" spc="10" dirty="0">
                <a:latin typeface="Times New Roman"/>
                <a:cs typeface="Times New Roman"/>
              </a:rPr>
              <a:t> </a:t>
            </a:r>
            <a:r>
              <a:rPr sz="1200" dirty="0">
                <a:latin typeface="Times New Roman"/>
                <a:cs typeface="Times New Roman"/>
              </a:rPr>
              <a:t>or</a:t>
            </a:r>
            <a:r>
              <a:rPr sz="1200" spc="5" dirty="0">
                <a:latin typeface="Times New Roman"/>
                <a:cs typeface="Times New Roman"/>
              </a:rPr>
              <a:t> </a:t>
            </a:r>
            <a:r>
              <a:rPr sz="1200" dirty="0">
                <a:latin typeface="Times New Roman"/>
                <a:cs typeface="Times New Roman"/>
              </a:rPr>
              <a:t>C++</a:t>
            </a:r>
            <a:r>
              <a:rPr sz="1200" spc="5" dirty="0">
                <a:latin typeface="Times New Roman"/>
                <a:cs typeface="Times New Roman"/>
              </a:rPr>
              <a:t> </a:t>
            </a:r>
            <a:r>
              <a:rPr sz="1200" dirty="0">
                <a:latin typeface="Times New Roman"/>
                <a:cs typeface="Times New Roman"/>
              </a:rPr>
              <a:t>(or other</a:t>
            </a:r>
            <a:r>
              <a:rPr sz="1200" spc="5" dirty="0">
                <a:latin typeface="Times New Roman"/>
                <a:cs typeface="Times New Roman"/>
              </a:rPr>
              <a:t> </a:t>
            </a:r>
            <a:r>
              <a:rPr sz="1200" dirty="0">
                <a:latin typeface="Times New Roman"/>
                <a:cs typeface="Times New Roman"/>
              </a:rPr>
              <a:t>languages</a:t>
            </a:r>
            <a:r>
              <a:rPr sz="1200" spc="10" dirty="0">
                <a:latin typeface="Times New Roman"/>
                <a:cs typeface="Times New Roman"/>
              </a:rPr>
              <a:t> </a:t>
            </a:r>
            <a:r>
              <a:rPr sz="1200" dirty="0">
                <a:latin typeface="Times New Roman"/>
                <a:cs typeface="Times New Roman"/>
              </a:rPr>
              <a:t>callable</a:t>
            </a:r>
            <a:r>
              <a:rPr sz="1200" spc="15" dirty="0">
                <a:latin typeface="Times New Roman"/>
                <a:cs typeface="Times New Roman"/>
              </a:rPr>
              <a:t> </a:t>
            </a:r>
            <a:r>
              <a:rPr sz="1200" dirty="0">
                <a:latin typeface="Times New Roman"/>
                <a:cs typeface="Times New Roman"/>
              </a:rPr>
              <a:t>from</a:t>
            </a:r>
            <a:r>
              <a:rPr sz="1200" spc="10" dirty="0">
                <a:latin typeface="Times New Roman"/>
                <a:cs typeface="Times New Roman"/>
              </a:rPr>
              <a:t> </a:t>
            </a:r>
            <a:r>
              <a:rPr sz="1200" dirty="0">
                <a:latin typeface="Times New Roman"/>
                <a:cs typeface="Times New Roman"/>
              </a:rPr>
              <a:t>C).</a:t>
            </a:r>
            <a:r>
              <a:rPr sz="1200" spc="5" dirty="0">
                <a:latin typeface="Times New Roman"/>
                <a:cs typeface="Times New Roman"/>
              </a:rPr>
              <a:t> </a:t>
            </a:r>
            <a:r>
              <a:rPr sz="1200" dirty="0">
                <a:latin typeface="Times New Roman"/>
                <a:cs typeface="Times New Roman"/>
              </a:rPr>
              <a:t>Python</a:t>
            </a:r>
            <a:r>
              <a:rPr sz="1200" spc="1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also</a:t>
            </a:r>
            <a:r>
              <a:rPr sz="1200" spc="10" dirty="0">
                <a:latin typeface="Times New Roman"/>
                <a:cs typeface="Times New Roman"/>
              </a:rPr>
              <a:t> </a:t>
            </a:r>
            <a:r>
              <a:rPr sz="1200" dirty="0">
                <a:latin typeface="Times New Roman"/>
                <a:cs typeface="Times New Roman"/>
              </a:rPr>
              <a:t>suitable</a:t>
            </a:r>
            <a:r>
              <a:rPr sz="1200" spc="5" dirty="0">
                <a:latin typeface="Times New Roman"/>
                <a:cs typeface="Times New Roman"/>
              </a:rPr>
              <a:t> </a:t>
            </a:r>
            <a:r>
              <a:rPr sz="1200" dirty="0">
                <a:latin typeface="Times New Roman"/>
                <a:cs typeface="Times New Roman"/>
              </a:rPr>
              <a:t>as</a:t>
            </a:r>
            <a:r>
              <a:rPr sz="1200" spc="-5" dirty="0">
                <a:latin typeface="Times New Roman"/>
                <a:cs typeface="Times New Roman"/>
              </a:rPr>
              <a:t> </a:t>
            </a:r>
            <a:r>
              <a:rPr sz="1200" dirty="0">
                <a:latin typeface="Times New Roman"/>
                <a:cs typeface="Times New Roman"/>
              </a:rPr>
              <a:t>an</a:t>
            </a:r>
            <a:r>
              <a:rPr sz="1200" spc="10" dirty="0">
                <a:latin typeface="Times New Roman"/>
                <a:cs typeface="Times New Roman"/>
              </a:rPr>
              <a:t> </a:t>
            </a:r>
            <a:r>
              <a:rPr sz="1200" dirty="0">
                <a:latin typeface="Times New Roman"/>
                <a:cs typeface="Times New Roman"/>
              </a:rPr>
              <a:t>extension</a:t>
            </a:r>
            <a:r>
              <a:rPr sz="1200" spc="10" dirty="0">
                <a:latin typeface="Times New Roman"/>
                <a:cs typeface="Times New Roman"/>
              </a:rPr>
              <a:t> </a:t>
            </a:r>
            <a:r>
              <a:rPr sz="1200" dirty="0">
                <a:latin typeface="Times New Roman"/>
                <a:cs typeface="Times New Roman"/>
              </a:rPr>
              <a:t>language</a:t>
            </a:r>
            <a:r>
              <a:rPr sz="1200" spc="15" dirty="0">
                <a:latin typeface="Times New Roman"/>
                <a:cs typeface="Times New Roman"/>
              </a:rPr>
              <a:t> </a:t>
            </a:r>
            <a:r>
              <a:rPr sz="1200" spc="-25" dirty="0">
                <a:latin typeface="Times New Roman"/>
                <a:cs typeface="Times New Roman"/>
              </a:rPr>
              <a:t>for </a:t>
            </a:r>
            <a:r>
              <a:rPr sz="1200" dirty="0">
                <a:latin typeface="Times New Roman"/>
                <a:cs typeface="Times New Roman"/>
              </a:rPr>
              <a:t>customizable</a:t>
            </a:r>
            <a:r>
              <a:rPr sz="1200" spc="-75" dirty="0">
                <a:latin typeface="Times New Roman"/>
                <a:cs typeface="Times New Roman"/>
              </a:rPr>
              <a:t> </a:t>
            </a:r>
            <a:r>
              <a:rPr sz="1200" spc="-10" dirty="0">
                <a:latin typeface="Times New Roman"/>
                <a:cs typeface="Times New Roman"/>
              </a:rPr>
              <a:t>applications.</a:t>
            </a:r>
            <a:endParaRPr sz="1200" dirty="0">
              <a:latin typeface="Times New Roman"/>
              <a:cs typeface="Times New Roman"/>
            </a:endParaRPr>
          </a:p>
          <a:p>
            <a:pPr marL="12700" marR="7620" indent="456565" algn="just">
              <a:lnSpc>
                <a:spcPct val="143800"/>
              </a:lnSpc>
              <a:spcBef>
                <a:spcPts val="5"/>
              </a:spcBef>
            </a:pPr>
            <a:r>
              <a:rPr sz="1200" dirty="0">
                <a:latin typeface="Times New Roman"/>
                <a:cs typeface="Times New Roman"/>
              </a:rPr>
              <a:t>Python</a:t>
            </a:r>
            <a:r>
              <a:rPr sz="1200" spc="-3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high-</a:t>
            </a:r>
            <a:r>
              <a:rPr sz="1200" dirty="0">
                <a:latin typeface="Times New Roman"/>
                <a:cs typeface="Times New Roman"/>
              </a:rPr>
              <a:t>level,</a:t>
            </a:r>
            <a:r>
              <a:rPr sz="1200" spc="-30" dirty="0">
                <a:latin typeface="Times New Roman"/>
                <a:cs typeface="Times New Roman"/>
              </a:rPr>
              <a:t> </a:t>
            </a:r>
            <a:r>
              <a:rPr sz="1200" dirty="0">
                <a:latin typeface="Times New Roman"/>
                <a:cs typeface="Times New Roman"/>
              </a:rPr>
              <a:t>interpreted,</a:t>
            </a:r>
            <a:r>
              <a:rPr sz="1200" spc="-25" dirty="0">
                <a:latin typeface="Times New Roman"/>
                <a:cs typeface="Times New Roman"/>
              </a:rPr>
              <a:t> </a:t>
            </a:r>
            <a:r>
              <a:rPr sz="1200" spc="-10" dirty="0">
                <a:latin typeface="Times New Roman"/>
                <a:cs typeface="Times New Roman"/>
              </a:rPr>
              <a:t>interactive</a:t>
            </a:r>
            <a:r>
              <a:rPr sz="1200" spc="-4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object-</a:t>
            </a:r>
            <a:r>
              <a:rPr sz="1200" dirty="0">
                <a:latin typeface="Times New Roman"/>
                <a:cs typeface="Times New Roman"/>
              </a:rPr>
              <a:t>oriented</a:t>
            </a:r>
            <a:r>
              <a:rPr sz="1200" spc="-25" dirty="0">
                <a:latin typeface="Times New Roman"/>
                <a:cs typeface="Times New Roman"/>
              </a:rPr>
              <a:t> </a:t>
            </a:r>
            <a:r>
              <a:rPr sz="1200" dirty="0">
                <a:latin typeface="Times New Roman"/>
                <a:cs typeface="Times New Roman"/>
              </a:rPr>
              <a:t>scripting</a:t>
            </a:r>
            <a:r>
              <a:rPr sz="1200" spc="-20" dirty="0">
                <a:latin typeface="Times New Roman"/>
                <a:cs typeface="Times New Roman"/>
              </a:rPr>
              <a:t> </a:t>
            </a:r>
            <a:r>
              <a:rPr sz="1200" dirty="0">
                <a:latin typeface="Times New Roman"/>
                <a:cs typeface="Times New Roman"/>
              </a:rPr>
              <a:t>language.</a:t>
            </a:r>
            <a:r>
              <a:rPr sz="1200" spc="-35" dirty="0">
                <a:latin typeface="Times New Roman"/>
                <a:cs typeface="Times New Roman"/>
              </a:rPr>
              <a:t> </a:t>
            </a:r>
            <a:r>
              <a:rPr sz="1200" spc="-10" dirty="0">
                <a:latin typeface="Times New Roman"/>
                <a:cs typeface="Times New Roman"/>
              </a:rPr>
              <a:t>Python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designed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highly</a:t>
            </a:r>
            <a:r>
              <a:rPr sz="1200" spc="-5" dirty="0">
                <a:latin typeface="Times New Roman"/>
                <a:cs typeface="Times New Roman"/>
              </a:rPr>
              <a:t> </a:t>
            </a:r>
            <a:r>
              <a:rPr sz="1200" dirty="0">
                <a:latin typeface="Times New Roman"/>
                <a:cs typeface="Times New Roman"/>
              </a:rPr>
              <a:t>readable.</a:t>
            </a:r>
            <a:r>
              <a:rPr sz="1200" spc="-10"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uses</a:t>
            </a:r>
            <a:r>
              <a:rPr sz="1200" spc="-15" dirty="0">
                <a:latin typeface="Times New Roman"/>
                <a:cs typeface="Times New Roman"/>
              </a:rPr>
              <a:t> </a:t>
            </a:r>
            <a:r>
              <a:rPr sz="1200" dirty="0">
                <a:latin typeface="Times New Roman"/>
                <a:cs typeface="Times New Roman"/>
              </a:rPr>
              <a:t>English</a:t>
            </a:r>
            <a:r>
              <a:rPr sz="1200" spc="-5" dirty="0">
                <a:latin typeface="Times New Roman"/>
                <a:cs typeface="Times New Roman"/>
              </a:rPr>
              <a:t> </a:t>
            </a:r>
            <a:r>
              <a:rPr sz="1200" dirty="0">
                <a:latin typeface="Times New Roman"/>
                <a:cs typeface="Times New Roman"/>
              </a:rPr>
              <a:t>keywords</a:t>
            </a:r>
            <a:r>
              <a:rPr sz="1200" spc="-5" dirty="0">
                <a:latin typeface="Times New Roman"/>
                <a:cs typeface="Times New Roman"/>
              </a:rPr>
              <a:t> </a:t>
            </a:r>
            <a:r>
              <a:rPr sz="1200" dirty="0">
                <a:latin typeface="Times New Roman"/>
                <a:cs typeface="Times New Roman"/>
              </a:rPr>
              <a:t>frequently</a:t>
            </a:r>
            <a:r>
              <a:rPr sz="1200" spc="-10" dirty="0">
                <a:latin typeface="Times New Roman"/>
                <a:cs typeface="Times New Roman"/>
              </a:rPr>
              <a:t> </a:t>
            </a:r>
            <a:r>
              <a:rPr sz="1200" dirty="0">
                <a:latin typeface="Times New Roman"/>
                <a:cs typeface="Times New Roman"/>
              </a:rPr>
              <a:t>where</a:t>
            </a:r>
            <a:r>
              <a:rPr sz="1200" spc="-15" dirty="0">
                <a:latin typeface="Times New Roman"/>
                <a:cs typeface="Times New Roman"/>
              </a:rPr>
              <a:t> </a:t>
            </a:r>
            <a:r>
              <a:rPr sz="1200" dirty="0">
                <a:latin typeface="Times New Roman"/>
                <a:cs typeface="Times New Roman"/>
              </a:rPr>
              <a:t>as</a:t>
            </a:r>
            <a:r>
              <a:rPr sz="1200" spc="-15" dirty="0">
                <a:latin typeface="Times New Roman"/>
                <a:cs typeface="Times New Roman"/>
              </a:rPr>
              <a:t> </a:t>
            </a:r>
            <a:r>
              <a:rPr sz="1200" dirty="0">
                <a:latin typeface="Times New Roman"/>
                <a:cs typeface="Times New Roman"/>
              </a:rPr>
              <a:t>other</a:t>
            </a:r>
            <a:r>
              <a:rPr sz="1200" spc="-10" dirty="0">
                <a:latin typeface="Times New Roman"/>
                <a:cs typeface="Times New Roman"/>
              </a:rPr>
              <a:t> </a:t>
            </a:r>
            <a:r>
              <a:rPr sz="1200" dirty="0">
                <a:latin typeface="Times New Roman"/>
                <a:cs typeface="Times New Roman"/>
              </a:rPr>
              <a:t>languages</a:t>
            </a:r>
            <a:r>
              <a:rPr sz="1200" spc="-15" dirty="0">
                <a:latin typeface="Times New Roman"/>
                <a:cs typeface="Times New Roman"/>
              </a:rPr>
              <a:t> </a:t>
            </a:r>
            <a:r>
              <a:rPr sz="1200" spc="-25" dirty="0">
                <a:latin typeface="Times New Roman"/>
                <a:cs typeface="Times New Roman"/>
              </a:rPr>
              <a:t>use </a:t>
            </a:r>
            <a:r>
              <a:rPr sz="1200" dirty="0">
                <a:latin typeface="Times New Roman"/>
                <a:cs typeface="Times New Roman"/>
              </a:rPr>
              <a:t>punctuation,</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it</a:t>
            </a:r>
            <a:r>
              <a:rPr sz="1200" spc="-35" dirty="0">
                <a:latin typeface="Times New Roman"/>
                <a:cs typeface="Times New Roman"/>
              </a:rPr>
              <a:t> </a:t>
            </a:r>
            <a:r>
              <a:rPr sz="1200" dirty="0">
                <a:latin typeface="Times New Roman"/>
                <a:cs typeface="Times New Roman"/>
              </a:rPr>
              <a:t>has</a:t>
            </a:r>
            <a:r>
              <a:rPr sz="1200" spc="-45" dirty="0">
                <a:latin typeface="Times New Roman"/>
                <a:cs typeface="Times New Roman"/>
              </a:rPr>
              <a:t> </a:t>
            </a:r>
            <a:r>
              <a:rPr sz="1200" dirty="0">
                <a:latin typeface="Times New Roman"/>
                <a:cs typeface="Times New Roman"/>
              </a:rPr>
              <a:t>fewer</a:t>
            </a:r>
            <a:r>
              <a:rPr sz="1200" spc="-35" dirty="0">
                <a:latin typeface="Times New Roman"/>
                <a:cs typeface="Times New Roman"/>
              </a:rPr>
              <a:t> </a:t>
            </a:r>
            <a:r>
              <a:rPr sz="1200" dirty="0">
                <a:latin typeface="Times New Roman"/>
                <a:cs typeface="Times New Roman"/>
              </a:rPr>
              <a:t>syntactical</a:t>
            </a:r>
            <a:r>
              <a:rPr sz="1200" spc="-40" dirty="0">
                <a:latin typeface="Times New Roman"/>
                <a:cs typeface="Times New Roman"/>
              </a:rPr>
              <a:t> </a:t>
            </a:r>
            <a:r>
              <a:rPr sz="1200" dirty="0">
                <a:latin typeface="Times New Roman"/>
                <a:cs typeface="Times New Roman"/>
              </a:rPr>
              <a:t>constructions</a:t>
            </a:r>
            <a:r>
              <a:rPr sz="1200" spc="-40" dirty="0">
                <a:latin typeface="Times New Roman"/>
                <a:cs typeface="Times New Roman"/>
              </a:rPr>
              <a:t> </a:t>
            </a:r>
            <a:r>
              <a:rPr sz="1200" dirty="0">
                <a:latin typeface="Times New Roman"/>
                <a:cs typeface="Times New Roman"/>
              </a:rPr>
              <a:t>than</a:t>
            </a:r>
            <a:r>
              <a:rPr sz="1200" spc="-35" dirty="0">
                <a:latin typeface="Times New Roman"/>
                <a:cs typeface="Times New Roman"/>
              </a:rPr>
              <a:t> </a:t>
            </a:r>
            <a:r>
              <a:rPr sz="1200" dirty="0">
                <a:latin typeface="Times New Roman"/>
                <a:cs typeface="Times New Roman"/>
              </a:rPr>
              <a:t>other</a:t>
            </a:r>
            <a:r>
              <a:rPr sz="1200" spc="-45" dirty="0">
                <a:latin typeface="Times New Roman"/>
                <a:cs typeface="Times New Roman"/>
              </a:rPr>
              <a:t> </a:t>
            </a:r>
            <a:r>
              <a:rPr sz="1200" spc="-10" dirty="0">
                <a:latin typeface="Times New Roman"/>
                <a:cs typeface="Times New Roman"/>
              </a:rPr>
              <a:t>languages.</a:t>
            </a:r>
            <a:endParaRPr sz="1200" dirty="0">
              <a:latin typeface="Times New Roman"/>
              <a:cs typeface="Times New Roman"/>
            </a:endParaRPr>
          </a:p>
          <a:p>
            <a:pPr marL="241300" marR="9525" lvl="3" indent="-228600" algn="just">
              <a:lnSpc>
                <a:spcPct val="143300"/>
              </a:lnSpc>
              <a:spcBef>
                <a:spcPts val="100"/>
              </a:spcBef>
              <a:buFont typeface="Symbol"/>
              <a:buChar char=""/>
              <a:tabLst>
                <a:tab pos="241300" algn="l"/>
              </a:tabLst>
            </a:pPr>
            <a:r>
              <a:rPr sz="1200" b="1" dirty="0">
                <a:latin typeface="Times New Roman"/>
                <a:cs typeface="Times New Roman"/>
              </a:rPr>
              <a:t>Python</a:t>
            </a:r>
            <a:r>
              <a:rPr sz="1200" b="1" spc="55" dirty="0">
                <a:latin typeface="Times New Roman"/>
                <a:cs typeface="Times New Roman"/>
              </a:rPr>
              <a:t> </a:t>
            </a:r>
            <a:r>
              <a:rPr sz="1200" b="1" dirty="0">
                <a:latin typeface="Times New Roman"/>
                <a:cs typeface="Times New Roman"/>
              </a:rPr>
              <a:t>is</a:t>
            </a:r>
            <a:r>
              <a:rPr sz="1200" b="1" spc="55" dirty="0">
                <a:latin typeface="Times New Roman"/>
                <a:cs typeface="Times New Roman"/>
              </a:rPr>
              <a:t> </a:t>
            </a:r>
            <a:r>
              <a:rPr sz="1200" b="1" dirty="0">
                <a:latin typeface="Times New Roman"/>
                <a:cs typeface="Times New Roman"/>
              </a:rPr>
              <a:t>Interpreted</a:t>
            </a:r>
            <a:r>
              <a:rPr sz="1200" b="1" spc="65" dirty="0">
                <a:latin typeface="Times New Roman"/>
                <a:cs typeface="Times New Roman"/>
              </a:rPr>
              <a:t> </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Python</a:t>
            </a:r>
            <a:r>
              <a:rPr sz="1200" spc="5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processed</a:t>
            </a:r>
            <a:r>
              <a:rPr sz="1200" spc="50" dirty="0">
                <a:latin typeface="Times New Roman"/>
                <a:cs typeface="Times New Roman"/>
              </a:rPr>
              <a:t> </a:t>
            </a:r>
            <a:r>
              <a:rPr sz="1200" dirty="0">
                <a:latin typeface="Times New Roman"/>
                <a:cs typeface="Times New Roman"/>
              </a:rPr>
              <a:t>at</a:t>
            </a:r>
            <a:r>
              <a:rPr sz="1200" spc="60" dirty="0">
                <a:latin typeface="Times New Roman"/>
                <a:cs typeface="Times New Roman"/>
              </a:rPr>
              <a:t> </a:t>
            </a:r>
            <a:r>
              <a:rPr sz="1200" dirty="0">
                <a:latin typeface="Times New Roman"/>
                <a:cs typeface="Times New Roman"/>
              </a:rPr>
              <a:t>runtime</a:t>
            </a:r>
            <a:r>
              <a:rPr sz="1200" spc="45" dirty="0">
                <a:latin typeface="Times New Roman"/>
                <a:cs typeface="Times New Roman"/>
              </a:rPr>
              <a:t> </a:t>
            </a:r>
            <a:r>
              <a:rPr sz="1200" dirty="0">
                <a:latin typeface="Times New Roman"/>
                <a:cs typeface="Times New Roman"/>
              </a:rPr>
              <a:t>by</a:t>
            </a:r>
            <a:r>
              <a:rPr sz="1200" spc="5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spc="-10" dirty="0">
                <a:latin typeface="Times New Roman"/>
                <a:cs typeface="Times New Roman"/>
              </a:rPr>
              <a:t>interpreter.</a:t>
            </a:r>
            <a:r>
              <a:rPr sz="1200" spc="-5" dirty="0">
                <a:latin typeface="Times New Roman"/>
                <a:cs typeface="Times New Roman"/>
              </a:rPr>
              <a:t> </a:t>
            </a:r>
            <a:r>
              <a:rPr sz="1200" dirty="0">
                <a:latin typeface="Times New Roman"/>
                <a:cs typeface="Times New Roman"/>
              </a:rPr>
              <a:t>You</a:t>
            </a:r>
            <a:r>
              <a:rPr sz="1200" spc="50" dirty="0">
                <a:latin typeface="Times New Roman"/>
                <a:cs typeface="Times New Roman"/>
              </a:rPr>
              <a:t> </a:t>
            </a:r>
            <a:r>
              <a:rPr sz="1200" dirty="0">
                <a:latin typeface="Times New Roman"/>
                <a:cs typeface="Times New Roman"/>
              </a:rPr>
              <a:t>do</a:t>
            </a:r>
            <a:r>
              <a:rPr sz="1200" spc="55" dirty="0">
                <a:latin typeface="Times New Roman"/>
                <a:cs typeface="Times New Roman"/>
              </a:rPr>
              <a:t> </a:t>
            </a:r>
            <a:r>
              <a:rPr sz="1200" dirty="0">
                <a:latin typeface="Times New Roman"/>
                <a:cs typeface="Times New Roman"/>
              </a:rPr>
              <a:t>not</a:t>
            </a:r>
            <a:r>
              <a:rPr sz="1200" spc="55" dirty="0">
                <a:latin typeface="Times New Roman"/>
                <a:cs typeface="Times New Roman"/>
              </a:rPr>
              <a:t> </a:t>
            </a:r>
            <a:r>
              <a:rPr sz="1200" dirty="0">
                <a:latin typeface="Times New Roman"/>
                <a:cs typeface="Times New Roman"/>
              </a:rPr>
              <a:t>need</a:t>
            </a:r>
            <a:r>
              <a:rPr sz="1200" spc="50" dirty="0">
                <a:latin typeface="Times New Roman"/>
                <a:cs typeface="Times New Roman"/>
              </a:rPr>
              <a:t> </a:t>
            </a:r>
            <a:r>
              <a:rPr sz="1200" spc="-25" dirty="0">
                <a:latin typeface="Times New Roman"/>
                <a:cs typeface="Times New Roman"/>
              </a:rPr>
              <a:t>to </a:t>
            </a:r>
            <a:r>
              <a:rPr sz="1200" dirty="0">
                <a:latin typeface="Times New Roman"/>
                <a:cs typeface="Times New Roman"/>
              </a:rPr>
              <a:t>compile</a:t>
            </a:r>
            <a:r>
              <a:rPr sz="1200" spc="-30" dirty="0">
                <a:latin typeface="Times New Roman"/>
                <a:cs typeface="Times New Roman"/>
              </a:rPr>
              <a:t> </a:t>
            </a:r>
            <a:r>
              <a:rPr sz="1200" dirty="0">
                <a:latin typeface="Times New Roman"/>
                <a:cs typeface="Times New Roman"/>
              </a:rPr>
              <a:t>your</a:t>
            </a:r>
            <a:r>
              <a:rPr sz="1200" spc="-35" dirty="0">
                <a:latin typeface="Times New Roman"/>
                <a:cs typeface="Times New Roman"/>
              </a:rPr>
              <a:t> </a:t>
            </a:r>
            <a:r>
              <a:rPr sz="1200" dirty="0">
                <a:latin typeface="Times New Roman"/>
                <a:cs typeface="Times New Roman"/>
              </a:rPr>
              <a:t>program</a:t>
            </a:r>
            <a:r>
              <a:rPr sz="1200" spc="-25" dirty="0">
                <a:latin typeface="Times New Roman"/>
                <a:cs typeface="Times New Roman"/>
              </a:rPr>
              <a:t> </a:t>
            </a:r>
            <a:r>
              <a:rPr sz="1200" dirty="0">
                <a:latin typeface="Times New Roman"/>
                <a:cs typeface="Times New Roman"/>
              </a:rPr>
              <a:t>before</a:t>
            </a:r>
            <a:r>
              <a:rPr sz="1200" spc="-30" dirty="0">
                <a:latin typeface="Times New Roman"/>
                <a:cs typeface="Times New Roman"/>
              </a:rPr>
              <a:t> </a:t>
            </a:r>
            <a:r>
              <a:rPr sz="1200" dirty="0">
                <a:latin typeface="Times New Roman"/>
                <a:cs typeface="Times New Roman"/>
              </a:rPr>
              <a:t>executing</a:t>
            </a:r>
            <a:r>
              <a:rPr sz="1200" spc="-25" dirty="0">
                <a:latin typeface="Times New Roman"/>
                <a:cs typeface="Times New Roman"/>
              </a:rPr>
              <a:t> </a:t>
            </a:r>
            <a:r>
              <a:rPr sz="1200" dirty="0">
                <a:latin typeface="Times New Roman"/>
                <a:cs typeface="Times New Roman"/>
              </a:rPr>
              <a:t>it.</a:t>
            </a:r>
            <a:r>
              <a:rPr sz="1200" spc="-5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similar</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PERL</a:t>
            </a:r>
            <a:r>
              <a:rPr sz="1200" spc="-7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PHP.</a:t>
            </a:r>
            <a:endParaRPr sz="1200" dirty="0">
              <a:latin typeface="Times New Roman"/>
              <a:cs typeface="Times New Roman"/>
            </a:endParaRPr>
          </a:p>
          <a:p>
            <a:pPr marL="241300" marR="10795" lvl="3" indent="-228600" algn="just">
              <a:lnSpc>
                <a:spcPct val="143300"/>
              </a:lnSpc>
              <a:spcBef>
                <a:spcPts val="95"/>
              </a:spcBef>
              <a:buFont typeface="Symbol"/>
              <a:buChar char=""/>
              <a:tabLst>
                <a:tab pos="241300" algn="l"/>
              </a:tabLst>
            </a:pPr>
            <a:r>
              <a:rPr sz="1200" b="1" dirty="0">
                <a:latin typeface="Times New Roman"/>
                <a:cs typeface="Times New Roman"/>
              </a:rPr>
              <a:t>Python is Intera</a:t>
            </a:r>
            <a:r>
              <a:rPr sz="1200" dirty="0">
                <a:latin typeface="Times New Roman"/>
                <a:cs typeface="Times New Roman"/>
              </a:rPr>
              <a:t>ctive</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you</a:t>
            </a:r>
            <a:r>
              <a:rPr sz="1200" spc="-5" dirty="0">
                <a:latin typeface="Times New Roman"/>
                <a:cs typeface="Times New Roman"/>
              </a:rPr>
              <a:t> </a:t>
            </a:r>
            <a:r>
              <a:rPr sz="1200" dirty="0">
                <a:latin typeface="Times New Roman"/>
                <a:cs typeface="Times New Roman"/>
              </a:rPr>
              <a:t>can actually sit at a</a:t>
            </a:r>
            <a:r>
              <a:rPr sz="1200" spc="-10" dirty="0">
                <a:latin typeface="Times New Roman"/>
                <a:cs typeface="Times New Roman"/>
              </a:rPr>
              <a:t> </a:t>
            </a:r>
            <a:r>
              <a:rPr sz="1200" dirty="0">
                <a:latin typeface="Times New Roman"/>
                <a:cs typeface="Times New Roman"/>
              </a:rPr>
              <a:t>Python prompt</a:t>
            </a:r>
            <a:r>
              <a:rPr sz="1200" spc="-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interact</a:t>
            </a:r>
            <a:r>
              <a:rPr sz="1200" spc="5" dirty="0">
                <a:latin typeface="Times New Roman"/>
                <a:cs typeface="Times New Roman"/>
              </a:rPr>
              <a:t> </a:t>
            </a:r>
            <a:r>
              <a:rPr sz="1200" dirty="0">
                <a:latin typeface="Times New Roman"/>
                <a:cs typeface="Times New Roman"/>
              </a:rPr>
              <a:t>with the</a:t>
            </a:r>
            <a:r>
              <a:rPr sz="1200" spc="-5" dirty="0">
                <a:latin typeface="Times New Roman"/>
                <a:cs typeface="Times New Roman"/>
              </a:rPr>
              <a:t> </a:t>
            </a:r>
            <a:r>
              <a:rPr sz="1200" spc="-10" dirty="0">
                <a:latin typeface="Times New Roman"/>
                <a:cs typeface="Times New Roman"/>
              </a:rPr>
              <a:t>interpreter </a:t>
            </a:r>
            <a:r>
              <a:rPr sz="1200" dirty="0">
                <a:latin typeface="Times New Roman"/>
                <a:cs typeface="Times New Roman"/>
              </a:rPr>
              <a:t>directly</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write</a:t>
            </a:r>
            <a:r>
              <a:rPr sz="1200" spc="-35" dirty="0">
                <a:latin typeface="Times New Roman"/>
                <a:cs typeface="Times New Roman"/>
              </a:rPr>
              <a:t> </a:t>
            </a:r>
            <a:r>
              <a:rPr sz="1200" dirty="0">
                <a:latin typeface="Times New Roman"/>
                <a:cs typeface="Times New Roman"/>
              </a:rPr>
              <a:t>your</a:t>
            </a:r>
            <a:r>
              <a:rPr sz="1200" spc="-30" dirty="0">
                <a:latin typeface="Times New Roman"/>
                <a:cs typeface="Times New Roman"/>
              </a:rPr>
              <a:t> </a:t>
            </a:r>
            <a:r>
              <a:rPr sz="1200" spc="-10" dirty="0">
                <a:latin typeface="Times New Roman"/>
                <a:cs typeface="Times New Roman"/>
              </a:rPr>
              <a:t>programs.</a:t>
            </a:r>
            <a:endParaRPr sz="1200" dirty="0">
              <a:latin typeface="Times New Roman"/>
              <a:cs typeface="Times New Roman"/>
            </a:endParaRPr>
          </a:p>
          <a:p>
            <a:pPr marL="241300" marR="5715" lvl="3" indent="-228600" algn="just">
              <a:lnSpc>
                <a:spcPct val="143300"/>
              </a:lnSpc>
              <a:spcBef>
                <a:spcPts val="100"/>
              </a:spcBef>
              <a:buFont typeface="Symbol"/>
              <a:buChar char=""/>
              <a:tabLst>
                <a:tab pos="241300" algn="l"/>
              </a:tabLst>
            </a:pPr>
            <a:r>
              <a:rPr sz="1200" b="1" dirty="0">
                <a:latin typeface="Times New Roman"/>
                <a:cs typeface="Times New Roman"/>
              </a:rPr>
              <a:t>Python</a:t>
            </a:r>
            <a:r>
              <a:rPr sz="1200" b="1" spc="120" dirty="0">
                <a:latin typeface="Times New Roman"/>
                <a:cs typeface="Times New Roman"/>
              </a:rPr>
              <a:t>  </a:t>
            </a:r>
            <a:r>
              <a:rPr sz="1200" b="1" dirty="0">
                <a:latin typeface="Times New Roman"/>
                <a:cs typeface="Times New Roman"/>
              </a:rPr>
              <a:t>is</a:t>
            </a:r>
            <a:r>
              <a:rPr sz="1200" b="1" spc="114" dirty="0">
                <a:latin typeface="Times New Roman"/>
                <a:cs typeface="Times New Roman"/>
              </a:rPr>
              <a:t>  </a:t>
            </a:r>
            <a:r>
              <a:rPr sz="1200" b="1" spc="-10" dirty="0">
                <a:latin typeface="Times New Roman"/>
                <a:cs typeface="Times New Roman"/>
              </a:rPr>
              <a:t>Object-</a:t>
            </a:r>
            <a:r>
              <a:rPr sz="1200" b="1" dirty="0">
                <a:latin typeface="Times New Roman"/>
                <a:cs typeface="Times New Roman"/>
              </a:rPr>
              <a:t>Oriented</a:t>
            </a:r>
            <a:r>
              <a:rPr sz="1200" b="1" spc="125" dirty="0">
                <a:latin typeface="Times New Roman"/>
                <a:cs typeface="Times New Roman"/>
              </a:rPr>
              <a:t>  </a:t>
            </a:r>
            <a:r>
              <a:rPr sz="1200" dirty="0">
                <a:latin typeface="Times New Roman"/>
                <a:cs typeface="Times New Roman"/>
              </a:rPr>
              <a:t>−</a:t>
            </a:r>
            <a:r>
              <a:rPr sz="1200" spc="120" dirty="0">
                <a:latin typeface="Times New Roman"/>
                <a:cs typeface="Times New Roman"/>
              </a:rPr>
              <a:t>  </a:t>
            </a:r>
            <a:r>
              <a:rPr sz="1200" dirty="0">
                <a:latin typeface="Times New Roman"/>
                <a:cs typeface="Times New Roman"/>
              </a:rPr>
              <a:t>Python</a:t>
            </a:r>
            <a:r>
              <a:rPr sz="1200" spc="125" dirty="0">
                <a:latin typeface="Times New Roman"/>
                <a:cs typeface="Times New Roman"/>
              </a:rPr>
              <a:t>  </a:t>
            </a:r>
            <a:r>
              <a:rPr sz="1200" dirty="0">
                <a:latin typeface="Times New Roman"/>
                <a:cs typeface="Times New Roman"/>
              </a:rPr>
              <a:t>supports</a:t>
            </a:r>
            <a:r>
              <a:rPr sz="1200" spc="120" dirty="0">
                <a:latin typeface="Times New Roman"/>
                <a:cs typeface="Times New Roman"/>
              </a:rPr>
              <a:t>  </a:t>
            </a:r>
            <a:r>
              <a:rPr sz="1200" spc="-10" dirty="0">
                <a:latin typeface="Times New Roman"/>
                <a:cs typeface="Times New Roman"/>
              </a:rPr>
              <a:t>Object-</a:t>
            </a:r>
            <a:r>
              <a:rPr sz="1200" dirty="0">
                <a:latin typeface="Times New Roman"/>
                <a:cs typeface="Times New Roman"/>
              </a:rPr>
              <a:t>Oriented</a:t>
            </a:r>
            <a:r>
              <a:rPr sz="1200" spc="120" dirty="0">
                <a:latin typeface="Times New Roman"/>
                <a:cs typeface="Times New Roman"/>
              </a:rPr>
              <a:t>  </a:t>
            </a:r>
            <a:r>
              <a:rPr sz="1200" dirty="0">
                <a:latin typeface="Times New Roman"/>
                <a:cs typeface="Times New Roman"/>
              </a:rPr>
              <a:t>style</a:t>
            </a:r>
            <a:r>
              <a:rPr sz="1200" spc="120" dirty="0">
                <a:latin typeface="Times New Roman"/>
                <a:cs typeface="Times New Roman"/>
              </a:rPr>
              <a:t>  </a:t>
            </a:r>
            <a:r>
              <a:rPr sz="1200" dirty="0">
                <a:latin typeface="Times New Roman"/>
                <a:cs typeface="Times New Roman"/>
              </a:rPr>
              <a:t>or</a:t>
            </a:r>
            <a:r>
              <a:rPr sz="1200" spc="120" dirty="0">
                <a:latin typeface="Times New Roman"/>
                <a:cs typeface="Times New Roman"/>
              </a:rPr>
              <a:t>  </a:t>
            </a:r>
            <a:r>
              <a:rPr sz="1200" dirty="0">
                <a:latin typeface="Times New Roman"/>
                <a:cs typeface="Times New Roman"/>
              </a:rPr>
              <a:t>technique</a:t>
            </a:r>
            <a:r>
              <a:rPr sz="1200" spc="120" dirty="0">
                <a:latin typeface="Times New Roman"/>
                <a:cs typeface="Times New Roman"/>
              </a:rPr>
              <a:t>  </a:t>
            </a:r>
            <a:r>
              <a:rPr sz="1200" spc="-25" dirty="0">
                <a:latin typeface="Times New Roman"/>
                <a:cs typeface="Times New Roman"/>
              </a:rPr>
              <a:t>of </a:t>
            </a:r>
            <a:r>
              <a:rPr sz="1200" spc="-10" dirty="0">
                <a:latin typeface="Times New Roman"/>
                <a:cs typeface="Times New Roman"/>
              </a:rPr>
              <a:t>programming</a:t>
            </a:r>
            <a:r>
              <a:rPr sz="1200" spc="-25"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dirty="0">
                <a:latin typeface="Times New Roman"/>
                <a:cs typeface="Times New Roman"/>
              </a:rPr>
              <a:t>encapsulates</a:t>
            </a:r>
            <a:r>
              <a:rPr sz="1200" spc="-30"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within</a:t>
            </a:r>
            <a:r>
              <a:rPr sz="1200" spc="-25" dirty="0">
                <a:latin typeface="Times New Roman"/>
                <a:cs typeface="Times New Roman"/>
              </a:rPr>
              <a:t> </a:t>
            </a:r>
            <a:r>
              <a:rPr sz="1200" spc="-10" dirty="0">
                <a:latin typeface="Times New Roman"/>
                <a:cs typeface="Times New Roman"/>
              </a:rPr>
              <a:t>objects.</a:t>
            </a:r>
            <a:endParaRPr sz="1200" dirty="0">
              <a:latin typeface="Times New Roman"/>
              <a:cs typeface="Times New Roman"/>
            </a:endParaRPr>
          </a:p>
          <a:p>
            <a:pPr marL="241300" marR="6985" lvl="3" indent="-228600" algn="just">
              <a:lnSpc>
                <a:spcPct val="143300"/>
              </a:lnSpc>
              <a:spcBef>
                <a:spcPts val="105"/>
              </a:spcBef>
              <a:buFont typeface="Symbol"/>
              <a:buChar char=""/>
              <a:tabLst>
                <a:tab pos="241300" algn="l"/>
              </a:tabLst>
            </a:pPr>
            <a:r>
              <a:rPr sz="1200" b="1" dirty="0">
                <a:latin typeface="Times New Roman"/>
                <a:cs typeface="Times New Roman"/>
              </a:rPr>
              <a:t>Python</a:t>
            </a:r>
            <a:r>
              <a:rPr sz="1200" b="1" spc="365" dirty="0">
                <a:latin typeface="Times New Roman"/>
                <a:cs typeface="Times New Roman"/>
              </a:rPr>
              <a:t> </a:t>
            </a:r>
            <a:r>
              <a:rPr sz="1200" b="1" dirty="0">
                <a:latin typeface="Times New Roman"/>
                <a:cs typeface="Times New Roman"/>
              </a:rPr>
              <a:t>is</a:t>
            </a:r>
            <a:r>
              <a:rPr sz="1200" b="1" spc="365" dirty="0">
                <a:latin typeface="Times New Roman"/>
                <a:cs typeface="Times New Roman"/>
              </a:rPr>
              <a:t> </a:t>
            </a:r>
            <a:r>
              <a:rPr sz="1200" b="1" dirty="0">
                <a:latin typeface="Times New Roman"/>
                <a:cs typeface="Times New Roman"/>
              </a:rPr>
              <a:t>a</a:t>
            </a:r>
            <a:r>
              <a:rPr sz="1200" b="1" spc="365" dirty="0">
                <a:latin typeface="Times New Roman"/>
                <a:cs typeface="Times New Roman"/>
              </a:rPr>
              <a:t> </a:t>
            </a:r>
            <a:r>
              <a:rPr sz="1200" b="1" dirty="0">
                <a:latin typeface="Times New Roman"/>
                <a:cs typeface="Times New Roman"/>
              </a:rPr>
              <a:t>Beginner's</a:t>
            </a:r>
            <a:r>
              <a:rPr sz="1200" b="1" spc="365" dirty="0">
                <a:latin typeface="Times New Roman"/>
                <a:cs typeface="Times New Roman"/>
              </a:rPr>
              <a:t> </a:t>
            </a:r>
            <a:r>
              <a:rPr sz="1200" b="1" dirty="0">
                <a:latin typeface="Times New Roman"/>
                <a:cs typeface="Times New Roman"/>
              </a:rPr>
              <a:t>Language</a:t>
            </a:r>
            <a:r>
              <a:rPr sz="1200" b="1" spc="375" dirty="0">
                <a:latin typeface="Times New Roman"/>
                <a:cs typeface="Times New Roman"/>
              </a:rPr>
              <a:t> </a:t>
            </a:r>
            <a:r>
              <a:rPr sz="1200" dirty="0">
                <a:latin typeface="Times New Roman"/>
                <a:cs typeface="Times New Roman"/>
              </a:rPr>
              <a:t>−</a:t>
            </a:r>
            <a:r>
              <a:rPr sz="1200" spc="360" dirty="0">
                <a:latin typeface="Times New Roman"/>
                <a:cs typeface="Times New Roman"/>
              </a:rPr>
              <a:t> </a:t>
            </a:r>
            <a:r>
              <a:rPr sz="1200" dirty="0">
                <a:latin typeface="Times New Roman"/>
                <a:cs typeface="Times New Roman"/>
              </a:rPr>
              <a:t>Python</a:t>
            </a:r>
            <a:r>
              <a:rPr sz="1200" spc="350" dirty="0">
                <a:latin typeface="Times New Roman"/>
                <a:cs typeface="Times New Roman"/>
              </a:rPr>
              <a:t> </a:t>
            </a:r>
            <a:r>
              <a:rPr sz="1200" dirty="0">
                <a:latin typeface="Times New Roman"/>
                <a:cs typeface="Times New Roman"/>
              </a:rPr>
              <a:t>is</a:t>
            </a:r>
            <a:r>
              <a:rPr sz="1200" spc="370" dirty="0">
                <a:latin typeface="Times New Roman"/>
                <a:cs typeface="Times New Roman"/>
              </a:rPr>
              <a:t> </a:t>
            </a:r>
            <a:r>
              <a:rPr sz="1200" dirty="0">
                <a:latin typeface="Times New Roman"/>
                <a:cs typeface="Times New Roman"/>
              </a:rPr>
              <a:t>a</a:t>
            </a:r>
            <a:r>
              <a:rPr sz="1200" spc="355" dirty="0">
                <a:latin typeface="Times New Roman"/>
                <a:cs typeface="Times New Roman"/>
              </a:rPr>
              <a:t> </a:t>
            </a:r>
            <a:r>
              <a:rPr sz="1200" dirty="0">
                <a:latin typeface="Times New Roman"/>
                <a:cs typeface="Times New Roman"/>
              </a:rPr>
              <a:t>great</a:t>
            </a:r>
            <a:r>
              <a:rPr sz="1200" spc="370" dirty="0">
                <a:latin typeface="Times New Roman"/>
                <a:cs typeface="Times New Roman"/>
              </a:rPr>
              <a:t> </a:t>
            </a:r>
            <a:r>
              <a:rPr sz="1200" dirty="0">
                <a:latin typeface="Times New Roman"/>
                <a:cs typeface="Times New Roman"/>
              </a:rPr>
              <a:t>language</a:t>
            </a:r>
            <a:r>
              <a:rPr sz="1200" spc="355" dirty="0">
                <a:latin typeface="Times New Roman"/>
                <a:cs typeface="Times New Roman"/>
              </a:rPr>
              <a:t> </a:t>
            </a:r>
            <a:r>
              <a:rPr sz="1200" dirty="0">
                <a:latin typeface="Times New Roman"/>
                <a:cs typeface="Times New Roman"/>
              </a:rPr>
              <a:t>for</a:t>
            </a:r>
            <a:r>
              <a:rPr sz="1200" spc="355" dirty="0">
                <a:latin typeface="Times New Roman"/>
                <a:cs typeface="Times New Roman"/>
              </a:rPr>
              <a:t> </a:t>
            </a:r>
            <a:r>
              <a:rPr sz="1200" dirty="0">
                <a:latin typeface="Times New Roman"/>
                <a:cs typeface="Times New Roman"/>
              </a:rPr>
              <a:t>the</a:t>
            </a:r>
            <a:r>
              <a:rPr sz="1200" spc="365" dirty="0">
                <a:latin typeface="Times New Roman"/>
                <a:cs typeface="Times New Roman"/>
              </a:rPr>
              <a:t> </a:t>
            </a:r>
            <a:r>
              <a:rPr sz="1200" spc="-10" dirty="0">
                <a:latin typeface="Times New Roman"/>
                <a:cs typeface="Times New Roman"/>
              </a:rPr>
              <a:t>beginner-level </a:t>
            </a:r>
            <a:r>
              <a:rPr sz="1200" dirty="0">
                <a:latin typeface="Times New Roman"/>
                <a:cs typeface="Times New Roman"/>
              </a:rPr>
              <a:t>programmers</a:t>
            </a:r>
            <a:r>
              <a:rPr sz="1200" spc="120" dirty="0">
                <a:latin typeface="Times New Roman"/>
                <a:cs typeface="Times New Roman"/>
              </a:rPr>
              <a:t> </a:t>
            </a:r>
            <a:r>
              <a:rPr sz="1200" dirty="0">
                <a:latin typeface="Times New Roman"/>
                <a:cs typeface="Times New Roman"/>
              </a:rPr>
              <a:t>and</a:t>
            </a:r>
            <a:r>
              <a:rPr sz="1200" spc="120" dirty="0">
                <a:latin typeface="Times New Roman"/>
                <a:cs typeface="Times New Roman"/>
              </a:rPr>
              <a:t> </a:t>
            </a:r>
            <a:r>
              <a:rPr sz="1200" dirty="0">
                <a:latin typeface="Times New Roman"/>
                <a:cs typeface="Times New Roman"/>
              </a:rPr>
              <a:t>supports</a:t>
            </a:r>
            <a:r>
              <a:rPr sz="1200" spc="120" dirty="0">
                <a:latin typeface="Times New Roman"/>
                <a:cs typeface="Times New Roman"/>
              </a:rPr>
              <a:t> </a:t>
            </a:r>
            <a:r>
              <a:rPr sz="1200" dirty="0">
                <a:latin typeface="Times New Roman"/>
                <a:cs typeface="Times New Roman"/>
              </a:rPr>
              <a:t>the</a:t>
            </a:r>
            <a:r>
              <a:rPr sz="1200" spc="120" dirty="0">
                <a:latin typeface="Times New Roman"/>
                <a:cs typeface="Times New Roman"/>
              </a:rPr>
              <a:t> </a:t>
            </a:r>
            <a:r>
              <a:rPr sz="1200" dirty="0">
                <a:latin typeface="Times New Roman"/>
                <a:cs typeface="Times New Roman"/>
              </a:rPr>
              <a:t>development</a:t>
            </a:r>
            <a:r>
              <a:rPr sz="1200" spc="125" dirty="0">
                <a:latin typeface="Times New Roman"/>
                <a:cs typeface="Times New Roman"/>
              </a:rPr>
              <a:t> </a:t>
            </a:r>
            <a:r>
              <a:rPr sz="1200" dirty="0">
                <a:latin typeface="Times New Roman"/>
                <a:cs typeface="Times New Roman"/>
              </a:rPr>
              <a:t>of</a:t>
            </a:r>
            <a:r>
              <a:rPr sz="1200" spc="120" dirty="0">
                <a:latin typeface="Times New Roman"/>
                <a:cs typeface="Times New Roman"/>
              </a:rPr>
              <a:t> </a:t>
            </a:r>
            <a:r>
              <a:rPr sz="1200" dirty="0">
                <a:latin typeface="Times New Roman"/>
                <a:cs typeface="Times New Roman"/>
              </a:rPr>
              <a:t>a</a:t>
            </a:r>
            <a:r>
              <a:rPr sz="1200" spc="120" dirty="0">
                <a:latin typeface="Times New Roman"/>
                <a:cs typeface="Times New Roman"/>
              </a:rPr>
              <a:t> </a:t>
            </a:r>
            <a:r>
              <a:rPr sz="1200" dirty="0">
                <a:latin typeface="Times New Roman"/>
                <a:cs typeface="Times New Roman"/>
              </a:rPr>
              <a:t>wide</a:t>
            </a:r>
            <a:r>
              <a:rPr sz="1200" spc="120" dirty="0">
                <a:latin typeface="Times New Roman"/>
                <a:cs typeface="Times New Roman"/>
              </a:rPr>
              <a:t> </a:t>
            </a:r>
            <a:r>
              <a:rPr sz="1200" dirty="0">
                <a:latin typeface="Times New Roman"/>
                <a:cs typeface="Times New Roman"/>
              </a:rPr>
              <a:t>range</a:t>
            </a:r>
            <a:r>
              <a:rPr sz="1200" spc="120" dirty="0">
                <a:latin typeface="Times New Roman"/>
                <a:cs typeface="Times New Roman"/>
              </a:rPr>
              <a:t> </a:t>
            </a:r>
            <a:r>
              <a:rPr sz="1200" dirty="0">
                <a:latin typeface="Times New Roman"/>
                <a:cs typeface="Times New Roman"/>
              </a:rPr>
              <a:t>of</a:t>
            </a:r>
            <a:r>
              <a:rPr sz="1200" spc="120" dirty="0">
                <a:latin typeface="Times New Roman"/>
                <a:cs typeface="Times New Roman"/>
              </a:rPr>
              <a:t> </a:t>
            </a:r>
            <a:r>
              <a:rPr sz="1200" dirty="0">
                <a:latin typeface="Times New Roman"/>
                <a:cs typeface="Times New Roman"/>
              </a:rPr>
              <a:t>applications</a:t>
            </a:r>
            <a:r>
              <a:rPr sz="1200" spc="125" dirty="0">
                <a:latin typeface="Times New Roman"/>
                <a:cs typeface="Times New Roman"/>
              </a:rPr>
              <a:t> </a:t>
            </a:r>
            <a:r>
              <a:rPr sz="1200" dirty="0">
                <a:latin typeface="Times New Roman"/>
                <a:cs typeface="Times New Roman"/>
              </a:rPr>
              <a:t>from</a:t>
            </a:r>
            <a:r>
              <a:rPr sz="1200" spc="125" dirty="0">
                <a:latin typeface="Times New Roman"/>
                <a:cs typeface="Times New Roman"/>
              </a:rPr>
              <a:t> </a:t>
            </a:r>
            <a:r>
              <a:rPr sz="1200" dirty="0">
                <a:latin typeface="Times New Roman"/>
                <a:cs typeface="Times New Roman"/>
              </a:rPr>
              <a:t>simple</a:t>
            </a:r>
            <a:r>
              <a:rPr sz="1200" spc="120" dirty="0">
                <a:latin typeface="Times New Roman"/>
                <a:cs typeface="Times New Roman"/>
              </a:rPr>
              <a:t> </a:t>
            </a:r>
            <a:r>
              <a:rPr sz="1200" spc="-20" dirty="0">
                <a:latin typeface="Times New Roman"/>
                <a:cs typeface="Times New Roman"/>
              </a:rPr>
              <a:t>text </a:t>
            </a:r>
            <a:r>
              <a:rPr sz="1200" dirty="0">
                <a:latin typeface="Times New Roman"/>
                <a:cs typeface="Times New Roman"/>
              </a:rPr>
              <a:t>processing</a:t>
            </a:r>
            <a:r>
              <a:rPr sz="1200" spc="-30"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dirty="0">
                <a:latin typeface="Times New Roman"/>
                <a:cs typeface="Times New Roman"/>
              </a:rPr>
              <a:t>WWW</a:t>
            </a:r>
            <a:r>
              <a:rPr sz="1200" spc="-45" dirty="0">
                <a:latin typeface="Times New Roman"/>
                <a:cs typeface="Times New Roman"/>
              </a:rPr>
              <a:t> </a:t>
            </a:r>
            <a:r>
              <a:rPr sz="1200" dirty="0">
                <a:latin typeface="Times New Roman"/>
                <a:cs typeface="Times New Roman"/>
              </a:rPr>
              <a:t>browsers</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games.</a:t>
            </a:r>
            <a:endParaRPr sz="1200" dirty="0">
              <a:latin typeface="Times New Roman"/>
              <a:cs typeface="Times New Roman"/>
            </a:endParaRPr>
          </a:p>
          <a:p>
            <a:pPr>
              <a:lnSpc>
                <a:spcPct val="100000"/>
              </a:lnSpc>
              <a:spcBef>
                <a:spcPts val="440"/>
              </a:spcBef>
            </a:pPr>
            <a:endParaRPr sz="1200" dirty="0">
              <a:latin typeface="Times New Roman"/>
              <a:cs typeface="Times New Roman"/>
            </a:endParaRPr>
          </a:p>
          <a:p>
            <a:pPr marL="12700" algn="just">
              <a:lnSpc>
                <a:spcPct val="100000"/>
              </a:lnSpc>
            </a:pPr>
            <a:r>
              <a:rPr sz="1600" b="1" dirty="0">
                <a:latin typeface="Times New Roman"/>
                <a:cs typeface="Times New Roman"/>
              </a:rPr>
              <a:t>6.1.2</a:t>
            </a:r>
            <a:r>
              <a:rPr sz="1600" b="1" spc="-10" dirty="0">
                <a:latin typeface="Times New Roman"/>
                <a:cs typeface="Times New Roman"/>
              </a:rPr>
              <a:t> Features:</a:t>
            </a:r>
            <a:endParaRPr sz="1600" dirty="0">
              <a:latin typeface="Times New Roman"/>
              <a:cs typeface="Times New Roman"/>
            </a:endParaRPr>
          </a:p>
          <a:p>
            <a:pPr marL="476884">
              <a:lnSpc>
                <a:spcPct val="100000"/>
              </a:lnSpc>
              <a:spcBef>
                <a:spcPts val="1545"/>
              </a:spcBef>
            </a:pPr>
            <a:r>
              <a:rPr sz="1200" dirty="0">
                <a:latin typeface="Times New Roman"/>
                <a:cs typeface="Times New Roman"/>
              </a:rPr>
              <a:t>Python's</a:t>
            </a:r>
            <a:r>
              <a:rPr sz="1200" spc="-55" dirty="0">
                <a:latin typeface="Times New Roman"/>
                <a:cs typeface="Times New Roman"/>
              </a:rPr>
              <a:t> </a:t>
            </a:r>
            <a:r>
              <a:rPr sz="1200" dirty="0">
                <a:latin typeface="Times New Roman"/>
                <a:cs typeface="Times New Roman"/>
              </a:rPr>
              <a:t>features</a:t>
            </a:r>
            <a:r>
              <a:rPr sz="1200" spc="-30" dirty="0">
                <a:latin typeface="Times New Roman"/>
                <a:cs typeface="Times New Roman"/>
              </a:rPr>
              <a:t> </a:t>
            </a:r>
            <a:r>
              <a:rPr sz="1200" dirty="0">
                <a:latin typeface="Times New Roman"/>
                <a:cs typeface="Times New Roman"/>
              </a:rPr>
              <a:t>include</a:t>
            </a:r>
            <a:r>
              <a:rPr sz="1200" spc="-25" dirty="0">
                <a:latin typeface="Times New Roman"/>
                <a:cs typeface="Times New Roman"/>
              </a:rPr>
              <a:t> </a:t>
            </a:r>
            <a:r>
              <a:rPr sz="1200" dirty="0">
                <a:latin typeface="Times New Roman"/>
                <a:cs typeface="Times New Roman"/>
              </a:rPr>
              <a:t>–</a:t>
            </a:r>
            <a:r>
              <a:rPr sz="1200" spc="-75"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spc="-10" dirty="0">
                <a:latin typeface="Times New Roman"/>
                <a:cs typeface="Times New Roman"/>
              </a:rPr>
              <a:t>these.</a:t>
            </a:r>
            <a:endParaRPr sz="1200" dirty="0">
              <a:latin typeface="Times New Roman"/>
              <a:cs typeface="Times New Roman"/>
            </a:endParaRPr>
          </a:p>
          <a:p>
            <a:pPr marL="241300" marR="11430" indent="-228600">
              <a:lnSpc>
                <a:spcPct val="143300"/>
              </a:lnSpc>
              <a:spcBef>
                <a:spcPts val="900"/>
              </a:spcBef>
              <a:buFont typeface="Symbol"/>
              <a:buChar char=""/>
              <a:tabLst>
                <a:tab pos="241300" algn="l"/>
              </a:tabLst>
            </a:pPr>
            <a:r>
              <a:rPr sz="1200" b="1" spc="-10" dirty="0">
                <a:latin typeface="Times New Roman"/>
                <a:cs typeface="Times New Roman"/>
              </a:rPr>
              <a:t>Easy-to-</a:t>
            </a:r>
            <a:r>
              <a:rPr sz="1200" b="1" dirty="0">
                <a:latin typeface="Times New Roman"/>
                <a:cs typeface="Times New Roman"/>
              </a:rPr>
              <a:t>learn</a:t>
            </a:r>
            <a:r>
              <a:rPr sz="1200" b="1" spc="40" dirty="0">
                <a:latin typeface="Times New Roman"/>
                <a:cs typeface="Times New Roman"/>
              </a:rPr>
              <a:t> </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Python</a:t>
            </a:r>
            <a:r>
              <a:rPr sz="1200" spc="40"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few</a:t>
            </a:r>
            <a:r>
              <a:rPr sz="1200" spc="35" dirty="0">
                <a:latin typeface="Times New Roman"/>
                <a:cs typeface="Times New Roman"/>
              </a:rPr>
              <a:t> </a:t>
            </a:r>
            <a:r>
              <a:rPr sz="1200" dirty="0">
                <a:latin typeface="Times New Roman"/>
                <a:cs typeface="Times New Roman"/>
              </a:rPr>
              <a:t>keywords,</a:t>
            </a:r>
            <a:r>
              <a:rPr sz="1200" spc="35" dirty="0">
                <a:latin typeface="Times New Roman"/>
                <a:cs typeface="Times New Roman"/>
              </a:rPr>
              <a:t> </a:t>
            </a:r>
            <a:r>
              <a:rPr sz="1200" dirty="0">
                <a:latin typeface="Times New Roman"/>
                <a:cs typeface="Times New Roman"/>
              </a:rPr>
              <a:t>simple</a:t>
            </a:r>
            <a:r>
              <a:rPr sz="1200" spc="35" dirty="0">
                <a:latin typeface="Times New Roman"/>
                <a:cs typeface="Times New Roman"/>
              </a:rPr>
              <a:t> </a:t>
            </a:r>
            <a:r>
              <a:rPr sz="1200" dirty="0">
                <a:latin typeface="Times New Roman"/>
                <a:cs typeface="Times New Roman"/>
              </a:rPr>
              <a:t>structure,</a:t>
            </a:r>
            <a:r>
              <a:rPr sz="1200" spc="3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clearly</a:t>
            </a:r>
            <a:r>
              <a:rPr sz="1200" spc="35" dirty="0">
                <a:latin typeface="Times New Roman"/>
                <a:cs typeface="Times New Roman"/>
              </a:rPr>
              <a:t> </a:t>
            </a:r>
            <a:r>
              <a:rPr sz="1200" dirty="0">
                <a:latin typeface="Times New Roman"/>
                <a:cs typeface="Times New Roman"/>
              </a:rPr>
              <a:t>defined</a:t>
            </a:r>
            <a:r>
              <a:rPr sz="1200" spc="35" dirty="0">
                <a:latin typeface="Times New Roman"/>
                <a:cs typeface="Times New Roman"/>
              </a:rPr>
              <a:t> </a:t>
            </a:r>
            <a:r>
              <a:rPr sz="1200" dirty="0">
                <a:latin typeface="Times New Roman"/>
                <a:cs typeface="Times New Roman"/>
              </a:rPr>
              <a:t>syntax. </a:t>
            </a:r>
            <a:r>
              <a:rPr sz="1200" spc="-20" dirty="0">
                <a:latin typeface="Times New Roman"/>
                <a:cs typeface="Times New Roman"/>
              </a:rPr>
              <a:t>This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student</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pick</a:t>
            </a:r>
            <a:r>
              <a:rPr sz="1200" spc="-25" dirty="0">
                <a:latin typeface="Times New Roman"/>
                <a:cs typeface="Times New Roman"/>
              </a:rPr>
              <a:t> </a:t>
            </a:r>
            <a:r>
              <a:rPr sz="1200" dirty="0">
                <a:latin typeface="Times New Roman"/>
                <a:cs typeface="Times New Roman"/>
              </a:rPr>
              <a:t>up</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language</a:t>
            </a:r>
            <a:r>
              <a:rPr sz="1200" spc="-25" dirty="0">
                <a:latin typeface="Times New Roman"/>
                <a:cs typeface="Times New Roman"/>
              </a:rPr>
              <a:t> </a:t>
            </a:r>
            <a:r>
              <a:rPr sz="1200" spc="-10" dirty="0">
                <a:latin typeface="Times New Roman"/>
                <a:cs typeface="Times New Roman"/>
              </a:rPr>
              <a:t>quickly.</a:t>
            </a:r>
            <a:endParaRPr sz="1200" dirty="0">
              <a:latin typeface="Times New Roman"/>
              <a:cs typeface="Times New Roman"/>
            </a:endParaRPr>
          </a:p>
          <a:p>
            <a:pPr marL="240665" indent="-227965">
              <a:lnSpc>
                <a:spcPct val="100000"/>
              </a:lnSpc>
              <a:spcBef>
                <a:spcPts val="720"/>
              </a:spcBef>
              <a:buFont typeface="Symbol"/>
              <a:buChar char=""/>
              <a:tabLst>
                <a:tab pos="240665" algn="l"/>
              </a:tabLst>
            </a:pPr>
            <a:r>
              <a:rPr sz="1200" b="1" spc="-10" dirty="0">
                <a:latin typeface="Times New Roman"/>
                <a:cs typeface="Times New Roman"/>
              </a:rPr>
              <a:t>Easy-to-</a:t>
            </a:r>
            <a:r>
              <a:rPr sz="1200" b="1" dirty="0">
                <a:latin typeface="Times New Roman"/>
                <a:cs typeface="Times New Roman"/>
              </a:rPr>
              <a:t>read</a:t>
            </a:r>
            <a:r>
              <a:rPr sz="1200" b="1"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Python</a:t>
            </a:r>
            <a:r>
              <a:rPr sz="1200" spc="-20"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dirty="0">
                <a:latin typeface="Times New Roman"/>
                <a:cs typeface="Times New Roman"/>
              </a:rPr>
              <a:t>clearly</a:t>
            </a:r>
            <a:r>
              <a:rPr sz="1200" spc="-15" dirty="0">
                <a:latin typeface="Times New Roman"/>
                <a:cs typeface="Times New Roman"/>
              </a:rPr>
              <a:t> </a:t>
            </a:r>
            <a:r>
              <a:rPr sz="1200" dirty="0">
                <a:latin typeface="Times New Roman"/>
                <a:cs typeface="Times New Roman"/>
              </a:rPr>
              <a:t>defined</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visible</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eyes.</a:t>
            </a:r>
            <a:endParaRPr sz="1200" dirty="0">
              <a:latin typeface="Times New Roman"/>
              <a:cs typeface="Times New Roman"/>
            </a:endParaRPr>
          </a:p>
          <a:p>
            <a:pPr marR="173990" algn="ctr">
              <a:lnSpc>
                <a:spcPct val="100000"/>
              </a:lnSpc>
            </a:pPr>
            <a:endParaRPr lang="en-US" sz="1200" dirty="0">
              <a:latin typeface="Times New Roman"/>
              <a:cs typeface="Times New Roman"/>
            </a:endParaRPr>
          </a:p>
          <a:p>
            <a:pPr marR="173990" algn="ctr">
              <a:lnSpc>
                <a:spcPct val="100000"/>
              </a:lnSpc>
            </a:pPr>
            <a:endParaRPr lang="en-US" sz="1200" dirty="0">
              <a:latin typeface="Times New Roman"/>
              <a:cs typeface="Times New Roman"/>
            </a:endParaRPr>
          </a:p>
          <a:p>
            <a:pPr marR="173990" algn="ctr">
              <a:lnSpc>
                <a:spcPct val="100000"/>
              </a:lnSpc>
            </a:pPr>
            <a:r>
              <a:rPr lang="en-US" sz="1200" spc="-25" dirty="0">
                <a:latin typeface="Times New Roman"/>
                <a:cs typeface="Times New Roman"/>
              </a:rPr>
              <a:t>21</a:t>
            </a:r>
            <a:endParaRPr sz="1200" dirty="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3" name="object 3"/>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4" name="object 4"/>
          <p:cNvSpPr txBox="1"/>
          <p:nvPr/>
        </p:nvSpPr>
        <p:spPr>
          <a:xfrm>
            <a:off x="886764" y="528065"/>
            <a:ext cx="6149975" cy="8989695"/>
          </a:xfrm>
          <a:prstGeom prst="rect">
            <a:avLst/>
          </a:prstGeom>
        </p:spPr>
        <p:txBody>
          <a:bodyPr vert="horz" wrap="square" lIns="0" tIns="108585" rIns="0" bIns="0" rtlCol="0">
            <a:spAutoFit/>
          </a:bodyPr>
          <a:lstStyle/>
          <a:p>
            <a:pPr marL="50800" algn="just">
              <a:lnSpc>
                <a:spcPct val="100000"/>
              </a:lnSpc>
              <a:spcBef>
                <a:spcPts val="855"/>
              </a:spcBef>
              <a:tabLst>
                <a:tab pos="5168900"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a:t>
            </a:r>
            <a:r>
              <a:rPr sz="1200" spc="-10" dirty="0">
                <a:latin typeface="Times New Roman"/>
                <a:cs typeface="Times New Roman"/>
              </a:rPr>
              <a:t>Implementation</a:t>
            </a:r>
            <a:endParaRPr sz="1200" dirty="0">
              <a:latin typeface="Times New Roman"/>
              <a:cs typeface="Times New Roman"/>
            </a:endParaRPr>
          </a:p>
          <a:p>
            <a:pPr marL="240665" indent="-227965">
              <a:lnSpc>
                <a:spcPct val="100000"/>
              </a:lnSpc>
              <a:spcBef>
                <a:spcPts val="760"/>
              </a:spcBef>
              <a:buFont typeface="Symbol"/>
              <a:buChar char=""/>
              <a:tabLst>
                <a:tab pos="240665" algn="l"/>
              </a:tabLst>
            </a:pPr>
            <a:r>
              <a:rPr sz="1200" b="1" spc="-10" dirty="0">
                <a:latin typeface="Times New Roman"/>
                <a:cs typeface="Times New Roman"/>
              </a:rPr>
              <a:t>Easy-to-</a:t>
            </a:r>
            <a:r>
              <a:rPr sz="1200" b="1" dirty="0">
                <a:latin typeface="Times New Roman"/>
                <a:cs typeface="Times New Roman"/>
              </a:rPr>
              <a:t>maintain</a:t>
            </a:r>
            <a:r>
              <a:rPr sz="1200" b="1" spc="-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Python's</a:t>
            </a:r>
            <a:r>
              <a:rPr sz="1200" spc="-5" dirty="0">
                <a:latin typeface="Times New Roman"/>
                <a:cs typeface="Times New Roman"/>
              </a:rPr>
              <a:t> </a:t>
            </a:r>
            <a:r>
              <a:rPr sz="1200" dirty="0">
                <a:latin typeface="Times New Roman"/>
                <a:cs typeface="Times New Roman"/>
              </a:rPr>
              <a:t>source</a:t>
            </a:r>
            <a:r>
              <a:rPr sz="1200" spc="-10" dirty="0">
                <a:latin typeface="Times New Roman"/>
                <a:cs typeface="Times New Roman"/>
              </a:rPr>
              <a:t> </a:t>
            </a:r>
            <a:r>
              <a:rPr sz="1200" dirty="0">
                <a:latin typeface="Times New Roman"/>
                <a:cs typeface="Times New Roman"/>
              </a:rPr>
              <a:t>code</a:t>
            </a:r>
            <a:r>
              <a:rPr sz="1200" spc="-1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fairly</a:t>
            </a:r>
            <a:r>
              <a:rPr sz="1200" spc="-5" dirty="0">
                <a:latin typeface="Times New Roman"/>
                <a:cs typeface="Times New Roman"/>
              </a:rPr>
              <a:t> </a:t>
            </a:r>
            <a:r>
              <a:rPr sz="1200" spc="-10" dirty="0">
                <a:latin typeface="Times New Roman"/>
                <a:cs typeface="Times New Roman"/>
              </a:rPr>
              <a:t>easy-to-maintain.</a:t>
            </a:r>
            <a:endParaRPr sz="1200" dirty="0">
              <a:latin typeface="Times New Roman"/>
              <a:cs typeface="Times New Roman"/>
            </a:endParaRPr>
          </a:p>
          <a:p>
            <a:pPr marL="241300" marR="8255" indent="-228600">
              <a:lnSpc>
                <a:spcPct val="142500"/>
              </a:lnSpc>
              <a:spcBef>
                <a:spcPts val="105"/>
              </a:spcBef>
              <a:buFont typeface="Symbol"/>
              <a:buChar char=""/>
              <a:tabLst>
                <a:tab pos="241300" algn="l"/>
              </a:tabLst>
            </a:pPr>
            <a:r>
              <a:rPr sz="1200" b="1" dirty="0">
                <a:latin typeface="Times New Roman"/>
                <a:cs typeface="Times New Roman"/>
              </a:rPr>
              <a:t>A</a:t>
            </a:r>
            <a:r>
              <a:rPr sz="1200" b="1" spc="20" dirty="0">
                <a:latin typeface="Times New Roman"/>
                <a:cs typeface="Times New Roman"/>
              </a:rPr>
              <a:t> </a:t>
            </a:r>
            <a:r>
              <a:rPr sz="1200" b="1" dirty="0">
                <a:latin typeface="Times New Roman"/>
                <a:cs typeface="Times New Roman"/>
              </a:rPr>
              <a:t>broad</a:t>
            </a:r>
            <a:r>
              <a:rPr sz="1200" b="1" spc="90" dirty="0">
                <a:latin typeface="Times New Roman"/>
                <a:cs typeface="Times New Roman"/>
              </a:rPr>
              <a:t> </a:t>
            </a:r>
            <a:r>
              <a:rPr sz="1200" b="1" dirty="0">
                <a:latin typeface="Times New Roman"/>
                <a:cs typeface="Times New Roman"/>
              </a:rPr>
              <a:t>standard</a:t>
            </a:r>
            <a:r>
              <a:rPr sz="1200" b="1" spc="90" dirty="0">
                <a:latin typeface="Times New Roman"/>
                <a:cs typeface="Times New Roman"/>
              </a:rPr>
              <a:t> </a:t>
            </a:r>
            <a:r>
              <a:rPr sz="1200" b="1" dirty="0">
                <a:latin typeface="Times New Roman"/>
                <a:cs typeface="Times New Roman"/>
              </a:rPr>
              <a:t>library</a:t>
            </a:r>
            <a:r>
              <a:rPr sz="1200" b="1" spc="95" dirty="0">
                <a:latin typeface="Times New Roman"/>
                <a:cs typeface="Times New Roman"/>
              </a:rPr>
              <a:t> </a:t>
            </a:r>
            <a:r>
              <a:rPr sz="1200" dirty="0">
                <a:latin typeface="Times New Roman"/>
                <a:cs typeface="Times New Roman"/>
              </a:rPr>
              <a:t>−</a:t>
            </a:r>
            <a:r>
              <a:rPr sz="1200" spc="90" dirty="0">
                <a:latin typeface="Times New Roman"/>
                <a:cs typeface="Times New Roman"/>
              </a:rPr>
              <a:t> </a:t>
            </a:r>
            <a:r>
              <a:rPr sz="1200" dirty="0">
                <a:latin typeface="Times New Roman"/>
                <a:cs typeface="Times New Roman"/>
              </a:rPr>
              <a:t>Python's</a:t>
            </a:r>
            <a:r>
              <a:rPr sz="1200" spc="85" dirty="0">
                <a:latin typeface="Times New Roman"/>
                <a:cs typeface="Times New Roman"/>
              </a:rPr>
              <a:t> </a:t>
            </a:r>
            <a:r>
              <a:rPr sz="1200" dirty="0">
                <a:latin typeface="Times New Roman"/>
                <a:cs typeface="Times New Roman"/>
              </a:rPr>
              <a:t>bulk</a:t>
            </a:r>
            <a:r>
              <a:rPr sz="1200" spc="85" dirty="0">
                <a:latin typeface="Times New Roman"/>
                <a:cs typeface="Times New Roman"/>
              </a:rPr>
              <a:t> </a:t>
            </a:r>
            <a:r>
              <a:rPr sz="1200" dirty="0">
                <a:latin typeface="Times New Roman"/>
                <a:cs typeface="Times New Roman"/>
              </a:rPr>
              <a:t>of</a:t>
            </a:r>
            <a:r>
              <a:rPr sz="1200" spc="80"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library</a:t>
            </a:r>
            <a:r>
              <a:rPr sz="1200" spc="90" dirty="0">
                <a:latin typeface="Times New Roman"/>
                <a:cs typeface="Times New Roman"/>
              </a:rPr>
              <a:t> </a:t>
            </a:r>
            <a:r>
              <a:rPr sz="1200" dirty="0">
                <a:latin typeface="Times New Roman"/>
                <a:cs typeface="Times New Roman"/>
              </a:rPr>
              <a:t>is</a:t>
            </a:r>
            <a:r>
              <a:rPr sz="1200" spc="90" dirty="0">
                <a:latin typeface="Times New Roman"/>
                <a:cs typeface="Times New Roman"/>
              </a:rPr>
              <a:t> </a:t>
            </a:r>
            <a:r>
              <a:rPr sz="1200" dirty="0">
                <a:latin typeface="Times New Roman"/>
                <a:cs typeface="Times New Roman"/>
              </a:rPr>
              <a:t>very</a:t>
            </a:r>
            <a:r>
              <a:rPr sz="1200" spc="75" dirty="0">
                <a:latin typeface="Times New Roman"/>
                <a:cs typeface="Times New Roman"/>
              </a:rPr>
              <a:t> </a:t>
            </a:r>
            <a:r>
              <a:rPr sz="1200" dirty="0">
                <a:latin typeface="Times New Roman"/>
                <a:cs typeface="Times New Roman"/>
              </a:rPr>
              <a:t>portable</a:t>
            </a:r>
            <a:r>
              <a:rPr sz="1200" spc="90" dirty="0">
                <a:latin typeface="Times New Roman"/>
                <a:cs typeface="Times New Roman"/>
              </a:rPr>
              <a:t> </a:t>
            </a:r>
            <a:r>
              <a:rPr sz="1200" dirty="0">
                <a:latin typeface="Times New Roman"/>
                <a:cs typeface="Times New Roman"/>
              </a:rPr>
              <a:t>and</a:t>
            </a:r>
            <a:r>
              <a:rPr sz="1200" spc="95" dirty="0">
                <a:latin typeface="Times New Roman"/>
                <a:cs typeface="Times New Roman"/>
              </a:rPr>
              <a:t> </a:t>
            </a:r>
            <a:r>
              <a:rPr sz="1200" dirty="0">
                <a:latin typeface="Times New Roman"/>
                <a:cs typeface="Times New Roman"/>
              </a:rPr>
              <a:t>cross-</a:t>
            </a:r>
            <a:r>
              <a:rPr sz="1200" spc="80" dirty="0">
                <a:latin typeface="Times New Roman"/>
                <a:cs typeface="Times New Roman"/>
              </a:rPr>
              <a:t> </a:t>
            </a:r>
            <a:r>
              <a:rPr sz="1200" spc="-10" dirty="0">
                <a:latin typeface="Times New Roman"/>
                <a:cs typeface="Times New Roman"/>
              </a:rPr>
              <a:t>platform </a:t>
            </a:r>
            <a:r>
              <a:rPr sz="1200" dirty="0">
                <a:latin typeface="Times New Roman"/>
                <a:cs typeface="Times New Roman"/>
              </a:rPr>
              <a:t>compatible</a:t>
            </a:r>
            <a:r>
              <a:rPr sz="1200" spc="-40" dirty="0">
                <a:latin typeface="Times New Roman"/>
                <a:cs typeface="Times New Roman"/>
              </a:rPr>
              <a:t>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UNIX,</a:t>
            </a:r>
            <a:r>
              <a:rPr sz="1200" spc="-45" dirty="0">
                <a:latin typeface="Times New Roman"/>
                <a:cs typeface="Times New Roman"/>
              </a:rPr>
              <a:t> </a:t>
            </a:r>
            <a:r>
              <a:rPr sz="1200" dirty="0">
                <a:latin typeface="Times New Roman"/>
                <a:cs typeface="Times New Roman"/>
              </a:rPr>
              <a:t>Windows,</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Macintosh.</a:t>
            </a:r>
            <a:endParaRPr sz="1200" dirty="0">
              <a:latin typeface="Times New Roman"/>
              <a:cs typeface="Times New Roman"/>
            </a:endParaRPr>
          </a:p>
          <a:p>
            <a:pPr marL="241300" marR="11430" indent="-228600">
              <a:lnSpc>
                <a:spcPct val="142500"/>
              </a:lnSpc>
              <a:spcBef>
                <a:spcPts val="120"/>
              </a:spcBef>
              <a:buFont typeface="Symbol"/>
              <a:buChar char=""/>
              <a:tabLst>
                <a:tab pos="241300" algn="l"/>
              </a:tabLst>
            </a:pPr>
            <a:r>
              <a:rPr sz="1200" b="1" dirty="0">
                <a:latin typeface="Times New Roman"/>
                <a:cs typeface="Times New Roman"/>
              </a:rPr>
              <a:t>Interactive</a:t>
            </a:r>
            <a:r>
              <a:rPr sz="1200" b="1" spc="-20" dirty="0">
                <a:latin typeface="Times New Roman"/>
                <a:cs typeface="Times New Roman"/>
              </a:rPr>
              <a:t> </a:t>
            </a:r>
            <a:r>
              <a:rPr sz="1200" b="1" dirty="0">
                <a:latin typeface="Times New Roman"/>
                <a:cs typeface="Times New Roman"/>
              </a:rPr>
              <a:t>Mode</a:t>
            </a:r>
            <a:r>
              <a:rPr sz="1200" b="1" spc="-1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Python</a:t>
            </a:r>
            <a:r>
              <a:rPr sz="1200" spc="-15" dirty="0">
                <a:latin typeface="Times New Roman"/>
                <a:cs typeface="Times New Roman"/>
              </a:rPr>
              <a:t> </a:t>
            </a:r>
            <a:r>
              <a:rPr sz="1200" dirty="0">
                <a:latin typeface="Times New Roman"/>
                <a:cs typeface="Times New Roman"/>
              </a:rPr>
              <a:t>has</a:t>
            </a:r>
            <a:r>
              <a:rPr sz="1200" spc="-1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an</a:t>
            </a:r>
            <a:r>
              <a:rPr sz="1200" spc="-15" dirty="0">
                <a:latin typeface="Times New Roman"/>
                <a:cs typeface="Times New Roman"/>
              </a:rPr>
              <a:t> </a:t>
            </a:r>
            <a:r>
              <a:rPr sz="1200" spc="-10" dirty="0">
                <a:latin typeface="Times New Roman"/>
                <a:cs typeface="Times New Roman"/>
              </a:rPr>
              <a:t>interactive</a:t>
            </a:r>
            <a:r>
              <a:rPr sz="1200" spc="-15" dirty="0">
                <a:latin typeface="Times New Roman"/>
                <a:cs typeface="Times New Roman"/>
              </a:rPr>
              <a:t> </a:t>
            </a:r>
            <a:r>
              <a:rPr sz="1200" dirty="0">
                <a:latin typeface="Times New Roman"/>
                <a:cs typeface="Times New Roman"/>
              </a:rPr>
              <a:t>mode</a:t>
            </a:r>
            <a:r>
              <a:rPr sz="1200" spc="-20" dirty="0">
                <a:latin typeface="Times New Roman"/>
                <a:cs typeface="Times New Roman"/>
              </a:rPr>
              <a:t> </a:t>
            </a:r>
            <a:r>
              <a:rPr sz="1200" dirty="0">
                <a:latin typeface="Times New Roman"/>
                <a:cs typeface="Times New Roman"/>
              </a:rPr>
              <a:t>which</a:t>
            </a:r>
            <a:r>
              <a:rPr sz="1200" spc="-10" dirty="0">
                <a:latin typeface="Times New Roman"/>
                <a:cs typeface="Times New Roman"/>
              </a:rPr>
              <a:t> </a:t>
            </a:r>
            <a:r>
              <a:rPr sz="1200" dirty="0">
                <a:latin typeface="Times New Roman"/>
                <a:cs typeface="Times New Roman"/>
              </a:rPr>
              <a:t>allows</a:t>
            </a:r>
            <a:r>
              <a:rPr sz="1200" spc="-20" dirty="0">
                <a:latin typeface="Times New Roman"/>
                <a:cs typeface="Times New Roman"/>
              </a:rPr>
              <a:t> </a:t>
            </a:r>
            <a:r>
              <a:rPr sz="1200" dirty="0">
                <a:latin typeface="Times New Roman"/>
                <a:cs typeface="Times New Roman"/>
              </a:rPr>
              <a:t>interactive</a:t>
            </a:r>
            <a:r>
              <a:rPr sz="1200" spc="-15" dirty="0">
                <a:latin typeface="Times New Roman"/>
                <a:cs typeface="Times New Roman"/>
              </a:rPr>
              <a:t> </a:t>
            </a:r>
            <a:r>
              <a:rPr sz="1200" spc="-10" dirty="0">
                <a:latin typeface="Times New Roman"/>
                <a:cs typeface="Times New Roman"/>
              </a:rPr>
              <a:t>testing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debugging</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snippets</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20" dirty="0">
                <a:latin typeface="Times New Roman"/>
                <a:cs typeface="Times New Roman"/>
              </a:rPr>
              <a:t>code.</a:t>
            </a:r>
            <a:endParaRPr sz="1200" dirty="0">
              <a:latin typeface="Times New Roman"/>
              <a:cs typeface="Times New Roman"/>
            </a:endParaRPr>
          </a:p>
          <a:p>
            <a:pPr marL="241300" marR="11430" indent="-228600">
              <a:lnSpc>
                <a:spcPct val="143300"/>
              </a:lnSpc>
              <a:spcBef>
                <a:spcPts val="110"/>
              </a:spcBef>
              <a:buFont typeface="Symbol"/>
              <a:buChar char=""/>
              <a:tabLst>
                <a:tab pos="241300" algn="l"/>
              </a:tabLst>
            </a:pPr>
            <a:r>
              <a:rPr sz="1200" b="1" dirty="0">
                <a:latin typeface="Times New Roman"/>
                <a:cs typeface="Times New Roman"/>
              </a:rPr>
              <a:t>Portable</a:t>
            </a:r>
            <a:r>
              <a:rPr sz="1200" b="1" spc="30" dirty="0">
                <a:latin typeface="Times New Roman"/>
                <a:cs typeface="Times New Roman"/>
              </a:rPr>
              <a:t> </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Python</a:t>
            </a:r>
            <a:r>
              <a:rPr sz="1200" spc="4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run</a:t>
            </a:r>
            <a:r>
              <a:rPr sz="1200" spc="35" dirty="0">
                <a:latin typeface="Times New Roman"/>
                <a:cs typeface="Times New Roman"/>
              </a:rPr>
              <a:t>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wide</a:t>
            </a:r>
            <a:r>
              <a:rPr sz="1200" spc="30" dirty="0">
                <a:latin typeface="Times New Roman"/>
                <a:cs typeface="Times New Roman"/>
              </a:rPr>
              <a:t> </a:t>
            </a:r>
            <a:r>
              <a:rPr sz="1200" dirty="0">
                <a:latin typeface="Times New Roman"/>
                <a:cs typeface="Times New Roman"/>
              </a:rPr>
              <a:t>variety</a:t>
            </a:r>
            <a:r>
              <a:rPr sz="1200" spc="4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hardware</a:t>
            </a:r>
            <a:r>
              <a:rPr sz="1200" spc="30" dirty="0">
                <a:latin typeface="Times New Roman"/>
                <a:cs typeface="Times New Roman"/>
              </a:rPr>
              <a:t> </a:t>
            </a:r>
            <a:r>
              <a:rPr sz="1200" dirty="0">
                <a:latin typeface="Times New Roman"/>
                <a:cs typeface="Times New Roman"/>
              </a:rPr>
              <a:t>platforms</a:t>
            </a:r>
            <a:r>
              <a:rPr sz="1200" spc="3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same</a:t>
            </a:r>
            <a:r>
              <a:rPr sz="1200" spc="35" dirty="0">
                <a:latin typeface="Times New Roman"/>
                <a:cs typeface="Times New Roman"/>
              </a:rPr>
              <a:t> </a:t>
            </a:r>
            <a:r>
              <a:rPr sz="1200" spc="-10" dirty="0">
                <a:latin typeface="Times New Roman"/>
                <a:cs typeface="Times New Roman"/>
              </a:rPr>
              <a:t>interface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all</a:t>
            </a:r>
            <a:r>
              <a:rPr sz="1200" spc="-10" dirty="0">
                <a:latin typeface="Times New Roman"/>
                <a:cs typeface="Times New Roman"/>
              </a:rPr>
              <a:t> platforms.</a:t>
            </a:r>
            <a:endParaRPr sz="1200" dirty="0">
              <a:latin typeface="Times New Roman"/>
              <a:cs typeface="Times New Roman"/>
            </a:endParaRPr>
          </a:p>
          <a:p>
            <a:pPr marL="241300" marR="11430" indent="-228600">
              <a:lnSpc>
                <a:spcPct val="143300"/>
              </a:lnSpc>
              <a:spcBef>
                <a:spcPts val="95"/>
              </a:spcBef>
              <a:buFont typeface="Symbol"/>
              <a:buChar char=""/>
              <a:tabLst>
                <a:tab pos="241300" algn="l"/>
              </a:tabLst>
            </a:pPr>
            <a:r>
              <a:rPr sz="1200" b="1" dirty="0">
                <a:latin typeface="Times New Roman"/>
                <a:cs typeface="Times New Roman"/>
              </a:rPr>
              <a:t>Extendable</a:t>
            </a:r>
            <a:r>
              <a:rPr sz="1200" b="1" spc="65"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you</a:t>
            </a:r>
            <a:r>
              <a:rPr sz="1200" spc="60" dirty="0">
                <a:latin typeface="Times New Roman"/>
                <a:cs typeface="Times New Roman"/>
              </a:rPr>
              <a:t> </a:t>
            </a:r>
            <a:r>
              <a:rPr sz="1200" dirty="0">
                <a:latin typeface="Times New Roman"/>
                <a:cs typeface="Times New Roman"/>
              </a:rPr>
              <a:t>can</a:t>
            </a:r>
            <a:r>
              <a:rPr sz="1200" spc="70" dirty="0">
                <a:latin typeface="Times New Roman"/>
                <a:cs typeface="Times New Roman"/>
              </a:rPr>
              <a:t> </a:t>
            </a:r>
            <a:r>
              <a:rPr sz="1200" dirty="0">
                <a:latin typeface="Times New Roman"/>
                <a:cs typeface="Times New Roman"/>
              </a:rPr>
              <a:t>add</a:t>
            </a:r>
            <a:r>
              <a:rPr sz="1200" spc="60" dirty="0">
                <a:latin typeface="Times New Roman"/>
                <a:cs typeface="Times New Roman"/>
              </a:rPr>
              <a:t> </a:t>
            </a:r>
            <a:r>
              <a:rPr sz="1200" spc="-10" dirty="0">
                <a:latin typeface="Times New Roman"/>
                <a:cs typeface="Times New Roman"/>
              </a:rPr>
              <a:t>low-</a:t>
            </a:r>
            <a:r>
              <a:rPr sz="1200" dirty="0">
                <a:latin typeface="Times New Roman"/>
                <a:cs typeface="Times New Roman"/>
              </a:rPr>
              <a:t>level</a:t>
            </a:r>
            <a:r>
              <a:rPr sz="1200" spc="70" dirty="0">
                <a:latin typeface="Times New Roman"/>
                <a:cs typeface="Times New Roman"/>
              </a:rPr>
              <a:t> </a:t>
            </a:r>
            <a:r>
              <a:rPr sz="1200" dirty="0">
                <a:latin typeface="Times New Roman"/>
                <a:cs typeface="Times New Roman"/>
              </a:rPr>
              <a:t>modules</a:t>
            </a:r>
            <a:r>
              <a:rPr sz="1200" spc="70" dirty="0">
                <a:latin typeface="Times New Roman"/>
                <a:cs typeface="Times New Roman"/>
              </a:rPr>
              <a:t> </a:t>
            </a:r>
            <a:r>
              <a:rPr sz="1200" dirty="0">
                <a:latin typeface="Times New Roman"/>
                <a:cs typeface="Times New Roman"/>
              </a:rPr>
              <a:t>to</a:t>
            </a:r>
            <a:r>
              <a:rPr sz="1200" spc="65"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Python</a:t>
            </a:r>
            <a:r>
              <a:rPr sz="1200" spc="65" dirty="0">
                <a:latin typeface="Times New Roman"/>
                <a:cs typeface="Times New Roman"/>
              </a:rPr>
              <a:t> </a:t>
            </a:r>
            <a:r>
              <a:rPr sz="1200" spc="-10" dirty="0">
                <a:latin typeface="Times New Roman"/>
                <a:cs typeface="Times New Roman"/>
              </a:rPr>
              <a:t>interpreter.</a:t>
            </a:r>
            <a:r>
              <a:rPr sz="1200" spc="55" dirty="0">
                <a:latin typeface="Times New Roman"/>
                <a:cs typeface="Times New Roman"/>
              </a:rPr>
              <a:t> </a:t>
            </a:r>
            <a:r>
              <a:rPr sz="1200" dirty="0">
                <a:latin typeface="Times New Roman"/>
                <a:cs typeface="Times New Roman"/>
              </a:rPr>
              <a:t>These</a:t>
            </a:r>
            <a:r>
              <a:rPr sz="1200" spc="55" dirty="0">
                <a:latin typeface="Times New Roman"/>
                <a:cs typeface="Times New Roman"/>
              </a:rPr>
              <a:t> </a:t>
            </a:r>
            <a:r>
              <a:rPr sz="1200" dirty="0">
                <a:latin typeface="Times New Roman"/>
                <a:cs typeface="Times New Roman"/>
              </a:rPr>
              <a:t>modules</a:t>
            </a:r>
            <a:r>
              <a:rPr sz="1200" spc="75" dirty="0">
                <a:latin typeface="Times New Roman"/>
                <a:cs typeface="Times New Roman"/>
              </a:rPr>
              <a:t> </a:t>
            </a:r>
            <a:r>
              <a:rPr sz="1200" spc="-10" dirty="0">
                <a:latin typeface="Times New Roman"/>
                <a:cs typeface="Times New Roman"/>
              </a:rPr>
              <a:t>enable programmers</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add</a:t>
            </a:r>
            <a:r>
              <a:rPr sz="1200" spc="-1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or</a:t>
            </a:r>
            <a:r>
              <a:rPr sz="1200" spc="-5" dirty="0">
                <a:latin typeface="Times New Roman"/>
                <a:cs typeface="Times New Roman"/>
              </a:rPr>
              <a:t> </a:t>
            </a:r>
            <a:r>
              <a:rPr sz="1200" dirty="0">
                <a:latin typeface="Times New Roman"/>
                <a:cs typeface="Times New Roman"/>
              </a:rPr>
              <a:t>customize</a:t>
            </a:r>
            <a:r>
              <a:rPr sz="1200" spc="-25" dirty="0">
                <a:latin typeface="Times New Roman"/>
                <a:cs typeface="Times New Roman"/>
              </a:rPr>
              <a:t> </a:t>
            </a:r>
            <a:r>
              <a:rPr sz="1200" dirty="0">
                <a:latin typeface="Times New Roman"/>
                <a:cs typeface="Times New Roman"/>
              </a:rPr>
              <a:t>their</a:t>
            </a:r>
            <a:r>
              <a:rPr sz="1200" spc="-15" dirty="0">
                <a:latin typeface="Times New Roman"/>
                <a:cs typeface="Times New Roman"/>
              </a:rPr>
              <a:t> </a:t>
            </a:r>
            <a:r>
              <a:rPr sz="1200" dirty="0">
                <a:latin typeface="Times New Roman"/>
                <a:cs typeface="Times New Roman"/>
              </a:rPr>
              <a:t>tools</a:t>
            </a:r>
            <a:r>
              <a:rPr sz="1200" spc="-2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more</a:t>
            </a:r>
            <a:r>
              <a:rPr sz="1200" spc="-20" dirty="0">
                <a:latin typeface="Times New Roman"/>
                <a:cs typeface="Times New Roman"/>
              </a:rPr>
              <a:t> </a:t>
            </a:r>
            <a:r>
              <a:rPr sz="1200" spc="-10" dirty="0">
                <a:latin typeface="Times New Roman"/>
                <a:cs typeface="Times New Roman"/>
              </a:rPr>
              <a:t>efficient.</a:t>
            </a:r>
            <a:endParaRPr sz="1200" dirty="0">
              <a:latin typeface="Times New Roman"/>
              <a:cs typeface="Times New Roman"/>
            </a:endParaRPr>
          </a:p>
          <a:p>
            <a:pPr marL="240665" indent="-227965">
              <a:lnSpc>
                <a:spcPct val="100000"/>
              </a:lnSpc>
              <a:spcBef>
                <a:spcPts val="725"/>
              </a:spcBef>
              <a:buFont typeface="Symbol"/>
              <a:buChar char=""/>
              <a:tabLst>
                <a:tab pos="240665" algn="l"/>
              </a:tabLst>
            </a:pPr>
            <a:r>
              <a:rPr sz="1200" b="1" dirty="0">
                <a:latin typeface="Times New Roman"/>
                <a:cs typeface="Times New Roman"/>
              </a:rPr>
              <a:t>Databases</a:t>
            </a:r>
            <a:r>
              <a:rPr sz="1200" b="1" spc="-30" dirty="0">
                <a:latin typeface="Times New Roman"/>
                <a:cs typeface="Times New Roman"/>
              </a:rPr>
              <a:t> </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Python</a:t>
            </a:r>
            <a:r>
              <a:rPr sz="1200" spc="-25"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interfaces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all</a:t>
            </a:r>
            <a:r>
              <a:rPr sz="1200" spc="-30" dirty="0">
                <a:latin typeface="Times New Roman"/>
                <a:cs typeface="Times New Roman"/>
              </a:rPr>
              <a:t> </a:t>
            </a:r>
            <a:r>
              <a:rPr sz="1200" dirty="0">
                <a:latin typeface="Times New Roman"/>
                <a:cs typeface="Times New Roman"/>
              </a:rPr>
              <a:t>major</a:t>
            </a:r>
            <a:r>
              <a:rPr sz="1200" spc="-25" dirty="0">
                <a:latin typeface="Times New Roman"/>
                <a:cs typeface="Times New Roman"/>
              </a:rPr>
              <a:t> </a:t>
            </a:r>
            <a:r>
              <a:rPr sz="1200" spc="-10" dirty="0">
                <a:latin typeface="Times New Roman"/>
                <a:cs typeface="Times New Roman"/>
              </a:rPr>
              <a:t>commercial</a:t>
            </a:r>
            <a:r>
              <a:rPr sz="1200" spc="-25" dirty="0">
                <a:latin typeface="Times New Roman"/>
                <a:cs typeface="Times New Roman"/>
              </a:rPr>
              <a:t> </a:t>
            </a:r>
            <a:r>
              <a:rPr sz="1200" spc="-10" dirty="0">
                <a:latin typeface="Times New Roman"/>
                <a:cs typeface="Times New Roman"/>
              </a:rPr>
              <a:t>databases.</a:t>
            </a:r>
            <a:endParaRPr sz="1200" dirty="0">
              <a:latin typeface="Times New Roman"/>
              <a:cs typeface="Times New Roman"/>
            </a:endParaRPr>
          </a:p>
          <a:p>
            <a:pPr marL="241300" marR="9525" indent="-228600" algn="just">
              <a:lnSpc>
                <a:spcPct val="143300"/>
              </a:lnSpc>
              <a:spcBef>
                <a:spcPts val="95"/>
              </a:spcBef>
              <a:buFont typeface="Symbol"/>
              <a:buChar char=""/>
              <a:tabLst>
                <a:tab pos="241300" algn="l"/>
              </a:tabLst>
            </a:pPr>
            <a:r>
              <a:rPr sz="1200" b="1" dirty="0">
                <a:latin typeface="Times New Roman"/>
                <a:cs typeface="Times New Roman"/>
              </a:rPr>
              <a:t>GUI</a:t>
            </a:r>
            <a:r>
              <a:rPr sz="1200" b="1" spc="-10" dirty="0">
                <a:latin typeface="Times New Roman"/>
                <a:cs typeface="Times New Roman"/>
              </a:rPr>
              <a:t> Programming</a:t>
            </a:r>
            <a:r>
              <a:rPr sz="1200" b="1" spc="-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Python</a:t>
            </a:r>
            <a:r>
              <a:rPr sz="1200" spc="-5" dirty="0">
                <a:latin typeface="Times New Roman"/>
                <a:cs typeface="Times New Roman"/>
              </a:rPr>
              <a:t> </a:t>
            </a:r>
            <a:r>
              <a:rPr sz="1200" dirty="0">
                <a:latin typeface="Times New Roman"/>
                <a:cs typeface="Times New Roman"/>
              </a:rPr>
              <a:t>supports</a:t>
            </a:r>
            <a:r>
              <a:rPr sz="1200" spc="-10" dirty="0">
                <a:latin typeface="Times New Roman"/>
                <a:cs typeface="Times New Roman"/>
              </a:rPr>
              <a:t> </a:t>
            </a:r>
            <a:r>
              <a:rPr sz="1200" dirty="0">
                <a:latin typeface="Times New Roman"/>
                <a:cs typeface="Times New Roman"/>
              </a:rPr>
              <a:t>GUI</a:t>
            </a:r>
            <a:r>
              <a:rPr sz="1200" spc="-5" dirty="0">
                <a:latin typeface="Times New Roman"/>
                <a:cs typeface="Times New Roman"/>
              </a:rPr>
              <a:t> </a:t>
            </a:r>
            <a:r>
              <a:rPr sz="1200" dirty="0">
                <a:latin typeface="Times New Roman"/>
                <a:cs typeface="Times New Roman"/>
              </a:rPr>
              <a:t>applications</a:t>
            </a:r>
            <a:r>
              <a:rPr sz="1200" spc="-10"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dirty="0">
                <a:latin typeface="Times New Roman"/>
                <a:cs typeface="Times New Roman"/>
              </a:rPr>
              <a:t>be</a:t>
            </a:r>
            <a:r>
              <a:rPr sz="1200" spc="-5" dirty="0">
                <a:latin typeface="Times New Roman"/>
                <a:cs typeface="Times New Roman"/>
              </a:rPr>
              <a:t> </a:t>
            </a:r>
            <a:r>
              <a:rPr sz="1200" dirty="0">
                <a:latin typeface="Times New Roman"/>
                <a:cs typeface="Times New Roman"/>
              </a:rPr>
              <a:t>created</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ported</a:t>
            </a:r>
            <a:r>
              <a:rPr sz="1200" spc="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20" dirty="0">
                <a:latin typeface="Times New Roman"/>
                <a:cs typeface="Times New Roman"/>
              </a:rPr>
              <a:t>many </a:t>
            </a:r>
            <a:r>
              <a:rPr sz="1200" dirty="0">
                <a:latin typeface="Times New Roman"/>
                <a:cs typeface="Times New Roman"/>
              </a:rPr>
              <a:t>system</a:t>
            </a:r>
            <a:r>
              <a:rPr sz="1200" spc="175" dirty="0">
                <a:latin typeface="Times New Roman"/>
                <a:cs typeface="Times New Roman"/>
              </a:rPr>
              <a:t> </a:t>
            </a:r>
            <a:r>
              <a:rPr sz="1200" dirty="0">
                <a:latin typeface="Times New Roman"/>
                <a:cs typeface="Times New Roman"/>
              </a:rPr>
              <a:t>calls,</a:t>
            </a:r>
            <a:r>
              <a:rPr sz="1200" spc="170" dirty="0">
                <a:latin typeface="Times New Roman"/>
                <a:cs typeface="Times New Roman"/>
              </a:rPr>
              <a:t> </a:t>
            </a:r>
            <a:r>
              <a:rPr sz="1200" dirty="0">
                <a:latin typeface="Times New Roman"/>
                <a:cs typeface="Times New Roman"/>
              </a:rPr>
              <a:t>libraries</a:t>
            </a:r>
            <a:r>
              <a:rPr sz="1200" spc="170" dirty="0">
                <a:latin typeface="Times New Roman"/>
                <a:cs typeface="Times New Roman"/>
              </a:rPr>
              <a:t> </a:t>
            </a:r>
            <a:r>
              <a:rPr sz="1200" dirty="0">
                <a:latin typeface="Times New Roman"/>
                <a:cs typeface="Times New Roman"/>
              </a:rPr>
              <a:t>and</a:t>
            </a:r>
            <a:r>
              <a:rPr sz="1200" spc="175" dirty="0">
                <a:latin typeface="Times New Roman"/>
                <a:cs typeface="Times New Roman"/>
              </a:rPr>
              <a:t> </a:t>
            </a:r>
            <a:r>
              <a:rPr sz="1200" dirty="0">
                <a:latin typeface="Times New Roman"/>
                <a:cs typeface="Times New Roman"/>
              </a:rPr>
              <a:t>windows</a:t>
            </a:r>
            <a:r>
              <a:rPr sz="1200" spc="170" dirty="0">
                <a:latin typeface="Times New Roman"/>
                <a:cs typeface="Times New Roman"/>
              </a:rPr>
              <a:t> </a:t>
            </a:r>
            <a:r>
              <a:rPr sz="1200" dirty="0">
                <a:latin typeface="Times New Roman"/>
                <a:cs typeface="Times New Roman"/>
              </a:rPr>
              <a:t>systems,</a:t>
            </a:r>
            <a:r>
              <a:rPr sz="1200" spc="160" dirty="0">
                <a:latin typeface="Times New Roman"/>
                <a:cs typeface="Times New Roman"/>
              </a:rPr>
              <a:t> </a:t>
            </a:r>
            <a:r>
              <a:rPr sz="1200" dirty="0">
                <a:latin typeface="Times New Roman"/>
                <a:cs typeface="Times New Roman"/>
              </a:rPr>
              <a:t>such</a:t>
            </a:r>
            <a:r>
              <a:rPr sz="1200" spc="175" dirty="0">
                <a:latin typeface="Times New Roman"/>
                <a:cs typeface="Times New Roman"/>
              </a:rPr>
              <a:t> </a:t>
            </a:r>
            <a:r>
              <a:rPr sz="1200" dirty="0">
                <a:latin typeface="Times New Roman"/>
                <a:cs typeface="Times New Roman"/>
              </a:rPr>
              <a:t>as</a:t>
            </a:r>
            <a:r>
              <a:rPr sz="1200" spc="135" dirty="0">
                <a:latin typeface="Times New Roman"/>
                <a:cs typeface="Times New Roman"/>
              </a:rPr>
              <a:t> </a:t>
            </a:r>
            <a:r>
              <a:rPr sz="1200" dirty="0">
                <a:latin typeface="Times New Roman"/>
                <a:cs typeface="Times New Roman"/>
              </a:rPr>
              <a:t>Windows</a:t>
            </a:r>
            <a:r>
              <a:rPr sz="1200" spc="175" dirty="0">
                <a:latin typeface="Times New Roman"/>
                <a:cs typeface="Times New Roman"/>
              </a:rPr>
              <a:t> </a:t>
            </a:r>
            <a:r>
              <a:rPr sz="1200" dirty="0">
                <a:latin typeface="Times New Roman"/>
                <a:cs typeface="Times New Roman"/>
              </a:rPr>
              <a:t>MFC,</a:t>
            </a:r>
            <a:r>
              <a:rPr sz="1200" spc="160" dirty="0">
                <a:latin typeface="Times New Roman"/>
                <a:cs typeface="Times New Roman"/>
              </a:rPr>
              <a:t> </a:t>
            </a:r>
            <a:r>
              <a:rPr sz="1200" dirty="0">
                <a:latin typeface="Times New Roman"/>
                <a:cs typeface="Times New Roman"/>
              </a:rPr>
              <a:t>Macintosh,</a:t>
            </a:r>
            <a:r>
              <a:rPr sz="1200" spc="170" dirty="0">
                <a:latin typeface="Times New Roman"/>
                <a:cs typeface="Times New Roman"/>
              </a:rPr>
              <a:t> </a:t>
            </a:r>
            <a:r>
              <a:rPr sz="1200" dirty="0">
                <a:latin typeface="Times New Roman"/>
                <a:cs typeface="Times New Roman"/>
              </a:rPr>
              <a:t>and</a:t>
            </a:r>
            <a:r>
              <a:rPr sz="1200" spc="175" dirty="0">
                <a:latin typeface="Times New Roman"/>
                <a:cs typeface="Times New Roman"/>
              </a:rPr>
              <a:t> </a:t>
            </a:r>
            <a:r>
              <a:rPr sz="1200" dirty="0">
                <a:latin typeface="Times New Roman"/>
                <a:cs typeface="Times New Roman"/>
              </a:rPr>
              <a:t>the</a:t>
            </a:r>
            <a:r>
              <a:rPr sz="1200" spc="170" dirty="0">
                <a:latin typeface="Times New Roman"/>
                <a:cs typeface="Times New Roman"/>
              </a:rPr>
              <a:t> </a:t>
            </a:r>
            <a:r>
              <a:rPr sz="1200" spc="-50" dirty="0">
                <a:latin typeface="Times New Roman"/>
                <a:cs typeface="Times New Roman"/>
              </a:rPr>
              <a:t>X </a:t>
            </a:r>
            <a:r>
              <a:rPr sz="1200" spc="-10" dirty="0">
                <a:latin typeface="Times New Roman"/>
                <a:cs typeface="Times New Roman"/>
              </a:rPr>
              <a:t>Window</a:t>
            </a:r>
            <a:r>
              <a:rPr sz="1200" spc="-2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Unix.</a:t>
            </a:r>
            <a:endParaRPr sz="1200" dirty="0">
              <a:latin typeface="Times New Roman"/>
              <a:cs typeface="Times New Roman"/>
            </a:endParaRPr>
          </a:p>
          <a:p>
            <a:pPr marL="240665" indent="-227965" algn="just">
              <a:lnSpc>
                <a:spcPct val="100000"/>
              </a:lnSpc>
              <a:spcBef>
                <a:spcPts val="735"/>
              </a:spcBef>
              <a:buFont typeface="Symbol"/>
              <a:buChar char=""/>
              <a:tabLst>
                <a:tab pos="240665" algn="l"/>
              </a:tabLst>
            </a:pPr>
            <a:r>
              <a:rPr sz="1200" b="1" dirty="0">
                <a:latin typeface="Times New Roman"/>
                <a:cs typeface="Times New Roman"/>
              </a:rPr>
              <a:t>Scalable</a:t>
            </a:r>
            <a:r>
              <a:rPr sz="1200" b="1" spc="-45" dirty="0">
                <a:latin typeface="Times New Roman"/>
                <a:cs typeface="Times New Roman"/>
              </a:rPr>
              <a:t> </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Python</a:t>
            </a:r>
            <a:r>
              <a:rPr sz="1200" spc="-50" dirty="0">
                <a:latin typeface="Times New Roman"/>
                <a:cs typeface="Times New Roman"/>
              </a:rPr>
              <a:t> </a:t>
            </a:r>
            <a:r>
              <a:rPr sz="1200" dirty="0">
                <a:latin typeface="Times New Roman"/>
                <a:cs typeface="Times New Roman"/>
              </a:rPr>
              <a:t>provides</a:t>
            </a:r>
            <a:r>
              <a:rPr sz="1200" spc="-4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better</a:t>
            </a:r>
            <a:r>
              <a:rPr sz="1200" spc="-45" dirty="0">
                <a:latin typeface="Times New Roman"/>
                <a:cs typeface="Times New Roman"/>
              </a:rPr>
              <a:t> </a:t>
            </a:r>
            <a:r>
              <a:rPr sz="1200" dirty="0">
                <a:latin typeface="Times New Roman"/>
                <a:cs typeface="Times New Roman"/>
              </a:rPr>
              <a:t>structure</a:t>
            </a:r>
            <a:r>
              <a:rPr sz="1200" spc="-4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support</a:t>
            </a:r>
            <a:r>
              <a:rPr sz="1200" spc="-40"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dirty="0">
                <a:latin typeface="Times New Roman"/>
                <a:cs typeface="Times New Roman"/>
              </a:rPr>
              <a:t>large</a:t>
            </a:r>
            <a:r>
              <a:rPr sz="1200" spc="-45" dirty="0">
                <a:latin typeface="Times New Roman"/>
                <a:cs typeface="Times New Roman"/>
              </a:rPr>
              <a:t> </a:t>
            </a:r>
            <a:r>
              <a:rPr sz="1200" dirty="0">
                <a:latin typeface="Times New Roman"/>
                <a:cs typeface="Times New Roman"/>
              </a:rPr>
              <a:t>programs</a:t>
            </a:r>
            <a:r>
              <a:rPr sz="1200" spc="-35" dirty="0">
                <a:latin typeface="Times New Roman"/>
                <a:cs typeface="Times New Roman"/>
              </a:rPr>
              <a:t> </a:t>
            </a:r>
            <a:r>
              <a:rPr sz="1200" dirty="0">
                <a:latin typeface="Times New Roman"/>
                <a:cs typeface="Times New Roman"/>
              </a:rPr>
              <a:t>than</a:t>
            </a:r>
            <a:r>
              <a:rPr sz="1200" spc="-45" dirty="0">
                <a:latin typeface="Times New Roman"/>
                <a:cs typeface="Times New Roman"/>
              </a:rPr>
              <a:t> </a:t>
            </a:r>
            <a:r>
              <a:rPr sz="1200" dirty="0">
                <a:latin typeface="Times New Roman"/>
                <a:cs typeface="Times New Roman"/>
              </a:rPr>
              <a:t>shell</a:t>
            </a:r>
            <a:r>
              <a:rPr sz="1200" spc="-35" dirty="0">
                <a:latin typeface="Times New Roman"/>
                <a:cs typeface="Times New Roman"/>
              </a:rPr>
              <a:t> </a:t>
            </a:r>
            <a:r>
              <a:rPr sz="1200" spc="-10" dirty="0">
                <a:latin typeface="Times New Roman"/>
                <a:cs typeface="Times New Roman"/>
              </a:rPr>
              <a:t>scripting.</a:t>
            </a:r>
            <a:endParaRPr sz="1200" dirty="0">
              <a:latin typeface="Times New Roman"/>
              <a:cs typeface="Times New Roman"/>
            </a:endParaRPr>
          </a:p>
          <a:p>
            <a:pPr>
              <a:lnSpc>
                <a:spcPct val="100000"/>
              </a:lnSpc>
              <a:spcBef>
                <a:spcPts val="25"/>
              </a:spcBef>
            </a:pPr>
            <a:endParaRPr sz="1200" dirty="0">
              <a:latin typeface="Times New Roman"/>
              <a:cs typeface="Times New Roman"/>
            </a:endParaRPr>
          </a:p>
          <a:p>
            <a:pPr marL="12700" algn="just">
              <a:lnSpc>
                <a:spcPct val="100000"/>
              </a:lnSpc>
            </a:pPr>
            <a:r>
              <a:rPr sz="1400" b="1" dirty="0">
                <a:latin typeface="Times New Roman"/>
                <a:cs typeface="Times New Roman"/>
              </a:rPr>
              <a:t>6.1.3</a:t>
            </a:r>
            <a:r>
              <a:rPr lang="en-US" sz="1400" b="1" dirty="0">
                <a:latin typeface="Times New Roman"/>
                <a:cs typeface="Times New Roman"/>
              </a:rPr>
              <a:t> </a:t>
            </a:r>
            <a:r>
              <a:rPr sz="1400" b="1" spc="-40" dirty="0">
                <a:latin typeface="Times New Roman"/>
                <a:cs typeface="Times New Roman"/>
              </a:rPr>
              <a:t> </a:t>
            </a:r>
            <a:r>
              <a:rPr sz="1400" b="1" dirty="0">
                <a:latin typeface="Times New Roman"/>
                <a:cs typeface="Times New Roman"/>
              </a:rPr>
              <a:t>Why</a:t>
            </a:r>
            <a:r>
              <a:rPr sz="1400" b="1" spc="-10" dirty="0">
                <a:latin typeface="Times New Roman"/>
                <a:cs typeface="Times New Roman"/>
              </a:rPr>
              <a:t> </a:t>
            </a:r>
            <a:r>
              <a:rPr sz="1400" b="1" dirty="0">
                <a:latin typeface="Times New Roman"/>
                <a:cs typeface="Times New Roman"/>
              </a:rPr>
              <a:t>is</a:t>
            </a:r>
            <a:r>
              <a:rPr sz="1400" b="1" spc="-10" dirty="0">
                <a:latin typeface="Times New Roman"/>
                <a:cs typeface="Times New Roman"/>
              </a:rPr>
              <a:t> </a:t>
            </a:r>
            <a:r>
              <a:rPr sz="1400" b="1" dirty="0">
                <a:latin typeface="Times New Roman"/>
                <a:cs typeface="Times New Roman"/>
              </a:rPr>
              <a:t>Python</a:t>
            </a:r>
            <a:r>
              <a:rPr sz="1400" b="1" spc="-30" dirty="0">
                <a:latin typeface="Times New Roman"/>
                <a:cs typeface="Times New Roman"/>
              </a:rPr>
              <a:t> </a:t>
            </a:r>
            <a:r>
              <a:rPr sz="1400" b="1" spc="-10" dirty="0">
                <a:latin typeface="Times New Roman"/>
                <a:cs typeface="Times New Roman"/>
              </a:rPr>
              <a:t>preferred</a:t>
            </a:r>
            <a:r>
              <a:rPr sz="1400" b="1" spc="-15" dirty="0">
                <a:latin typeface="Times New Roman"/>
                <a:cs typeface="Times New Roman"/>
              </a:rPr>
              <a:t> </a:t>
            </a:r>
            <a:r>
              <a:rPr sz="1400" b="1" dirty="0">
                <a:latin typeface="Times New Roman"/>
                <a:cs typeface="Times New Roman"/>
              </a:rPr>
              <a:t>as</a:t>
            </a:r>
            <a:r>
              <a:rPr sz="1400" b="1" spc="-10" dirty="0">
                <a:latin typeface="Times New Roman"/>
                <a:cs typeface="Times New Roman"/>
              </a:rPr>
              <a:t> </a:t>
            </a:r>
            <a:r>
              <a:rPr sz="1400" b="1" dirty="0">
                <a:latin typeface="Times New Roman"/>
                <a:cs typeface="Times New Roman"/>
              </a:rPr>
              <a:t>a</a:t>
            </a:r>
            <a:r>
              <a:rPr sz="1400" b="1" spc="-15" dirty="0">
                <a:latin typeface="Times New Roman"/>
                <a:cs typeface="Times New Roman"/>
              </a:rPr>
              <a:t> </a:t>
            </a:r>
            <a:r>
              <a:rPr sz="1400" b="1" spc="-10" dirty="0">
                <a:latin typeface="Times New Roman"/>
                <a:cs typeface="Times New Roman"/>
              </a:rPr>
              <a:t>tools?</a:t>
            </a:r>
            <a:endParaRPr sz="1400" dirty="0">
              <a:latin typeface="Times New Roman"/>
              <a:cs typeface="Times New Roman"/>
            </a:endParaRPr>
          </a:p>
          <a:p>
            <a:pPr marL="12700" marR="11430" indent="464184" algn="just">
              <a:lnSpc>
                <a:spcPct val="143500"/>
              </a:lnSpc>
              <a:spcBef>
                <a:spcPts val="919"/>
              </a:spcBef>
            </a:pPr>
            <a:r>
              <a:rPr sz="1200" dirty="0">
                <a:latin typeface="Times New Roman"/>
                <a:cs typeface="Times New Roman"/>
              </a:rPr>
              <a:t>It</a:t>
            </a:r>
            <a:r>
              <a:rPr sz="1200" spc="-75" dirty="0">
                <a:latin typeface="Times New Roman"/>
                <a:cs typeface="Times New Roman"/>
              </a:rPr>
              <a:t> </a:t>
            </a:r>
            <a:r>
              <a:rPr sz="1200" dirty="0">
                <a:latin typeface="Times New Roman"/>
                <a:cs typeface="Times New Roman"/>
              </a:rPr>
              <a:t>is</a:t>
            </a:r>
            <a:r>
              <a:rPr sz="1200" spc="-75" dirty="0">
                <a:latin typeface="Times New Roman"/>
                <a:cs typeface="Times New Roman"/>
              </a:rPr>
              <a:t> </a:t>
            </a:r>
            <a:r>
              <a:rPr sz="1200" spc="-10" dirty="0">
                <a:latin typeface="Times New Roman"/>
                <a:cs typeface="Times New Roman"/>
              </a:rPr>
              <a:t>‘Pythonic’</a:t>
            </a:r>
            <a:r>
              <a:rPr sz="1200" spc="-65" dirty="0">
                <a:latin typeface="Times New Roman"/>
                <a:cs typeface="Times New Roman"/>
              </a:rPr>
              <a:t> </a:t>
            </a:r>
            <a:r>
              <a:rPr sz="1200" dirty="0">
                <a:latin typeface="Times New Roman"/>
                <a:cs typeface="Times New Roman"/>
              </a:rPr>
              <a:t>when</a:t>
            </a:r>
            <a:r>
              <a:rPr sz="1200" spc="-7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code</a:t>
            </a:r>
            <a:r>
              <a:rPr sz="1200" spc="-5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written</a:t>
            </a:r>
            <a:r>
              <a:rPr sz="1200" spc="-5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fluent</a:t>
            </a:r>
            <a:r>
              <a:rPr sz="1200" spc="-3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natural</a:t>
            </a:r>
            <a:r>
              <a:rPr sz="1200" spc="-40" dirty="0">
                <a:latin typeface="Times New Roman"/>
                <a:cs typeface="Times New Roman"/>
              </a:rPr>
              <a:t> </a:t>
            </a:r>
            <a:r>
              <a:rPr sz="1200" spc="-10" dirty="0">
                <a:latin typeface="Times New Roman"/>
                <a:cs typeface="Times New Roman"/>
              </a:rPr>
              <a:t>style.</a:t>
            </a:r>
            <a:r>
              <a:rPr sz="1200" spc="-65" dirty="0">
                <a:latin typeface="Times New Roman"/>
                <a:cs typeface="Times New Roman"/>
              </a:rPr>
              <a:t> </a:t>
            </a:r>
            <a:r>
              <a:rPr sz="1200" dirty="0">
                <a:latin typeface="Times New Roman"/>
                <a:cs typeface="Times New Roman"/>
              </a:rPr>
              <a:t>Apart</a:t>
            </a:r>
            <a:r>
              <a:rPr sz="1200" spc="-35" dirty="0">
                <a:latin typeface="Times New Roman"/>
                <a:cs typeface="Times New Roman"/>
              </a:rPr>
              <a:t> </a:t>
            </a:r>
            <a:r>
              <a:rPr sz="1200" dirty="0">
                <a:latin typeface="Times New Roman"/>
                <a:cs typeface="Times New Roman"/>
              </a:rPr>
              <a:t>from</a:t>
            </a:r>
            <a:r>
              <a:rPr sz="1200" spc="-45"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it</a:t>
            </a:r>
            <a:r>
              <a:rPr sz="1200" spc="-4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spc="-20" dirty="0">
                <a:latin typeface="Times New Roman"/>
                <a:cs typeface="Times New Roman"/>
              </a:rPr>
              <a:t>also </a:t>
            </a:r>
            <a:r>
              <a:rPr sz="1200" dirty="0">
                <a:latin typeface="Times New Roman"/>
                <a:cs typeface="Times New Roman"/>
              </a:rPr>
              <a:t>known</a:t>
            </a:r>
            <a:r>
              <a:rPr sz="1200" spc="-3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other</a:t>
            </a:r>
            <a:r>
              <a:rPr sz="1200" spc="-15" dirty="0">
                <a:latin typeface="Times New Roman"/>
                <a:cs typeface="Times New Roman"/>
              </a:rPr>
              <a:t> </a:t>
            </a:r>
            <a:r>
              <a:rPr sz="1200" dirty="0">
                <a:latin typeface="Times New Roman"/>
                <a:cs typeface="Times New Roman"/>
              </a:rPr>
              <a:t>features</a:t>
            </a:r>
            <a:r>
              <a:rPr sz="1200" spc="-15"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dirty="0">
                <a:latin typeface="Times New Roman"/>
                <a:cs typeface="Times New Roman"/>
              </a:rPr>
              <a:t>have</a:t>
            </a:r>
            <a:r>
              <a:rPr sz="1200" spc="-25" dirty="0">
                <a:latin typeface="Times New Roman"/>
                <a:cs typeface="Times New Roman"/>
              </a:rPr>
              <a:t> </a:t>
            </a:r>
            <a:r>
              <a:rPr sz="1200" dirty="0">
                <a:latin typeface="Times New Roman"/>
                <a:cs typeface="Times New Roman"/>
              </a:rPr>
              <a:t>captured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imaginations</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science</a:t>
            </a:r>
            <a:r>
              <a:rPr sz="1200" spc="-25" dirty="0">
                <a:latin typeface="Times New Roman"/>
                <a:cs typeface="Times New Roman"/>
              </a:rPr>
              <a:t> </a:t>
            </a:r>
            <a:r>
              <a:rPr sz="1200" spc="-10" dirty="0">
                <a:latin typeface="Times New Roman"/>
                <a:cs typeface="Times New Roman"/>
              </a:rPr>
              <a:t>community.</a:t>
            </a:r>
            <a:endParaRPr sz="1200" dirty="0">
              <a:latin typeface="Times New Roman"/>
              <a:cs typeface="Times New Roman"/>
            </a:endParaRPr>
          </a:p>
          <a:p>
            <a:pPr marL="12700" marR="10795" algn="just">
              <a:lnSpc>
                <a:spcPct val="143800"/>
              </a:lnSpc>
              <a:spcBef>
                <a:spcPts val="5"/>
              </a:spcBef>
            </a:pPr>
            <a:r>
              <a:rPr sz="1200" b="1" dirty="0">
                <a:latin typeface="Times New Roman"/>
                <a:cs typeface="Times New Roman"/>
              </a:rPr>
              <a:t>Easy</a:t>
            </a:r>
            <a:r>
              <a:rPr sz="1200" b="1" spc="5" dirty="0">
                <a:latin typeface="Times New Roman"/>
                <a:cs typeface="Times New Roman"/>
              </a:rPr>
              <a:t> </a:t>
            </a:r>
            <a:r>
              <a:rPr sz="1200" b="1" dirty="0">
                <a:latin typeface="Times New Roman"/>
                <a:cs typeface="Times New Roman"/>
              </a:rPr>
              <a:t>to</a:t>
            </a:r>
            <a:r>
              <a:rPr sz="1200" b="1" spc="5" dirty="0">
                <a:latin typeface="Times New Roman"/>
                <a:cs typeface="Times New Roman"/>
              </a:rPr>
              <a:t> </a:t>
            </a:r>
            <a:r>
              <a:rPr sz="1200" b="1" dirty="0">
                <a:latin typeface="Times New Roman"/>
                <a:cs typeface="Times New Roman"/>
              </a:rPr>
              <a:t>learn</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most alluring</a:t>
            </a:r>
            <a:r>
              <a:rPr sz="1200" spc="5" dirty="0">
                <a:latin typeface="Times New Roman"/>
                <a:cs typeface="Times New Roman"/>
              </a:rPr>
              <a:t> </a:t>
            </a:r>
            <a:r>
              <a:rPr sz="1200" dirty="0">
                <a:latin typeface="Times New Roman"/>
                <a:cs typeface="Times New Roman"/>
              </a:rPr>
              <a:t>factor</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Python</a:t>
            </a:r>
            <a:r>
              <a:rPr sz="1200" spc="-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anyone</a:t>
            </a:r>
            <a:r>
              <a:rPr sz="1200" spc="5" dirty="0">
                <a:latin typeface="Times New Roman"/>
                <a:cs typeface="Times New Roman"/>
              </a:rPr>
              <a:t> </a:t>
            </a:r>
            <a:r>
              <a:rPr sz="1200" dirty="0">
                <a:latin typeface="Times New Roman"/>
                <a:cs typeface="Times New Roman"/>
              </a:rPr>
              <a:t>aspiring</a:t>
            </a:r>
            <a:r>
              <a:rPr sz="1200" spc="1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learn this</a:t>
            </a:r>
            <a:r>
              <a:rPr sz="1200" spc="10" dirty="0">
                <a:latin typeface="Times New Roman"/>
                <a:cs typeface="Times New Roman"/>
              </a:rPr>
              <a:t> </a:t>
            </a:r>
            <a:r>
              <a:rPr sz="1200" dirty="0">
                <a:latin typeface="Times New Roman"/>
                <a:cs typeface="Times New Roman"/>
              </a:rPr>
              <a:t>language</a:t>
            </a:r>
            <a:r>
              <a:rPr sz="1200" spc="5" dirty="0">
                <a:latin typeface="Times New Roman"/>
                <a:cs typeface="Times New Roman"/>
              </a:rPr>
              <a:t> </a:t>
            </a:r>
            <a:r>
              <a:rPr sz="1200" spc="-25" dirty="0">
                <a:latin typeface="Times New Roman"/>
                <a:cs typeface="Times New Roman"/>
              </a:rPr>
              <a:t>can </a:t>
            </a:r>
            <a:r>
              <a:rPr sz="1200" dirty="0">
                <a:latin typeface="Times New Roman"/>
                <a:cs typeface="Times New Roman"/>
              </a:rPr>
              <a:t>learn</a:t>
            </a:r>
            <a:r>
              <a:rPr sz="1200" spc="-25"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easily</a:t>
            </a:r>
            <a:r>
              <a:rPr sz="1200" spc="-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quickly.</a:t>
            </a:r>
            <a:r>
              <a:rPr sz="1200" spc="-40" dirty="0">
                <a:latin typeface="Times New Roman"/>
                <a:cs typeface="Times New Roman"/>
              </a:rPr>
              <a:t> </a:t>
            </a:r>
            <a:r>
              <a:rPr sz="1200" dirty="0">
                <a:latin typeface="Times New Roman"/>
                <a:cs typeface="Times New Roman"/>
              </a:rPr>
              <a:t>When</a:t>
            </a:r>
            <a:r>
              <a:rPr sz="1200" spc="-15" dirty="0">
                <a:latin typeface="Times New Roman"/>
                <a:cs typeface="Times New Roman"/>
              </a:rPr>
              <a:t> </a:t>
            </a:r>
            <a:r>
              <a:rPr sz="1200" dirty="0">
                <a:latin typeface="Times New Roman"/>
                <a:cs typeface="Times New Roman"/>
              </a:rPr>
              <a:t>compared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other</a:t>
            </a:r>
            <a:r>
              <a:rPr sz="1200" spc="-20" dirty="0">
                <a:latin typeface="Times New Roman"/>
                <a:cs typeface="Times New Roman"/>
              </a:rPr>
              <a:t> </a:t>
            </a:r>
            <a:r>
              <a:rPr sz="1200" dirty="0">
                <a:latin typeface="Times New Roman"/>
                <a:cs typeface="Times New Roman"/>
              </a:rPr>
              <a:t>data</a:t>
            </a:r>
            <a:r>
              <a:rPr sz="1200" spc="-10" dirty="0">
                <a:latin typeface="Times New Roman"/>
                <a:cs typeface="Times New Roman"/>
              </a:rPr>
              <a:t> </a:t>
            </a:r>
            <a:r>
              <a:rPr sz="1200" dirty="0">
                <a:latin typeface="Times New Roman"/>
                <a:cs typeface="Times New Roman"/>
              </a:rPr>
              <a:t>science</a:t>
            </a:r>
            <a:r>
              <a:rPr sz="1200" spc="-20" dirty="0">
                <a:latin typeface="Times New Roman"/>
                <a:cs typeface="Times New Roman"/>
              </a:rPr>
              <a:t> </a:t>
            </a:r>
            <a:r>
              <a:rPr sz="1200" dirty="0">
                <a:latin typeface="Times New Roman"/>
                <a:cs typeface="Times New Roman"/>
              </a:rPr>
              <a:t>languages</a:t>
            </a:r>
            <a:r>
              <a:rPr sz="1200" spc="-10" dirty="0">
                <a:latin typeface="Times New Roman"/>
                <a:cs typeface="Times New Roman"/>
              </a:rPr>
              <a:t> </a:t>
            </a:r>
            <a:r>
              <a:rPr sz="1200" dirty="0">
                <a:latin typeface="Times New Roman"/>
                <a:cs typeface="Times New Roman"/>
              </a:rPr>
              <a:t>like</a:t>
            </a:r>
            <a:r>
              <a:rPr sz="1200" spc="-20" dirty="0">
                <a:latin typeface="Times New Roman"/>
                <a:cs typeface="Times New Roman"/>
              </a:rPr>
              <a:t> </a:t>
            </a:r>
            <a:r>
              <a:rPr sz="1200" dirty="0">
                <a:latin typeface="Times New Roman"/>
                <a:cs typeface="Times New Roman"/>
              </a:rPr>
              <a:t>R,</a:t>
            </a:r>
            <a:r>
              <a:rPr sz="1200" spc="-15" dirty="0">
                <a:latin typeface="Times New Roman"/>
                <a:cs typeface="Times New Roman"/>
              </a:rPr>
              <a:t> </a:t>
            </a:r>
            <a:r>
              <a:rPr sz="1200" dirty="0">
                <a:latin typeface="Times New Roman"/>
                <a:cs typeface="Times New Roman"/>
              </a:rPr>
              <a:t>Python</a:t>
            </a:r>
            <a:r>
              <a:rPr sz="1200" spc="-15" dirty="0">
                <a:latin typeface="Times New Roman"/>
                <a:cs typeface="Times New Roman"/>
              </a:rPr>
              <a:t> </a:t>
            </a:r>
            <a:r>
              <a:rPr sz="1200" spc="-10" dirty="0">
                <a:latin typeface="Times New Roman"/>
                <a:cs typeface="Times New Roman"/>
              </a:rPr>
              <a:t>promotes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shorter</a:t>
            </a:r>
            <a:r>
              <a:rPr sz="1200" spc="-20" dirty="0">
                <a:latin typeface="Times New Roman"/>
                <a:cs typeface="Times New Roman"/>
              </a:rPr>
              <a:t> </a:t>
            </a:r>
            <a:r>
              <a:rPr sz="1200" dirty="0">
                <a:latin typeface="Times New Roman"/>
                <a:cs typeface="Times New Roman"/>
              </a:rPr>
              <a:t>learning</a:t>
            </a:r>
            <a:r>
              <a:rPr sz="1200" spc="-20" dirty="0">
                <a:latin typeface="Times New Roman"/>
                <a:cs typeface="Times New Roman"/>
              </a:rPr>
              <a:t> </a:t>
            </a:r>
            <a:r>
              <a:rPr sz="1200" dirty="0">
                <a:latin typeface="Times New Roman"/>
                <a:cs typeface="Times New Roman"/>
              </a:rPr>
              <a:t>curve</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scores</a:t>
            </a:r>
            <a:r>
              <a:rPr sz="1200" spc="-30" dirty="0">
                <a:latin typeface="Times New Roman"/>
                <a:cs typeface="Times New Roman"/>
              </a:rPr>
              <a:t> </a:t>
            </a:r>
            <a:r>
              <a:rPr sz="1200" dirty="0">
                <a:latin typeface="Times New Roman"/>
                <a:cs typeface="Times New Roman"/>
              </a:rPr>
              <a:t>over</a:t>
            </a:r>
            <a:r>
              <a:rPr sz="1200" spc="-20" dirty="0">
                <a:latin typeface="Times New Roman"/>
                <a:cs typeface="Times New Roman"/>
              </a:rPr>
              <a:t> </a:t>
            </a:r>
            <a:r>
              <a:rPr sz="1200" dirty="0">
                <a:latin typeface="Times New Roman"/>
                <a:cs typeface="Times New Roman"/>
              </a:rPr>
              <a:t>others</a:t>
            </a:r>
            <a:r>
              <a:rPr sz="1200" spc="-25" dirty="0">
                <a:latin typeface="Times New Roman"/>
                <a:cs typeface="Times New Roman"/>
              </a:rPr>
              <a:t> </a:t>
            </a:r>
            <a:r>
              <a:rPr sz="1200" dirty="0">
                <a:latin typeface="Times New Roman"/>
                <a:cs typeface="Times New Roman"/>
              </a:rPr>
              <a:t>by</a:t>
            </a:r>
            <a:r>
              <a:rPr sz="1200" spc="-15" dirty="0">
                <a:latin typeface="Times New Roman"/>
                <a:cs typeface="Times New Roman"/>
              </a:rPr>
              <a:t> </a:t>
            </a:r>
            <a:r>
              <a:rPr sz="1200" dirty="0">
                <a:latin typeface="Times New Roman"/>
                <a:cs typeface="Times New Roman"/>
              </a:rPr>
              <a:t>promoting</a:t>
            </a:r>
            <a:r>
              <a:rPr sz="1200" spc="-20" dirty="0">
                <a:latin typeface="Times New Roman"/>
                <a:cs typeface="Times New Roman"/>
              </a:rPr>
              <a:t> </a:t>
            </a:r>
            <a:r>
              <a:rPr sz="1200" dirty="0">
                <a:latin typeface="Times New Roman"/>
                <a:cs typeface="Times New Roman"/>
              </a:rPr>
              <a:t>an</a:t>
            </a:r>
            <a:r>
              <a:rPr sz="1200" spc="-25" dirty="0">
                <a:latin typeface="Times New Roman"/>
                <a:cs typeface="Times New Roman"/>
              </a:rPr>
              <a:t> </a:t>
            </a:r>
            <a:r>
              <a:rPr sz="1200" spc="-10" dirty="0">
                <a:latin typeface="Times New Roman"/>
                <a:cs typeface="Times New Roman"/>
              </a:rPr>
              <a:t>easy-to-</a:t>
            </a:r>
            <a:r>
              <a:rPr sz="1200" dirty="0">
                <a:latin typeface="Times New Roman"/>
                <a:cs typeface="Times New Roman"/>
              </a:rPr>
              <a:t>understand</a:t>
            </a:r>
            <a:r>
              <a:rPr sz="1200" spc="-20" dirty="0">
                <a:latin typeface="Times New Roman"/>
                <a:cs typeface="Times New Roman"/>
              </a:rPr>
              <a:t> </a:t>
            </a:r>
            <a:r>
              <a:rPr sz="1200" spc="-10" dirty="0">
                <a:latin typeface="Times New Roman"/>
                <a:cs typeface="Times New Roman"/>
              </a:rPr>
              <a:t>syntax.</a:t>
            </a:r>
            <a:endParaRPr sz="1200" dirty="0">
              <a:latin typeface="Times New Roman"/>
              <a:cs typeface="Times New Roman"/>
            </a:endParaRPr>
          </a:p>
          <a:p>
            <a:pPr marL="12700" algn="just">
              <a:lnSpc>
                <a:spcPct val="100000"/>
              </a:lnSpc>
              <a:spcBef>
                <a:spcPts val="625"/>
              </a:spcBef>
            </a:pPr>
            <a:r>
              <a:rPr sz="1200" b="1" spc="-10" dirty="0">
                <a:latin typeface="Times New Roman"/>
                <a:cs typeface="Times New Roman"/>
              </a:rPr>
              <a:t>Scalability:</a:t>
            </a:r>
            <a:r>
              <a:rPr sz="1200" b="1" spc="-50" dirty="0">
                <a:latin typeface="Times New Roman"/>
                <a:cs typeface="Times New Roman"/>
              </a:rPr>
              <a:t> </a:t>
            </a:r>
            <a:r>
              <a:rPr sz="1200" dirty="0">
                <a:latin typeface="Times New Roman"/>
                <a:cs typeface="Times New Roman"/>
              </a:rPr>
              <a:t>When</a:t>
            </a:r>
            <a:r>
              <a:rPr sz="1200" spc="-25" dirty="0">
                <a:latin typeface="Times New Roman"/>
                <a:cs typeface="Times New Roman"/>
              </a:rPr>
              <a:t> </a:t>
            </a:r>
            <a:r>
              <a:rPr sz="1200" spc="-10" dirty="0">
                <a:latin typeface="Times New Roman"/>
                <a:cs typeface="Times New Roman"/>
              </a:rPr>
              <a:t>compared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other</a:t>
            </a:r>
            <a:r>
              <a:rPr sz="1200" spc="-30" dirty="0">
                <a:latin typeface="Times New Roman"/>
                <a:cs typeface="Times New Roman"/>
              </a:rPr>
              <a:t> </a:t>
            </a:r>
            <a:r>
              <a:rPr sz="1200" spc="-10" dirty="0">
                <a:latin typeface="Times New Roman"/>
                <a:cs typeface="Times New Roman"/>
              </a:rPr>
              <a:t>languages</a:t>
            </a:r>
            <a:r>
              <a:rPr sz="1200" spc="-25" dirty="0">
                <a:latin typeface="Times New Roman"/>
                <a:cs typeface="Times New Roman"/>
              </a:rPr>
              <a:t> </a:t>
            </a:r>
            <a:r>
              <a:rPr sz="1200" dirty="0">
                <a:latin typeface="Times New Roman"/>
                <a:cs typeface="Times New Roman"/>
              </a:rPr>
              <a:t>like</a:t>
            </a:r>
            <a:r>
              <a:rPr sz="1200" spc="-25" dirty="0">
                <a:latin typeface="Times New Roman"/>
                <a:cs typeface="Times New Roman"/>
              </a:rPr>
              <a:t> </a:t>
            </a:r>
            <a:r>
              <a:rPr sz="1200" dirty="0">
                <a:latin typeface="Times New Roman"/>
                <a:cs typeface="Times New Roman"/>
              </a:rPr>
              <a:t>R,</a:t>
            </a:r>
            <a:r>
              <a:rPr sz="1200" spc="-25" dirty="0">
                <a:latin typeface="Times New Roman"/>
                <a:cs typeface="Times New Roman"/>
              </a:rPr>
              <a:t> </a:t>
            </a:r>
            <a:r>
              <a:rPr sz="1200" dirty="0">
                <a:latin typeface="Times New Roman"/>
                <a:cs typeface="Times New Roman"/>
              </a:rPr>
              <a:t>Python</a:t>
            </a:r>
            <a:r>
              <a:rPr sz="1200" spc="-25"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spc="-10" dirty="0">
                <a:latin typeface="Times New Roman"/>
                <a:cs typeface="Times New Roman"/>
              </a:rPr>
              <a:t>established</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lead</a:t>
            </a:r>
            <a:r>
              <a:rPr sz="1200" spc="-20" dirty="0">
                <a:latin typeface="Times New Roman"/>
                <a:cs typeface="Times New Roman"/>
              </a:rPr>
              <a:t> </a:t>
            </a:r>
            <a:r>
              <a:rPr sz="1200" dirty="0">
                <a:latin typeface="Times New Roman"/>
                <a:cs typeface="Times New Roman"/>
              </a:rPr>
              <a:t>by</a:t>
            </a:r>
            <a:r>
              <a:rPr sz="1200" spc="-15" dirty="0">
                <a:latin typeface="Times New Roman"/>
                <a:cs typeface="Times New Roman"/>
              </a:rPr>
              <a:t> </a:t>
            </a:r>
            <a:r>
              <a:rPr sz="1200" spc="-10" dirty="0">
                <a:latin typeface="Times New Roman"/>
                <a:cs typeface="Times New Roman"/>
              </a:rPr>
              <a:t>emerging</a:t>
            </a:r>
            <a:r>
              <a:rPr sz="1200" spc="-25" dirty="0">
                <a:latin typeface="Times New Roman"/>
                <a:cs typeface="Times New Roman"/>
              </a:rPr>
              <a:t> as</a:t>
            </a:r>
            <a:endParaRPr sz="1200" dirty="0">
              <a:latin typeface="Times New Roman"/>
              <a:cs typeface="Times New Roman"/>
            </a:endParaRPr>
          </a:p>
          <a:p>
            <a:pPr marL="12700" marR="9525" algn="just">
              <a:lnSpc>
                <a:spcPct val="143600"/>
              </a:lnSpc>
              <a:spcBef>
                <a:spcPts val="5"/>
              </a:spcBef>
            </a:pP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scalable</a:t>
            </a:r>
            <a:r>
              <a:rPr sz="1200" spc="10" dirty="0">
                <a:latin typeface="Times New Roman"/>
                <a:cs typeface="Times New Roman"/>
              </a:rPr>
              <a:t> </a:t>
            </a:r>
            <a:r>
              <a:rPr sz="1200" dirty="0">
                <a:latin typeface="Times New Roman"/>
                <a:cs typeface="Times New Roman"/>
              </a:rPr>
              <a:t>language,</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faster</a:t>
            </a:r>
            <a:r>
              <a:rPr sz="1200" spc="10" dirty="0">
                <a:latin typeface="Times New Roman"/>
                <a:cs typeface="Times New Roman"/>
              </a:rPr>
              <a:t> </a:t>
            </a:r>
            <a:r>
              <a:rPr sz="1200" dirty="0">
                <a:latin typeface="Times New Roman"/>
                <a:cs typeface="Times New Roman"/>
              </a:rPr>
              <a:t>than</a:t>
            </a:r>
            <a:r>
              <a:rPr sz="1200" spc="5" dirty="0">
                <a:latin typeface="Times New Roman"/>
                <a:cs typeface="Times New Roman"/>
              </a:rPr>
              <a:t> </a:t>
            </a:r>
            <a:r>
              <a:rPr sz="1200" dirty="0">
                <a:latin typeface="Times New Roman"/>
                <a:cs typeface="Times New Roman"/>
              </a:rPr>
              <a:t>other</a:t>
            </a:r>
            <a:r>
              <a:rPr sz="1200" spc="10" dirty="0">
                <a:latin typeface="Times New Roman"/>
                <a:cs typeface="Times New Roman"/>
              </a:rPr>
              <a:t> </a:t>
            </a:r>
            <a:r>
              <a:rPr sz="1200" dirty="0">
                <a:latin typeface="Times New Roman"/>
                <a:cs typeface="Times New Roman"/>
              </a:rPr>
              <a:t>languages</a:t>
            </a:r>
            <a:r>
              <a:rPr sz="1200" spc="15" dirty="0">
                <a:latin typeface="Times New Roman"/>
                <a:cs typeface="Times New Roman"/>
              </a:rPr>
              <a:t> </a:t>
            </a:r>
            <a:r>
              <a:rPr sz="1200" dirty="0">
                <a:latin typeface="Times New Roman"/>
                <a:cs typeface="Times New Roman"/>
              </a:rPr>
              <a:t>like</a:t>
            </a:r>
            <a:r>
              <a:rPr sz="1200" spc="5" dirty="0">
                <a:latin typeface="Times New Roman"/>
                <a:cs typeface="Times New Roman"/>
              </a:rPr>
              <a:t> </a:t>
            </a:r>
            <a:r>
              <a:rPr sz="1200" dirty="0">
                <a:latin typeface="Times New Roman"/>
                <a:cs typeface="Times New Roman"/>
              </a:rPr>
              <a:t>Matlab</a:t>
            </a:r>
            <a:r>
              <a:rPr sz="1200" spc="1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Stata.</a:t>
            </a:r>
            <a:r>
              <a:rPr sz="1200" spc="10" dirty="0">
                <a:latin typeface="Times New Roman"/>
                <a:cs typeface="Times New Roman"/>
              </a:rPr>
              <a:t> </a:t>
            </a:r>
            <a:r>
              <a:rPr sz="1200" dirty="0">
                <a:latin typeface="Times New Roman"/>
                <a:cs typeface="Times New Roman"/>
              </a:rPr>
              <a:t>Python’s</a:t>
            </a:r>
            <a:r>
              <a:rPr sz="1200" spc="15" dirty="0">
                <a:latin typeface="Times New Roman"/>
                <a:cs typeface="Times New Roman"/>
              </a:rPr>
              <a:t> </a:t>
            </a:r>
            <a:r>
              <a:rPr sz="1200" spc="-10" dirty="0">
                <a:latin typeface="Times New Roman"/>
                <a:cs typeface="Times New Roman"/>
              </a:rPr>
              <a:t>scalability lies</a:t>
            </a:r>
            <a:r>
              <a:rPr sz="1200" spc="-65" dirty="0">
                <a:latin typeface="Times New Roman"/>
                <a:cs typeface="Times New Roman"/>
              </a:rPr>
              <a:t> </a:t>
            </a:r>
            <a:r>
              <a:rPr sz="1200" dirty="0">
                <a:latin typeface="Times New Roman"/>
                <a:cs typeface="Times New Roman"/>
              </a:rPr>
              <a:t>in</a:t>
            </a:r>
            <a:r>
              <a:rPr sz="1200" spc="-6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flexibility</a:t>
            </a:r>
            <a:r>
              <a:rPr sz="1200" spc="-45" dirty="0">
                <a:latin typeface="Times New Roman"/>
                <a:cs typeface="Times New Roman"/>
              </a:rPr>
              <a:t> </a:t>
            </a:r>
            <a:r>
              <a:rPr sz="1200" spc="-10" dirty="0">
                <a:latin typeface="Times New Roman"/>
                <a:cs typeface="Times New Roman"/>
              </a:rPr>
              <a:t>that</a:t>
            </a:r>
            <a:r>
              <a:rPr sz="1200" spc="-45" dirty="0">
                <a:latin typeface="Times New Roman"/>
                <a:cs typeface="Times New Roman"/>
              </a:rPr>
              <a:t> </a:t>
            </a:r>
            <a:r>
              <a:rPr sz="1200" dirty="0">
                <a:latin typeface="Times New Roman"/>
                <a:cs typeface="Times New Roman"/>
              </a:rPr>
              <a:t>it</a:t>
            </a:r>
            <a:r>
              <a:rPr sz="1200" spc="-50" dirty="0">
                <a:latin typeface="Times New Roman"/>
                <a:cs typeface="Times New Roman"/>
              </a:rPr>
              <a:t> </a:t>
            </a:r>
            <a:r>
              <a:rPr sz="1200" spc="-10" dirty="0">
                <a:latin typeface="Times New Roman"/>
                <a:cs typeface="Times New Roman"/>
              </a:rPr>
              <a:t>gives</a:t>
            </a:r>
            <a:r>
              <a:rPr sz="1200" spc="-50"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spc="-10" dirty="0">
                <a:latin typeface="Times New Roman"/>
                <a:cs typeface="Times New Roman"/>
              </a:rPr>
              <a:t>solve</a:t>
            </a:r>
            <a:r>
              <a:rPr sz="1200" spc="-40" dirty="0">
                <a:latin typeface="Times New Roman"/>
                <a:cs typeface="Times New Roman"/>
              </a:rPr>
              <a:t> </a:t>
            </a:r>
            <a:r>
              <a:rPr sz="1200" spc="-10" dirty="0">
                <a:latin typeface="Times New Roman"/>
                <a:cs typeface="Times New Roman"/>
              </a:rPr>
              <a:t>problems,</a:t>
            </a:r>
            <a:r>
              <a:rPr sz="1200" spc="-35" dirty="0">
                <a:latin typeface="Times New Roman"/>
                <a:cs typeface="Times New Roman"/>
              </a:rPr>
              <a:t> </a:t>
            </a:r>
            <a:r>
              <a:rPr sz="1200" dirty="0">
                <a:latin typeface="Times New Roman"/>
                <a:cs typeface="Times New Roman"/>
              </a:rPr>
              <a:t>as</a:t>
            </a:r>
            <a:r>
              <a:rPr sz="1200" spc="-5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case</a:t>
            </a:r>
            <a:r>
              <a:rPr sz="1200" spc="-45" dirty="0">
                <a:latin typeface="Times New Roman"/>
                <a:cs typeface="Times New Roman"/>
              </a:rPr>
              <a:t> </a:t>
            </a:r>
            <a:r>
              <a:rPr sz="1200" spc="-30" dirty="0">
                <a:latin typeface="Times New Roman"/>
                <a:cs typeface="Times New Roman"/>
              </a:rPr>
              <a:t>of</a:t>
            </a:r>
            <a:r>
              <a:rPr sz="1200" spc="-45" dirty="0">
                <a:latin typeface="Times New Roman"/>
                <a:cs typeface="Times New Roman"/>
              </a:rPr>
              <a:t> </a:t>
            </a:r>
            <a:r>
              <a:rPr sz="1200" spc="-35" dirty="0">
                <a:latin typeface="Times New Roman"/>
                <a:cs typeface="Times New Roman"/>
              </a:rPr>
              <a:t>YouTube</a:t>
            </a:r>
            <a:r>
              <a:rPr sz="1200" spc="-40" dirty="0">
                <a:latin typeface="Times New Roman"/>
                <a:cs typeface="Times New Roman"/>
              </a:rPr>
              <a:t> </a:t>
            </a:r>
            <a:r>
              <a:rPr sz="1200" spc="-10" dirty="0">
                <a:latin typeface="Times New Roman"/>
                <a:cs typeface="Times New Roman"/>
              </a:rPr>
              <a:t>that</a:t>
            </a:r>
            <a:r>
              <a:rPr sz="1200" spc="-45" dirty="0">
                <a:latin typeface="Times New Roman"/>
                <a:cs typeface="Times New Roman"/>
              </a:rPr>
              <a:t> </a:t>
            </a:r>
            <a:r>
              <a:rPr sz="1200" spc="-10" dirty="0">
                <a:latin typeface="Times New Roman"/>
                <a:cs typeface="Times New Roman"/>
              </a:rPr>
              <a:t>migrated</a:t>
            </a:r>
            <a:r>
              <a:rPr sz="1200" spc="-40"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spc="-10" dirty="0">
                <a:latin typeface="Times New Roman"/>
                <a:cs typeface="Times New Roman"/>
              </a:rPr>
              <a:t>Python. </a:t>
            </a:r>
            <a:r>
              <a:rPr sz="1200" dirty="0">
                <a:latin typeface="Times New Roman"/>
                <a:cs typeface="Times New Roman"/>
              </a:rPr>
              <a:t>Python</a:t>
            </a:r>
            <a:r>
              <a:rPr sz="1200" spc="170" dirty="0">
                <a:latin typeface="Times New Roman"/>
                <a:cs typeface="Times New Roman"/>
              </a:rPr>
              <a:t> </a:t>
            </a:r>
            <a:r>
              <a:rPr sz="1200" dirty="0">
                <a:latin typeface="Times New Roman"/>
                <a:cs typeface="Times New Roman"/>
              </a:rPr>
              <a:t>has</a:t>
            </a:r>
            <a:r>
              <a:rPr sz="1200" spc="165" dirty="0">
                <a:latin typeface="Times New Roman"/>
                <a:cs typeface="Times New Roman"/>
              </a:rPr>
              <a:t> </a:t>
            </a:r>
            <a:r>
              <a:rPr sz="1200" dirty="0">
                <a:latin typeface="Times New Roman"/>
                <a:cs typeface="Times New Roman"/>
              </a:rPr>
              <a:t>come</a:t>
            </a:r>
            <a:r>
              <a:rPr sz="1200" spc="165" dirty="0">
                <a:latin typeface="Times New Roman"/>
                <a:cs typeface="Times New Roman"/>
              </a:rPr>
              <a:t> </a:t>
            </a:r>
            <a:r>
              <a:rPr sz="1200" dirty="0">
                <a:latin typeface="Times New Roman"/>
                <a:cs typeface="Times New Roman"/>
              </a:rPr>
              <a:t>good</a:t>
            </a:r>
            <a:r>
              <a:rPr sz="1200" spc="155" dirty="0">
                <a:latin typeface="Times New Roman"/>
                <a:cs typeface="Times New Roman"/>
              </a:rPr>
              <a:t> </a:t>
            </a:r>
            <a:r>
              <a:rPr sz="1200" dirty="0">
                <a:latin typeface="Times New Roman"/>
                <a:cs typeface="Times New Roman"/>
              </a:rPr>
              <a:t>for</a:t>
            </a:r>
            <a:r>
              <a:rPr sz="1200" spc="165" dirty="0">
                <a:latin typeface="Times New Roman"/>
                <a:cs typeface="Times New Roman"/>
              </a:rPr>
              <a:t> </a:t>
            </a:r>
            <a:r>
              <a:rPr sz="1200" dirty="0">
                <a:latin typeface="Times New Roman"/>
                <a:cs typeface="Times New Roman"/>
              </a:rPr>
              <a:t>different</a:t>
            </a:r>
            <a:r>
              <a:rPr sz="1200" spc="170" dirty="0">
                <a:latin typeface="Times New Roman"/>
                <a:cs typeface="Times New Roman"/>
              </a:rPr>
              <a:t> </a:t>
            </a:r>
            <a:r>
              <a:rPr sz="1200" dirty="0">
                <a:latin typeface="Times New Roman"/>
                <a:cs typeface="Times New Roman"/>
              </a:rPr>
              <a:t>usages</a:t>
            </a:r>
            <a:r>
              <a:rPr sz="1200" spc="165" dirty="0">
                <a:latin typeface="Times New Roman"/>
                <a:cs typeface="Times New Roman"/>
              </a:rPr>
              <a:t> </a:t>
            </a:r>
            <a:r>
              <a:rPr sz="1200" dirty="0">
                <a:latin typeface="Times New Roman"/>
                <a:cs typeface="Times New Roman"/>
              </a:rPr>
              <a:t>in</a:t>
            </a:r>
            <a:r>
              <a:rPr sz="1200" spc="170" dirty="0">
                <a:latin typeface="Times New Roman"/>
                <a:cs typeface="Times New Roman"/>
              </a:rPr>
              <a:t> </a:t>
            </a:r>
            <a:r>
              <a:rPr sz="1200" dirty="0">
                <a:latin typeface="Times New Roman"/>
                <a:cs typeface="Times New Roman"/>
              </a:rPr>
              <a:t>different</a:t>
            </a:r>
            <a:r>
              <a:rPr sz="1200" spc="170" dirty="0">
                <a:latin typeface="Times New Roman"/>
                <a:cs typeface="Times New Roman"/>
              </a:rPr>
              <a:t> </a:t>
            </a:r>
            <a:r>
              <a:rPr sz="1200" dirty="0">
                <a:latin typeface="Times New Roman"/>
                <a:cs typeface="Times New Roman"/>
              </a:rPr>
              <a:t>industries</a:t>
            </a:r>
            <a:r>
              <a:rPr sz="1200" spc="170" dirty="0">
                <a:latin typeface="Times New Roman"/>
                <a:cs typeface="Times New Roman"/>
              </a:rPr>
              <a:t> </a:t>
            </a:r>
            <a:r>
              <a:rPr sz="1200" dirty="0">
                <a:latin typeface="Times New Roman"/>
                <a:cs typeface="Times New Roman"/>
              </a:rPr>
              <a:t>and</a:t>
            </a:r>
            <a:r>
              <a:rPr sz="1200" spc="165" dirty="0">
                <a:latin typeface="Times New Roman"/>
                <a:cs typeface="Times New Roman"/>
              </a:rPr>
              <a:t> </a:t>
            </a:r>
            <a:r>
              <a:rPr sz="1200" dirty="0">
                <a:latin typeface="Times New Roman"/>
                <a:cs typeface="Times New Roman"/>
              </a:rPr>
              <a:t>for</a:t>
            </a:r>
            <a:r>
              <a:rPr sz="1200" spc="160" dirty="0">
                <a:latin typeface="Times New Roman"/>
                <a:cs typeface="Times New Roman"/>
              </a:rPr>
              <a:t> </a:t>
            </a:r>
            <a:r>
              <a:rPr sz="1200" dirty="0">
                <a:latin typeface="Times New Roman"/>
                <a:cs typeface="Times New Roman"/>
              </a:rPr>
              <a:t>rapid</a:t>
            </a:r>
            <a:r>
              <a:rPr sz="1200" spc="170" dirty="0">
                <a:latin typeface="Times New Roman"/>
                <a:cs typeface="Times New Roman"/>
              </a:rPr>
              <a:t> </a:t>
            </a:r>
            <a:r>
              <a:rPr sz="1200" dirty="0">
                <a:latin typeface="Times New Roman"/>
                <a:cs typeface="Times New Roman"/>
              </a:rPr>
              <a:t>development</a:t>
            </a:r>
            <a:r>
              <a:rPr sz="1200" spc="170" dirty="0">
                <a:latin typeface="Times New Roman"/>
                <a:cs typeface="Times New Roman"/>
              </a:rPr>
              <a:t> </a:t>
            </a:r>
            <a:r>
              <a:rPr sz="1200" spc="-25" dirty="0">
                <a:latin typeface="Times New Roman"/>
                <a:cs typeface="Times New Roman"/>
              </a:rPr>
              <a:t>of </a:t>
            </a:r>
            <a:r>
              <a:rPr sz="1200" spc="-10" dirty="0">
                <a:latin typeface="Times New Roman"/>
                <a:cs typeface="Times New Roman"/>
              </a:rPr>
              <a:t>applications</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all </a:t>
            </a:r>
            <a:r>
              <a:rPr sz="1200" spc="-10" dirty="0">
                <a:latin typeface="Times New Roman"/>
                <a:cs typeface="Times New Roman"/>
              </a:rPr>
              <a:t>kinds.</a:t>
            </a:r>
            <a:endParaRPr sz="1200" dirty="0">
              <a:latin typeface="Times New Roman"/>
              <a:cs typeface="Times New Roman"/>
            </a:endParaRPr>
          </a:p>
          <a:p>
            <a:pPr>
              <a:lnSpc>
                <a:spcPct val="100000"/>
              </a:lnSpc>
              <a:spcBef>
                <a:spcPts val="450"/>
              </a:spcBef>
            </a:pPr>
            <a:endParaRPr sz="1200" dirty="0">
              <a:latin typeface="Times New Roman"/>
              <a:cs typeface="Times New Roman"/>
            </a:endParaRPr>
          </a:p>
          <a:p>
            <a:pPr marL="12700" algn="just">
              <a:lnSpc>
                <a:spcPct val="100000"/>
              </a:lnSpc>
              <a:spcBef>
                <a:spcPts val="5"/>
              </a:spcBef>
            </a:pPr>
            <a:r>
              <a:rPr lang="en-US" sz="1400" b="1" dirty="0">
                <a:latin typeface="Times New Roman"/>
                <a:cs typeface="Times New Roman"/>
              </a:rPr>
              <a:t>6.1.4 </a:t>
            </a:r>
            <a:r>
              <a:rPr sz="1400" b="1" dirty="0">
                <a:latin typeface="Times New Roman"/>
                <a:cs typeface="Times New Roman"/>
              </a:rPr>
              <a:t>Choice</a:t>
            </a:r>
            <a:r>
              <a:rPr sz="1400" b="1" spc="-30" dirty="0">
                <a:latin typeface="Times New Roman"/>
                <a:cs typeface="Times New Roman"/>
              </a:rPr>
              <a:t> </a:t>
            </a:r>
            <a:r>
              <a:rPr sz="1400" b="1" dirty="0">
                <a:latin typeface="Times New Roman"/>
                <a:cs typeface="Times New Roman"/>
              </a:rPr>
              <a:t>of</a:t>
            </a:r>
            <a:r>
              <a:rPr sz="1400" b="1" spc="-30" dirty="0">
                <a:latin typeface="Times New Roman"/>
                <a:cs typeface="Times New Roman"/>
              </a:rPr>
              <a:t> </a:t>
            </a:r>
            <a:r>
              <a:rPr sz="1400" b="1" dirty="0">
                <a:latin typeface="Times New Roman"/>
                <a:cs typeface="Times New Roman"/>
              </a:rPr>
              <a:t>data</a:t>
            </a:r>
            <a:r>
              <a:rPr sz="1400" b="1" spc="-25" dirty="0">
                <a:latin typeface="Times New Roman"/>
                <a:cs typeface="Times New Roman"/>
              </a:rPr>
              <a:t> </a:t>
            </a:r>
            <a:r>
              <a:rPr sz="1400" b="1" dirty="0">
                <a:latin typeface="Times New Roman"/>
                <a:cs typeface="Times New Roman"/>
              </a:rPr>
              <a:t>science</a:t>
            </a:r>
            <a:r>
              <a:rPr sz="1400" b="1" spc="-30" dirty="0">
                <a:latin typeface="Times New Roman"/>
                <a:cs typeface="Times New Roman"/>
              </a:rPr>
              <a:t> </a:t>
            </a:r>
            <a:r>
              <a:rPr sz="1400" b="1" spc="-10" dirty="0">
                <a:latin typeface="Times New Roman"/>
                <a:cs typeface="Times New Roman"/>
              </a:rPr>
              <a:t>libraries:</a:t>
            </a:r>
            <a:endParaRPr sz="1400" dirty="0">
              <a:latin typeface="Times New Roman"/>
              <a:cs typeface="Times New Roman"/>
            </a:endParaRPr>
          </a:p>
          <a:p>
            <a:pPr marL="12700" marR="7620" indent="464184" algn="just">
              <a:lnSpc>
                <a:spcPct val="143700"/>
              </a:lnSpc>
              <a:spcBef>
                <a:spcPts val="11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significant</a:t>
            </a:r>
            <a:r>
              <a:rPr sz="1200" spc="-5" dirty="0">
                <a:latin typeface="Times New Roman"/>
                <a:cs typeface="Times New Roman"/>
              </a:rPr>
              <a:t> </a:t>
            </a:r>
            <a:r>
              <a:rPr sz="1200" dirty="0">
                <a:latin typeface="Times New Roman"/>
                <a:cs typeface="Times New Roman"/>
              </a:rPr>
              <a:t>factor</a:t>
            </a:r>
            <a:r>
              <a:rPr sz="1200" spc="-10" dirty="0">
                <a:latin typeface="Times New Roman"/>
                <a:cs typeface="Times New Roman"/>
              </a:rPr>
              <a:t> </a:t>
            </a:r>
            <a:r>
              <a:rPr sz="1200" dirty="0">
                <a:latin typeface="Times New Roman"/>
                <a:cs typeface="Times New Roman"/>
              </a:rPr>
              <a:t>giving</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push</a:t>
            </a:r>
            <a:r>
              <a:rPr sz="1200" spc="-1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Python</a:t>
            </a:r>
            <a:r>
              <a:rPr sz="1200" spc="-1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variety</a:t>
            </a:r>
            <a:r>
              <a:rPr sz="1200" spc="-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data</a:t>
            </a:r>
            <a:r>
              <a:rPr sz="1200" spc="-10" dirty="0">
                <a:latin typeface="Times New Roman"/>
                <a:cs typeface="Times New Roman"/>
              </a:rPr>
              <a:t> </a:t>
            </a:r>
            <a:r>
              <a:rPr sz="1200" dirty="0">
                <a:latin typeface="Times New Roman"/>
                <a:cs typeface="Times New Roman"/>
              </a:rPr>
              <a:t>science/data</a:t>
            </a:r>
            <a:r>
              <a:rPr sz="1200" spc="-15" dirty="0">
                <a:latin typeface="Times New Roman"/>
                <a:cs typeface="Times New Roman"/>
              </a:rPr>
              <a:t> </a:t>
            </a:r>
            <a:r>
              <a:rPr sz="1200" spc="-10" dirty="0">
                <a:latin typeface="Times New Roman"/>
                <a:cs typeface="Times New Roman"/>
              </a:rPr>
              <a:t>analytics </a:t>
            </a:r>
            <a:r>
              <a:rPr sz="1200" dirty="0">
                <a:latin typeface="Times New Roman"/>
                <a:cs typeface="Times New Roman"/>
              </a:rPr>
              <a:t>libraries</a:t>
            </a:r>
            <a:r>
              <a:rPr sz="1200" spc="-40" dirty="0">
                <a:latin typeface="Times New Roman"/>
                <a:cs typeface="Times New Roman"/>
              </a:rPr>
              <a:t> </a:t>
            </a:r>
            <a:r>
              <a:rPr sz="1200" dirty="0">
                <a:latin typeface="Times New Roman"/>
                <a:cs typeface="Times New Roman"/>
              </a:rPr>
              <a:t>made</a:t>
            </a:r>
            <a:r>
              <a:rPr sz="1200" spc="-40" dirty="0">
                <a:latin typeface="Times New Roman"/>
                <a:cs typeface="Times New Roman"/>
              </a:rPr>
              <a:t> </a:t>
            </a:r>
            <a:r>
              <a:rPr sz="1200" dirty="0">
                <a:latin typeface="Times New Roman"/>
                <a:cs typeface="Times New Roman"/>
              </a:rPr>
              <a:t>available</a:t>
            </a:r>
            <a:r>
              <a:rPr sz="1200" spc="-4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aspirants.</a:t>
            </a:r>
            <a:r>
              <a:rPr sz="1200" spc="-30" dirty="0">
                <a:latin typeface="Times New Roman"/>
                <a:cs typeface="Times New Roman"/>
              </a:rPr>
              <a:t> </a:t>
            </a:r>
            <a:r>
              <a:rPr sz="1200" dirty="0">
                <a:latin typeface="Times New Roman"/>
                <a:cs typeface="Times New Roman"/>
              </a:rPr>
              <a:t>Pandas,</a:t>
            </a:r>
            <a:r>
              <a:rPr sz="1200" spc="-35" dirty="0">
                <a:latin typeface="Times New Roman"/>
                <a:cs typeface="Times New Roman"/>
              </a:rPr>
              <a:t> </a:t>
            </a:r>
            <a:r>
              <a:rPr sz="1200" dirty="0">
                <a:latin typeface="Times New Roman"/>
                <a:cs typeface="Times New Roman"/>
              </a:rPr>
              <a:t>StatsModels,</a:t>
            </a:r>
            <a:r>
              <a:rPr sz="1200" spc="-30" dirty="0">
                <a:latin typeface="Times New Roman"/>
                <a:cs typeface="Times New Roman"/>
              </a:rPr>
              <a:t> </a:t>
            </a:r>
            <a:r>
              <a:rPr sz="1200" spc="-10" dirty="0">
                <a:latin typeface="Times New Roman"/>
                <a:cs typeface="Times New Roman"/>
              </a:rPr>
              <a:t>NumPy,</a:t>
            </a:r>
            <a:r>
              <a:rPr sz="1200" spc="-35" dirty="0">
                <a:latin typeface="Times New Roman"/>
                <a:cs typeface="Times New Roman"/>
              </a:rPr>
              <a:t> </a:t>
            </a:r>
            <a:r>
              <a:rPr sz="1200" spc="-10" dirty="0">
                <a:latin typeface="Times New Roman"/>
                <a:cs typeface="Times New Roman"/>
              </a:rPr>
              <a:t>SciPy,</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Scikit-</a:t>
            </a:r>
            <a:r>
              <a:rPr sz="1200" dirty="0">
                <a:latin typeface="Times New Roman"/>
                <a:cs typeface="Times New Roman"/>
              </a:rPr>
              <a:t>Learn,</a:t>
            </a:r>
            <a:r>
              <a:rPr sz="1200" spc="-35" dirty="0">
                <a:latin typeface="Times New Roman"/>
                <a:cs typeface="Times New Roman"/>
              </a:rPr>
              <a:t> </a:t>
            </a:r>
            <a:r>
              <a:rPr sz="1200" spc="-25" dirty="0">
                <a:latin typeface="Times New Roman"/>
                <a:cs typeface="Times New Roman"/>
              </a:rPr>
              <a:t>are </a:t>
            </a:r>
            <a:r>
              <a:rPr sz="1200" dirty="0">
                <a:latin typeface="Times New Roman"/>
                <a:cs typeface="Times New Roman"/>
              </a:rPr>
              <a:t>some</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libraries</a:t>
            </a:r>
            <a:r>
              <a:rPr sz="1200" spc="40" dirty="0">
                <a:latin typeface="Times New Roman"/>
                <a:cs typeface="Times New Roman"/>
              </a:rPr>
              <a:t> </a:t>
            </a:r>
            <a:r>
              <a:rPr sz="1200" dirty="0">
                <a:latin typeface="Times New Roman"/>
                <a:cs typeface="Times New Roman"/>
              </a:rPr>
              <a:t>well</a:t>
            </a:r>
            <a:r>
              <a:rPr sz="1200" spc="40" dirty="0">
                <a:latin typeface="Times New Roman"/>
                <a:cs typeface="Times New Roman"/>
              </a:rPr>
              <a:t> </a:t>
            </a:r>
            <a:r>
              <a:rPr sz="1200" dirty="0">
                <a:latin typeface="Times New Roman"/>
                <a:cs typeface="Times New Roman"/>
              </a:rPr>
              <a:t>known</a:t>
            </a:r>
            <a:r>
              <a:rPr sz="1200" spc="35"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science</a:t>
            </a:r>
            <a:r>
              <a:rPr sz="1200" spc="35" dirty="0">
                <a:latin typeface="Times New Roman"/>
                <a:cs typeface="Times New Roman"/>
              </a:rPr>
              <a:t> </a:t>
            </a:r>
            <a:r>
              <a:rPr sz="1200" dirty="0">
                <a:latin typeface="Times New Roman"/>
                <a:cs typeface="Times New Roman"/>
              </a:rPr>
              <a:t>community.</a:t>
            </a:r>
            <a:r>
              <a:rPr sz="1200" spc="40" dirty="0">
                <a:latin typeface="Times New Roman"/>
                <a:cs typeface="Times New Roman"/>
              </a:rPr>
              <a:t> </a:t>
            </a:r>
            <a:r>
              <a:rPr sz="1200" dirty="0">
                <a:latin typeface="Times New Roman"/>
                <a:cs typeface="Times New Roman"/>
              </a:rPr>
              <a:t>Python</a:t>
            </a:r>
            <a:r>
              <a:rPr sz="1200" spc="35" dirty="0">
                <a:latin typeface="Times New Roman"/>
                <a:cs typeface="Times New Roman"/>
              </a:rPr>
              <a:t> </a:t>
            </a:r>
            <a:r>
              <a:rPr sz="1200" dirty="0">
                <a:latin typeface="Times New Roman"/>
                <a:cs typeface="Times New Roman"/>
              </a:rPr>
              <a:t>does</a:t>
            </a:r>
            <a:r>
              <a:rPr sz="1200" spc="40" dirty="0">
                <a:latin typeface="Times New Roman"/>
                <a:cs typeface="Times New Roman"/>
              </a:rPr>
              <a:t> </a:t>
            </a:r>
            <a:r>
              <a:rPr sz="1200" dirty="0">
                <a:latin typeface="Times New Roman"/>
                <a:cs typeface="Times New Roman"/>
              </a:rPr>
              <a:t>not</a:t>
            </a:r>
            <a:r>
              <a:rPr sz="1200" spc="40" dirty="0">
                <a:latin typeface="Times New Roman"/>
                <a:cs typeface="Times New Roman"/>
              </a:rPr>
              <a:t> </a:t>
            </a:r>
            <a:r>
              <a:rPr sz="1200" dirty="0">
                <a:latin typeface="Times New Roman"/>
                <a:cs typeface="Times New Roman"/>
              </a:rPr>
              <a:t>stop</a:t>
            </a:r>
            <a:r>
              <a:rPr sz="1200" spc="40"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spc="-25" dirty="0">
                <a:latin typeface="Times New Roman"/>
                <a:cs typeface="Times New Roman"/>
              </a:rPr>
              <a:t>as </a:t>
            </a:r>
            <a:r>
              <a:rPr sz="1200" dirty="0">
                <a:latin typeface="Times New Roman"/>
                <a:cs typeface="Times New Roman"/>
              </a:rPr>
              <a:t>libraries</a:t>
            </a:r>
            <a:r>
              <a:rPr sz="1200" spc="140" dirty="0">
                <a:latin typeface="Times New Roman"/>
                <a:cs typeface="Times New Roman"/>
              </a:rPr>
              <a:t> </a:t>
            </a:r>
            <a:r>
              <a:rPr sz="1200" dirty="0">
                <a:latin typeface="Times New Roman"/>
                <a:cs typeface="Times New Roman"/>
              </a:rPr>
              <a:t>have</a:t>
            </a:r>
            <a:r>
              <a:rPr sz="1200" spc="140" dirty="0">
                <a:latin typeface="Times New Roman"/>
                <a:cs typeface="Times New Roman"/>
              </a:rPr>
              <a:t> </a:t>
            </a:r>
            <a:r>
              <a:rPr sz="1200" dirty="0">
                <a:latin typeface="Times New Roman"/>
                <a:cs typeface="Times New Roman"/>
              </a:rPr>
              <a:t>been</a:t>
            </a:r>
            <a:r>
              <a:rPr sz="1200" spc="145" dirty="0">
                <a:latin typeface="Times New Roman"/>
                <a:cs typeface="Times New Roman"/>
              </a:rPr>
              <a:t> </a:t>
            </a:r>
            <a:r>
              <a:rPr sz="1200" dirty="0">
                <a:latin typeface="Times New Roman"/>
                <a:cs typeface="Times New Roman"/>
              </a:rPr>
              <a:t>growing</a:t>
            </a:r>
            <a:r>
              <a:rPr sz="1200" spc="145" dirty="0">
                <a:latin typeface="Times New Roman"/>
                <a:cs typeface="Times New Roman"/>
              </a:rPr>
              <a:t> </a:t>
            </a:r>
            <a:r>
              <a:rPr sz="1200" dirty="0">
                <a:latin typeface="Times New Roman"/>
                <a:cs typeface="Times New Roman"/>
              </a:rPr>
              <a:t>over</a:t>
            </a:r>
            <a:r>
              <a:rPr sz="1200" spc="140" dirty="0">
                <a:latin typeface="Times New Roman"/>
                <a:cs typeface="Times New Roman"/>
              </a:rPr>
              <a:t> </a:t>
            </a:r>
            <a:r>
              <a:rPr sz="1200" dirty="0">
                <a:latin typeface="Times New Roman"/>
                <a:cs typeface="Times New Roman"/>
              </a:rPr>
              <a:t>time.</a:t>
            </a:r>
            <a:r>
              <a:rPr sz="1200" spc="120" dirty="0">
                <a:latin typeface="Times New Roman"/>
                <a:cs typeface="Times New Roman"/>
              </a:rPr>
              <a:t> </a:t>
            </a:r>
            <a:r>
              <a:rPr sz="1200" dirty="0">
                <a:latin typeface="Times New Roman"/>
                <a:cs typeface="Times New Roman"/>
              </a:rPr>
              <a:t>What</a:t>
            </a:r>
            <a:r>
              <a:rPr sz="1200" spc="140" dirty="0">
                <a:latin typeface="Times New Roman"/>
                <a:cs typeface="Times New Roman"/>
              </a:rPr>
              <a:t> </a:t>
            </a:r>
            <a:r>
              <a:rPr sz="1200" dirty="0">
                <a:latin typeface="Times New Roman"/>
                <a:cs typeface="Times New Roman"/>
              </a:rPr>
              <a:t>you</a:t>
            </a:r>
            <a:r>
              <a:rPr sz="1200" spc="145" dirty="0">
                <a:latin typeface="Times New Roman"/>
                <a:cs typeface="Times New Roman"/>
              </a:rPr>
              <a:t> </a:t>
            </a:r>
            <a:r>
              <a:rPr sz="1200" dirty="0">
                <a:latin typeface="Times New Roman"/>
                <a:cs typeface="Times New Roman"/>
              </a:rPr>
              <a:t>thought</a:t>
            </a:r>
            <a:r>
              <a:rPr sz="1200" spc="150" dirty="0">
                <a:latin typeface="Times New Roman"/>
                <a:cs typeface="Times New Roman"/>
              </a:rPr>
              <a:t> </a:t>
            </a:r>
            <a:r>
              <a:rPr sz="1200" dirty="0">
                <a:latin typeface="Times New Roman"/>
                <a:cs typeface="Times New Roman"/>
              </a:rPr>
              <a:t>was</a:t>
            </a:r>
            <a:r>
              <a:rPr sz="1200" spc="145" dirty="0">
                <a:latin typeface="Times New Roman"/>
                <a:cs typeface="Times New Roman"/>
              </a:rPr>
              <a:t> </a:t>
            </a:r>
            <a:r>
              <a:rPr sz="1200" dirty="0">
                <a:latin typeface="Times New Roman"/>
                <a:cs typeface="Times New Roman"/>
              </a:rPr>
              <a:t>a</a:t>
            </a:r>
            <a:r>
              <a:rPr sz="1200" spc="150" dirty="0">
                <a:latin typeface="Times New Roman"/>
                <a:cs typeface="Times New Roman"/>
              </a:rPr>
              <a:t> </a:t>
            </a:r>
            <a:r>
              <a:rPr sz="1200" dirty="0">
                <a:latin typeface="Times New Roman"/>
                <a:cs typeface="Times New Roman"/>
              </a:rPr>
              <a:t>constraint</a:t>
            </a:r>
            <a:r>
              <a:rPr sz="1200" spc="150" dirty="0">
                <a:latin typeface="Times New Roman"/>
                <a:cs typeface="Times New Roman"/>
              </a:rPr>
              <a:t> </a:t>
            </a:r>
            <a:r>
              <a:rPr sz="1200" dirty="0">
                <a:latin typeface="Times New Roman"/>
                <a:cs typeface="Times New Roman"/>
              </a:rPr>
              <a:t>a</a:t>
            </a:r>
            <a:r>
              <a:rPr sz="1200" spc="140" dirty="0">
                <a:latin typeface="Times New Roman"/>
                <a:cs typeface="Times New Roman"/>
              </a:rPr>
              <a:t> </a:t>
            </a:r>
            <a:r>
              <a:rPr sz="1200" dirty="0">
                <a:latin typeface="Times New Roman"/>
                <a:cs typeface="Times New Roman"/>
              </a:rPr>
              <a:t>year</a:t>
            </a:r>
            <a:r>
              <a:rPr sz="1200" spc="155" dirty="0">
                <a:latin typeface="Times New Roman"/>
                <a:cs typeface="Times New Roman"/>
              </a:rPr>
              <a:t> </a:t>
            </a:r>
            <a:r>
              <a:rPr sz="1200" dirty="0">
                <a:latin typeface="Times New Roman"/>
                <a:cs typeface="Times New Roman"/>
              </a:rPr>
              <a:t>ago</a:t>
            </a:r>
            <a:r>
              <a:rPr sz="1200" spc="145" dirty="0">
                <a:latin typeface="Times New Roman"/>
                <a:cs typeface="Times New Roman"/>
              </a:rPr>
              <a:t> </a:t>
            </a:r>
            <a:r>
              <a:rPr sz="1200" dirty="0">
                <a:latin typeface="Times New Roman"/>
                <a:cs typeface="Times New Roman"/>
              </a:rPr>
              <a:t>would</a:t>
            </a:r>
            <a:r>
              <a:rPr sz="1200" spc="145" dirty="0">
                <a:latin typeface="Times New Roman"/>
                <a:cs typeface="Times New Roman"/>
              </a:rPr>
              <a:t> </a:t>
            </a:r>
            <a:r>
              <a:rPr sz="1200" spc="-25" dirty="0">
                <a:latin typeface="Times New Roman"/>
                <a:cs typeface="Times New Roman"/>
              </a:rPr>
              <a:t>be </a:t>
            </a:r>
            <a:r>
              <a:rPr sz="1200" dirty="0">
                <a:latin typeface="Times New Roman"/>
                <a:cs typeface="Times New Roman"/>
              </a:rPr>
              <a:t>addressed</a:t>
            </a:r>
            <a:r>
              <a:rPr sz="1200" spc="-20" dirty="0">
                <a:latin typeface="Times New Roman"/>
                <a:cs typeface="Times New Roman"/>
              </a:rPr>
              <a:t> </a:t>
            </a:r>
            <a:r>
              <a:rPr sz="1200" dirty="0">
                <a:latin typeface="Times New Roman"/>
                <a:cs typeface="Times New Roman"/>
              </a:rPr>
              <a:t>well</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Python</a:t>
            </a:r>
            <a:r>
              <a:rPr sz="1200" spc="-2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robust</a:t>
            </a:r>
            <a:r>
              <a:rPr sz="1200" spc="-25" dirty="0">
                <a:latin typeface="Times New Roman"/>
                <a:cs typeface="Times New Roman"/>
              </a:rPr>
              <a:t> </a:t>
            </a:r>
            <a:r>
              <a:rPr sz="1200" dirty="0">
                <a:latin typeface="Times New Roman"/>
                <a:cs typeface="Times New Roman"/>
              </a:rPr>
              <a:t>solution</a:t>
            </a:r>
            <a:r>
              <a:rPr sz="1200" spc="-20" dirty="0">
                <a:latin typeface="Times New Roman"/>
                <a:cs typeface="Times New Roman"/>
              </a:rPr>
              <a:t> </a:t>
            </a:r>
            <a:r>
              <a:rPr sz="1200" dirty="0">
                <a:latin typeface="Times New Roman"/>
                <a:cs typeface="Times New Roman"/>
              </a:rPr>
              <a:t>addressing</a:t>
            </a:r>
            <a:r>
              <a:rPr sz="1200" spc="-25" dirty="0">
                <a:latin typeface="Times New Roman"/>
                <a:cs typeface="Times New Roman"/>
              </a:rPr>
              <a:t> </a:t>
            </a:r>
            <a:r>
              <a:rPr sz="1200" spc="-10" dirty="0">
                <a:latin typeface="Times New Roman"/>
                <a:cs typeface="Times New Roman"/>
              </a:rPr>
              <a:t>problems</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spc="-10" dirty="0">
                <a:latin typeface="Times New Roman"/>
                <a:cs typeface="Times New Roman"/>
              </a:rPr>
              <a:t>nature.</a:t>
            </a:r>
            <a:endParaRPr sz="12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6" name="object 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22</a:t>
            </a:r>
            <a:endParaRPr spc="-25" dirty="0"/>
          </a:p>
        </p:txBody>
      </p:sp>
      <p:sp>
        <p:nvSpPr>
          <p:cNvPr id="7" name="object 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3" name="object 3"/>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4" name="object 4"/>
          <p:cNvSpPr txBox="1"/>
          <p:nvPr/>
        </p:nvSpPr>
        <p:spPr>
          <a:xfrm>
            <a:off x="886764" y="553776"/>
            <a:ext cx="6149975" cy="9092489"/>
          </a:xfrm>
          <a:prstGeom prst="rect">
            <a:avLst/>
          </a:prstGeom>
        </p:spPr>
        <p:txBody>
          <a:bodyPr vert="horz" wrap="square" lIns="0" tIns="83185" rIns="0" bIns="0" rtlCol="0">
            <a:spAutoFit/>
          </a:bodyPr>
          <a:lstStyle/>
          <a:p>
            <a:pPr marL="50800" algn="just">
              <a:lnSpc>
                <a:spcPct val="100000"/>
              </a:lnSpc>
              <a:spcBef>
                <a:spcPts val="655"/>
              </a:spcBef>
              <a:tabLst>
                <a:tab pos="5168900"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a:t>
            </a:r>
            <a:r>
              <a:rPr sz="1200" spc="-10" dirty="0">
                <a:latin typeface="Times New Roman"/>
                <a:cs typeface="Times New Roman"/>
              </a:rPr>
              <a:t>Implementation</a:t>
            </a:r>
            <a:endParaRPr sz="1200" dirty="0">
              <a:latin typeface="Times New Roman"/>
              <a:cs typeface="Times New Roman"/>
            </a:endParaRPr>
          </a:p>
          <a:p>
            <a:pPr marL="12700" algn="just">
              <a:lnSpc>
                <a:spcPct val="100000"/>
              </a:lnSpc>
              <a:spcBef>
                <a:spcPts val="655"/>
              </a:spcBef>
            </a:pPr>
            <a:r>
              <a:rPr lang="en-US" sz="1400" b="1" dirty="0">
                <a:latin typeface="Times New Roman"/>
                <a:cs typeface="Times New Roman"/>
              </a:rPr>
              <a:t>6.1.5</a:t>
            </a:r>
            <a:r>
              <a:rPr sz="1400" b="1" dirty="0">
                <a:latin typeface="Times New Roman"/>
                <a:cs typeface="Times New Roman"/>
              </a:rPr>
              <a:t>Python</a:t>
            </a:r>
            <a:r>
              <a:rPr sz="1400" b="1" spc="-10" dirty="0">
                <a:latin typeface="Times New Roman"/>
                <a:cs typeface="Times New Roman"/>
              </a:rPr>
              <a:t> community:</a:t>
            </a:r>
            <a:endParaRPr sz="1400" dirty="0">
              <a:latin typeface="Times New Roman"/>
              <a:cs typeface="Times New Roman"/>
            </a:endParaRPr>
          </a:p>
          <a:p>
            <a:pPr marL="12700" marR="5080" indent="464184" algn="just">
              <a:lnSpc>
                <a:spcPct val="143800"/>
              </a:lnSpc>
              <a:spcBef>
                <a:spcPts val="105"/>
              </a:spcBef>
            </a:pPr>
            <a:r>
              <a:rPr sz="1200" dirty="0">
                <a:latin typeface="Times New Roman"/>
                <a:cs typeface="Times New Roman"/>
              </a:rPr>
              <a:t>One</a:t>
            </a:r>
            <a:r>
              <a:rPr sz="1200" spc="-75"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reasons</a:t>
            </a:r>
            <a:r>
              <a:rPr sz="1200" spc="-3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phenomenal</a:t>
            </a:r>
            <a:r>
              <a:rPr sz="1200" spc="-30" dirty="0">
                <a:latin typeface="Times New Roman"/>
                <a:cs typeface="Times New Roman"/>
              </a:rPr>
              <a:t> </a:t>
            </a:r>
            <a:r>
              <a:rPr sz="1200" dirty="0">
                <a:latin typeface="Times New Roman"/>
                <a:cs typeface="Times New Roman"/>
              </a:rPr>
              <a:t>rise</a:t>
            </a:r>
            <a:r>
              <a:rPr sz="1200" spc="-4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Python</a:t>
            </a:r>
            <a:r>
              <a:rPr sz="1200" spc="-3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10" dirty="0">
                <a:latin typeface="Times New Roman"/>
                <a:cs typeface="Times New Roman"/>
              </a:rPr>
              <a:t>attributed</a:t>
            </a:r>
            <a:r>
              <a:rPr sz="1200" spc="-35"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dirty="0">
                <a:latin typeface="Times New Roman"/>
                <a:cs typeface="Times New Roman"/>
              </a:rPr>
              <a:t>its</a:t>
            </a:r>
            <a:r>
              <a:rPr sz="1200" spc="-20" dirty="0">
                <a:latin typeface="Times New Roman"/>
                <a:cs typeface="Times New Roman"/>
              </a:rPr>
              <a:t> ecosystem.</a:t>
            </a:r>
            <a:r>
              <a:rPr sz="1200" spc="-55"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spc="-10" dirty="0">
                <a:latin typeface="Times New Roman"/>
                <a:cs typeface="Times New Roman"/>
              </a:rPr>
              <a:t>Python </a:t>
            </a:r>
            <a:r>
              <a:rPr sz="1200" dirty="0">
                <a:latin typeface="Times New Roman"/>
                <a:cs typeface="Times New Roman"/>
              </a:rPr>
              <a:t>extends</a:t>
            </a:r>
            <a:r>
              <a:rPr sz="1200" spc="-25" dirty="0">
                <a:latin typeface="Times New Roman"/>
                <a:cs typeface="Times New Roman"/>
              </a:rPr>
              <a:t> </a:t>
            </a:r>
            <a:r>
              <a:rPr sz="1200" dirty="0">
                <a:latin typeface="Times New Roman"/>
                <a:cs typeface="Times New Roman"/>
              </a:rPr>
              <a:t>its</a:t>
            </a:r>
            <a:r>
              <a:rPr sz="1200" spc="-20" dirty="0">
                <a:latin typeface="Times New Roman"/>
                <a:cs typeface="Times New Roman"/>
              </a:rPr>
              <a:t> </a:t>
            </a:r>
            <a:r>
              <a:rPr sz="1200" dirty="0">
                <a:latin typeface="Times New Roman"/>
                <a:cs typeface="Times New Roman"/>
              </a:rPr>
              <a:t>reach</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science</a:t>
            </a:r>
            <a:r>
              <a:rPr sz="1200" spc="-25" dirty="0">
                <a:latin typeface="Times New Roman"/>
                <a:cs typeface="Times New Roman"/>
              </a:rPr>
              <a:t> </a:t>
            </a:r>
            <a:r>
              <a:rPr sz="1200" spc="-10" dirty="0">
                <a:latin typeface="Times New Roman"/>
                <a:cs typeface="Times New Roman"/>
              </a:rPr>
              <a:t>community,</a:t>
            </a:r>
            <a:r>
              <a:rPr sz="1200" spc="-25" dirty="0">
                <a:latin typeface="Times New Roman"/>
                <a:cs typeface="Times New Roman"/>
              </a:rPr>
              <a:t> </a:t>
            </a:r>
            <a:r>
              <a:rPr sz="1200" dirty="0">
                <a:latin typeface="Times New Roman"/>
                <a:cs typeface="Times New Roman"/>
              </a:rPr>
              <a:t>more</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more</a:t>
            </a:r>
            <a:r>
              <a:rPr sz="1200" spc="-20" dirty="0">
                <a:latin typeface="Times New Roman"/>
                <a:cs typeface="Times New Roman"/>
              </a:rPr>
              <a:t> </a:t>
            </a:r>
            <a:r>
              <a:rPr sz="1200" dirty="0">
                <a:latin typeface="Times New Roman"/>
                <a:cs typeface="Times New Roman"/>
              </a:rPr>
              <a:t>volunteers</a:t>
            </a:r>
            <a:r>
              <a:rPr sz="1200" spc="-20"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creating</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science libraries.</a:t>
            </a:r>
            <a:r>
              <a:rPr sz="1200" spc="-35" dirty="0">
                <a:latin typeface="Times New Roman"/>
                <a:cs typeface="Times New Roman"/>
              </a:rPr>
              <a:t> </a:t>
            </a:r>
            <a:r>
              <a:rPr sz="1200" dirty="0">
                <a:latin typeface="Times New Roman"/>
                <a:cs typeface="Times New Roman"/>
              </a:rPr>
              <a:t>This,</a:t>
            </a:r>
            <a:r>
              <a:rPr sz="1200" spc="-5" dirty="0">
                <a:latin typeface="Times New Roman"/>
                <a:cs typeface="Times New Roman"/>
              </a:rPr>
              <a:t> </a:t>
            </a: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turn,</a:t>
            </a:r>
            <a:r>
              <a:rPr sz="1200" spc="-10" dirty="0">
                <a:latin typeface="Times New Roman"/>
                <a:cs typeface="Times New Roman"/>
              </a:rPr>
              <a:t> </a:t>
            </a:r>
            <a:r>
              <a:rPr sz="1200" dirty="0">
                <a:latin typeface="Times New Roman"/>
                <a:cs typeface="Times New Roman"/>
              </a:rPr>
              <a:t>has</a:t>
            </a:r>
            <a:r>
              <a:rPr sz="1200" spc="-10" dirty="0">
                <a:latin typeface="Times New Roman"/>
                <a:cs typeface="Times New Roman"/>
              </a:rPr>
              <a:t> </a:t>
            </a:r>
            <a:r>
              <a:rPr sz="1200" dirty="0">
                <a:latin typeface="Times New Roman"/>
                <a:cs typeface="Times New Roman"/>
              </a:rPr>
              <a:t>led</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way</a:t>
            </a:r>
            <a:r>
              <a:rPr sz="1200" spc="-10" dirty="0">
                <a:latin typeface="Times New Roman"/>
                <a:cs typeface="Times New Roman"/>
              </a:rPr>
              <a:t> </a:t>
            </a:r>
            <a:r>
              <a:rPr sz="1200" dirty="0">
                <a:latin typeface="Times New Roman"/>
                <a:cs typeface="Times New Roman"/>
              </a:rPr>
              <a:t>for creating</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most</a:t>
            </a:r>
            <a:r>
              <a:rPr sz="1200" spc="-5" dirty="0">
                <a:latin typeface="Times New Roman"/>
                <a:cs typeface="Times New Roman"/>
              </a:rPr>
              <a:t> </a:t>
            </a:r>
            <a:r>
              <a:rPr sz="1200" dirty="0">
                <a:latin typeface="Times New Roman"/>
                <a:cs typeface="Times New Roman"/>
              </a:rPr>
              <a:t>modern</a:t>
            </a:r>
            <a:r>
              <a:rPr sz="1200" spc="-5" dirty="0">
                <a:latin typeface="Times New Roman"/>
                <a:cs typeface="Times New Roman"/>
              </a:rPr>
              <a:t> </a:t>
            </a:r>
            <a:r>
              <a:rPr sz="1200" dirty="0">
                <a:latin typeface="Times New Roman"/>
                <a:cs typeface="Times New Roman"/>
              </a:rPr>
              <a:t>tools</a:t>
            </a:r>
            <a:r>
              <a:rPr sz="1200" spc="-1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processing</a:t>
            </a:r>
            <a:r>
              <a:rPr sz="1200" spc="-10"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spc="-10" dirty="0">
                <a:latin typeface="Times New Roman"/>
                <a:cs typeface="Times New Roman"/>
              </a:rPr>
              <a:t>Python. </a:t>
            </a:r>
            <a:r>
              <a:rPr sz="1200" dirty="0">
                <a:latin typeface="Times New Roman"/>
                <a:cs typeface="Times New Roman"/>
              </a:rPr>
              <a:t>The</a:t>
            </a:r>
            <a:r>
              <a:rPr sz="1200" spc="190" dirty="0">
                <a:latin typeface="Times New Roman"/>
                <a:cs typeface="Times New Roman"/>
              </a:rPr>
              <a:t> </a:t>
            </a:r>
            <a:r>
              <a:rPr sz="1200" dirty="0">
                <a:latin typeface="Times New Roman"/>
                <a:cs typeface="Times New Roman"/>
              </a:rPr>
              <a:t>widespread</a:t>
            </a:r>
            <a:r>
              <a:rPr sz="1200" spc="195" dirty="0">
                <a:latin typeface="Times New Roman"/>
                <a:cs typeface="Times New Roman"/>
              </a:rPr>
              <a:t> </a:t>
            </a:r>
            <a:r>
              <a:rPr sz="1200" dirty="0">
                <a:latin typeface="Times New Roman"/>
                <a:cs typeface="Times New Roman"/>
              </a:rPr>
              <a:t>and</a:t>
            </a:r>
            <a:r>
              <a:rPr sz="1200" spc="195" dirty="0">
                <a:latin typeface="Times New Roman"/>
                <a:cs typeface="Times New Roman"/>
              </a:rPr>
              <a:t> </a:t>
            </a:r>
            <a:r>
              <a:rPr sz="1200" dirty="0">
                <a:latin typeface="Times New Roman"/>
                <a:cs typeface="Times New Roman"/>
              </a:rPr>
              <a:t>involved</a:t>
            </a:r>
            <a:r>
              <a:rPr sz="1200" spc="190" dirty="0">
                <a:latin typeface="Times New Roman"/>
                <a:cs typeface="Times New Roman"/>
              </a:rPr>
              <a:t> </a:t>
            </a:r>
            <a:r>
              <a:rPr sz="1200" dirty="0">
                <a:latin typeface="Times New Roman"/>
                <a:cs typeface="Times New Roman"/>
              </a:rPr>
              <a:t>community</a:t>
            </a:r>
            <a:r>
              <a:rPr sz="1200" spc="200" dirty="0">
                <a:latin typeface="Times New Roman"/>
                <a:cs typeface="Times New Roman"/>
              </a:rPr>
              <a:t> </a:t>
            </a:r>
            <a:r>
              <a:rPr sz="1200" dirty="0">
                <a:latin typeface="Times New Roman"/>
                <a:cs typeface="Times New Roman"/>
              </a:rPr>
              <a:t>promotes</a:t>
            </a:r>
            <a:r>
              <a:rPr sz="1200" spc="190" dirty="0">
                <a:latin typeface="Times New Roman"/>
                <a:cs typeface="Times New Roman"/>
              </a:rPr>
              <a:t> </a:t>
            </a:r>
            <a:r>
              <a:rPr sz="1200" dirty="0">
                <a:latin typeface="Times New Roman"/>
                <a:cs typeface="Times New Roman"/>
              </a:rPr>
              <a:t>easy</a:t>
            </a:r>
            <a:r>
              <a:rPr sz="1200" spc="195" dirty="0">
                <a:latin typeface="Times New Roman"/>
                <a:cs typeface="Times New Roman"/>
              </a:rPr>
              <a:t> </a:t>
            </a:r>
            <a:r>
              <a:rPr sz="1200" dirty="0">
                <a:latin typeface="Times New Roman"/>
                <a:cs typeface="Times New Roman"/>
              </a:rPr>
              <a:t>access</a:t>
            </a:r>
            <a:r>
              <a:rPr sz="1200" spc="210" dirty="0">
                <a:latin typeface="Times New Roman"/>
                <a:cs typeface="Times New Roman"/>
              </a:rPr>
              <a:t> </a:t>
            </a:r>
            <a:r>
              <a:rPr sz="1200" dirty="0">
                <a:latin typeface="Times New Roman"/>
                <a:cs typeface="Times New Roman"/>
              </a:rPr>
              <a:t>for</a:t>
            </a:r>
            <a:r>
              <a:rPr sz="1200" spc="185" dirty="0">
                <a:latin typeface="Times New Roman"/>
                <a:cs typeface="Times New Roman"/>
              </a:rPr>
              <a:t> </a:t>
            </a:r>
            <a:r>
              <a:rPr sz="1200" dirty="0">
                <a:latin typeface="Times New Roman"/>
                <a:cs typeface="Times New Roman"/>
              </a:rPr>
              <a:t>aspirants</a:t>
            </a:r>
            <a:r>
              <a:rPr sz="1200" spc="204" dirty="0">
                <a:latin typeface="Times New Roman"/>
                <a:cs typeface="Times New Roman"/>
              </a:rPr>
              <a:t> </a:t>
            </a:r>
            <a:r>
              <a:rPr sz="1200" dirty="0">
                <a:latin typeface="Times New Roman"/>
                <a:cs typeface="Times New Roman"/>
              </a:rPr>
              <a:t>who</a:t>
            </a:r>
            <a:r>
              <a:rPr sz="1200" spc="190" dirty="0">
                <a:latin typeface="Times New Roman"/>
                <a:cs typeface="Times New Roman"/>
              </a:rPr>
              <a:t> </a:t>
            </a:r>
            <a:r>
              <a:rPr sz="1200" dirty="0">
                <a:latin typeface="Times New Roman"/>
                <a:cs typeface="Times New Roman"/>
              </a:rPr>
              <a:t>want</a:t>
            </a:r>
            <a:r>
              <a:rPr sz="1200" spc="195" dirty="0">
                <a:latin typeface="Times New Roman"/>
                <a:cs typeface="Times New Roman"/>
              </a:rPr>
              <a:t> </a:t>
            </a:r>
            <a:r>
              <a:rPr sz="1200" dirty="0">
                <a:latin typeface="Times New Roman"/>
                <a:cs typeface="Times New Roman"/>
              </a:rPr>
              <a:t>to</a:t>
            </a:r>
            <a:r>
              <a:rPr sz="1200" spc="195" dirty="0">
                <a:latin typeface="Times New Roman"/>
                <a:cs typeface="Times New Roman"/>
              </a:rPr>
              <a:t> </a:t>
            </a:r>
            <a:r>
              <a:rPr sz="1200" spc="-20" dirty="0">
                <a:latin typeface="Times New Roman"/>
                <a:cs typeface="Times New Roman"/>
              </a:rPr>
              <a:t>find </a:t>
            </a:r>
            <a:r>
              <a:rPr sz="1200" dirty="0">
                <a:latin typeface="Times New Roman"/>
                <a:cs typeface="Times New Roman"/>
              </a:rPr>
              <a:t>solutions</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their</a:t>
            </a:r>
            <a:r>
              <a:rPr sz="1200" spc="-45" dirty="0">
                <a:latin typeface="Times New Roman"/>
                <a:cs typeface="Times New Roman"/>
              </a:rPr>
              <a:t> </a:t>
            </a:r>
            <a:r>
              <a:rPr sz="1200" dirty="0">
                <a:latin typeface="Times New Roman"/>
                <a:cs typeface="Times New Roman"/>
              </a:rPr>
              <a:t>coding</a:t>
            </a:r>
            <a:r>
              <a:rPr sz="1200" spc="-20" dirty="0">
                <a:latin typeface="Times New Roman"/>
                <a:cs typeface="Times New Roman"/>
              </a:rPr>
              <a:t> </a:t>
            </a:r>
            <a:r>
              <a:rPr sz="1200" dirty="0">
                <a:latin typeface="Times New Roman"/>
                <a:cs typeface="Times New Roman"/>
              </a:rPr>
              <a:t>problems.</a:t>
            </a:r>
            <a:r>
              <a:rPr sz="1200" spc="-60" dirty="0">
                <a:latin typeface="Times New Roman"/>
                <a:cs typeface="Times New Roman"/>
              </a:rPr>
              <a:t> </a:t>
            </a:r>
            <a:r>
              <a:rPr sz="1200" dirty="0">
                <a:latin typeface="Times New Roman"/>
                <a:cs typeface="Times New Roman"/>
              </a:rPr>
              <a:t>Whatever</a:t>
            </a:r>
            <a:r>
              <a:rPr sz="1200" spc="-25" dirty="0">
                <a:latin typeface="Times New Roman"/>
                <a:cs typeface="Times New Roman"/>
              </a:rPr>
              <a:t> </a:t>
            </a:r>
            <a:r>
              <a:rPr sz="1200" dirty="0">
                <a:latin typeface="Times New Roman"/>
                <a:cs typeface="Times New Roman"/>
              </a:rPr>
              <a:t>queries</a:t>
            </a:r>
            <a:r>
              <a:rPr sz="1200" spc="-40" dirty="0">
                <a:latin typeface="Times New Roman"/>
                <a:cs typeface="Times New Roman"/>
              </a:rPr>
              <a:t> </a:t>
            </a:r>
            <a:r>
              <a:rPr sz="1200" dirty="0">
                <a:latin typeface="Times New Roman"/>
                <a:cs typeface="Times New Roman"/>
              </a:rPr>
              <a:t>you</a:t>
            </a:r>
            <a:r>
              <a:rPr sz="1200" spc="-35" dirty="0">
                <a:latin typeface="Times New Roman"/>
                <a:cs typeface="Times New Roman"/>
              </a:rPr>
              <a:t> </a:t>
            </a:r>
            <a:r>
              <a:rPr sz="1200" dirty="0">
                <a:latin typeface="Times New Roman"/>
                <a:cs typeface="Times New Roman"/>
              </a:rPr>
              <a:t>need;</a:t>
            </a:r>
            <a:r>
              <a:rPr sz="1200" spc="-30" dirty="0">
                <a:latin typeface="Times New Roman"/>
                <a:cs typeface="Times New Roman"/>
              </a:rPr>
              <a:t> </a:t>
            </a:r>
            <a:r>
              <a:rPr sz="1200" dirty="0">
                <a:latin typeface="Times New Roman"/>
                <a:cs typeface="Times New Roman"/>
              </a:rPr>
              <a:t>it</a:t>
            </a:r>
            <a:r>
              <a:rPr sz="1200" spc="-3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click</a:t>
            </a:r>
            <a:r>
              <a:rPr sz="1200" spc="-25" dirty="0">
                <a:latin typeface="Times New Roman"/>
                <a:cs typeface="Times New Roman"/>
              </a:rPr>
              <a:t> </a:t>
            </a:r>
            <a:r>
              <a:rPr sz="1200" dirty="0">
                <a:latin typeface="Times New Roman"/>
                <a:cs typeface="Times New Roman"/>
              </a:rPr>
              <a:t>or</a:t>
            </a:r>
            <a:r>
              <a:rPr sz="1200" spc="-4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Google</a:t>
            </a:r>
            <a:r>
              <a:rPr sz="1200" spc="-40" dirty="0">
                <a:latin typeface="Times New Roman"/>
                <a:cs typeface="Times New Roman"/>
              </a:rPr>
              <a:t> </a:t>
            </a:r>
            <a:r>
              <a:rPr sz="1200" dirty="0">
                <a:latin typeface="Times New Roman"/>
                <a:cs typeface="Times New Roman"/>
              </a:rPr>
              <a:t>search</a:t>
            </a:r>
            <a:r>
              <a:rPr sz="1200" spc="-35" dirty="0">
                <a:latin typeface="Times New Roman"/>
                <a:cs typeface="Times New Roman"/>
              </a:rPr>
              <a:t> </a:t>
            </a:r>
            <a:r>
              <a:rPr sz="1200" spc="-10" dirty="0">
                <a:latin typeface="Times New Roman"/>
                <a:cs typeface="Times New Roman"/>
              </a:rPr>
              <a:t>away. Enthusiasts</a:t>
            </a:r>
            <a:r>
              <a:rPr sz="1200" spc="-45"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also</a:t>
            </a:r>
            <a:r>
              <a:rPr sz="1200" spc="-40" dirty="0">
                <a:latin typeface="Times New Roman"/>
                <a:cs typeface="Times New Roman"/>
              </a:rPr>
              <a:t> </a:t>
            </a:r>
            <a:r>
              <a:rPr sz="1200" dirty="0">
                <a:latin typeface="Times New Roman"/>
                <a:cs typeface="Times New Roman"/>
              </a:rPr>
              <a:t>find</a:t>
            </a:r>
            <a:r>
              <a:rPr sz="1200" spc="-55" dirty="0">
                <a:latin typeface="Times New Roman"/>
                <a:cs typeface="Times New Roman"/>
              </a:rPr>
              <a:t> </a:t>
            </a:r>
            <a:r>
              <a:rPr sz="1200" dirty="0">
                <a:latin typeface="Times New Roman"/>
                <a:cs typeface="Times New Roman"/>
              </a:rPr>
              <a:t>access</a:t>
            </a:r>
            <a:r>
              <a:rPr sz="1200" spc="-4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professionals</a:t>
            </a:r>
            <a:r>
              <a:rPr sz="1200" spc="-4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Code</a:t>
            </a:r>
            <a:r>
              <a:rPr sz="1200" spc="-55" dirty="0">
                <a:latin typeface="Times New Roman"/>
                <a:cs typeface="Times New Roman"/>
              </a:rPr>
              <a:t> </a:t>
            </a:r>
            <a:r>
              <a:rPr sz="1200" dirty="0">
                <a:latin typeface="Times New Roman"/>
                <a:cs typeface="Times New Roman"/>
              </a:rPr>
              <a:t>mentor</a:t>
            </a:r>
            <a:r>
              <a:rPr sz="1200" spc="-4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Stack</a:t>
            </a:r>
            <a:r>
              <a:rPr sz="1200" spc="-45" dirty="0">
                <a:latin typeface="Times New Roman"/>
                <a:cs typeface="Times New Roman"/>
              </a:rPr>
              <a:t> </a:t>
            </a:r>
            <a:r>
              <a:rPr sz="1200" spc="-10" dirty="0">
                <a:latin typeface="Times New Roman"/>
                <a:cs typeface="Times New Roman"/>
              </a:rPr>
              <a:t>Overflow</a:t>
            </a:r>
            <a:r>
              <a:rPr sz="1200" spc="-4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find</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right </a:t>
            </a:r>
            <a:r>
              <a:rPr sz="1200" dirty="0">
                <a:latin typeface="Times New Roman"/>
                <a:cs typeface="Times New Roman"/>
              </a:rPr>
              <a:t>answers</a:t>
            </a:r>
            <a:r>
              <a:rPr sz="1200" spc="-3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spc="-10" dirty="0">
                <a:latin typeface="Times New Roman"/>
                <a:cs typeface="Times New Roman"/>
              </a:rPr>
              <a:t>queries.</a:t>
            </a:r>
            <a:endParaRPr sz="1200" dirty="0">
              <a:latin typeface="Times New Roman"/>
              <a:cs typeface="Times New Roman"/>
            </a:endParaRPr>
          </a:p>
          <a:p>
            <a:pPr>
              <a:lnSpc>
                <a:spcPct val="100000"/>
              </a:lnSpc>
              <a:spcBef>
                <a:spcPts val="455"/>
              </a:spcBef>
            </a:pPr>
            <a:endParaRPr sz="1200" dirty="0">
              <a:latin typeface="Times New Roman"/>
              <a:cs typeface="Times New Roman"/>
            </a:endParaRPr>
          </a:p>
          <a:p>
            <a:pPr marL="12700" lvl="2">
              <a:lnSpc>
                <a:spcPct val="100000"/>
              </a:lnSpc>
              <a:tabLst>
                <a:tab pos="408940" algn="l"/>
              </a:tabLst>
            </a:pPr>
            <a:r>
              <a:rPr lang="en-US" sz="1600" b="1" dirty="0">
                <a:latin typeface="Times New Roman"/>
                <a:cs typeface="Times New Roman"/>
              </a:rPr>
              <a:t>6.1.6 </a:t>
            </a:r>
            <a:r>
              <a:rPr sz="1600" b="1" dirty="0">
                <a:latin typeface="Times New Roman"/>
                <a:cs typeface="Times New Roman"/>
              </a:rPr>
              <a:t>Visual</a:t>
            </a:r>
            <a:r>
              <a:rPr sz="1600" b="1" spc="-60" dirty="0">
                <a:latin typeface="Times New Roman"/>
                <a:cs typeface="Times New Roman"/>
              </a:rPr>
              <a:t> </a:t>
            </a:r>
            <a:r>
              <a:rPr sz="1600" b="1" dirty="0">
                <a:latin typeface="Times New Roman"/>
                <a:cs typeface="Times New Roman"/>
              </a:rPr>
              <a:t>Studio</a:t>
            </a:r>
            <a:r>
              <a:rPr sz="1600" b="1" spc="-80" dirty="0">
                <a:latin typeface="Times New Roman"/>
                <a:cs typeface="Times New Roman"/>
              </a:rPr>
              <a:t> </a:t>
            </a:r>
            <a:r>
              <a:rPr sz="1600" b="1" spc="-20" dirty="0">
                <a:latin typeface="Times New Roman"/>
                <a:cs typeface="Times New Roman"/>
              </a:rPr>
              <a:t>Code</a:t>
            </a:r>
            <a:endParaRPr sz="1600" dirty="0">
              <a:latin typeface="Times New Roman"/>
              <a:cs typeface="Times New Roman"/>
            </a:endParaRPr>
          </a:p>
          <a:p>
            <a:pPr marL="12700" marR="8890" indent="464184" algn="just">
              <a:lnSpc>
                <a:spcPct val="143600"/>
              </a:lnSpc>
              <a:spcBef>
                <a:spcPts val="1310"/>
              </a:spcBef>
            </a:pP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free,</a:t>
            </a:r>
            <a:r>
              <a:rPr sz="1200" spc="55" dirty="0">
                <a:latin typeface="Times New Roman"/>
                <a:cs typeface="Times New Roman"/>
              </a:rPr>
              <a:t> </a:t>
            </a:r>
            <a:r>
              <a:rPr sz="1200" spc="-10" dirty="0">
                <a:latin typeface="Times New Roman"/>
                <a:cs typeface="Times New Roman"/>
              </a:rPr>
              <a:t>open-</a:t>
            </a:r>
            <a:r>
              <a:rPr sz="1200" dirty="0">
                <a:latin typeface="Times New Roman"/>
                <a:cs typeface="Times New Roman"/>
              </a:rPr>
              <a:t>source,</a:t>
            </a:r>
            <a:r>
              <a:rPr sz="1200" spc="60" dirty="0">
                <a:latin typeface="Times New Roman"/>
                <a:cs typeface="Times New Roman"/>
              </a:rPr>
              <a:t> </a:t>
            </a:r>
            <a:r>
              <a:rPr sz="1200" spc="-10" dirty="0">
                <a:latin typeface="Times New Roman"/>
                <a:cs typeface="Times New Roman"/>
              </a:rPr>
              <a:t>cross-</a:t>
            </a:r>
            <a:r>
              <a:rPr sz="1200" dirty="0">
                <a:latin typeface="Times New Roman"/>
                <a:cs typeface="Times New Roman"/>
              </a:rPr>
              <a:t>platform</a:t>
            </a:r>
            <a:r>
              <a:rPr sz="1200" spc="55" dirty="0">
                <a:latin typeface="Times New Roman"/>
                <a:cs typeface="Times New Roman"/>
              </a:rPr>
              <a:t> </a:t>
            </a:r>
            <a:r>
              <a:rPr sz="1200" dirty="0">
                <a:latin typeface="Times New Roman"/>
                <a:cs typeface="Times New Roman"/>
              </a:rPr>
              <a:t>code</a:t>
            </a:r>
            <a:r>
              <a:rPr sz="1200" spc="50" dirty="0">
                <a:latin typeface="Times New Roman"/>
                <a:cs typeface="Times New Roman"/>
              </a:rPr>
              <a:t> </a:t>
            </a:r>
            <a:r>
              <a:rPr sz="1200" dirty="0">
                <a:latin typeface="Times New Roman"/>
                <a:cs typeface="Times New Roman"/>
              </a:rPr>
              <a:t>editor</a:t>
            </a:r>
            <a:r>
              <a:rPr sz="1200" spc="50" dirty="0">
                <a:latin typeface="Times New Roman"/>
                <a:cs typeface="Times New Roman"/>
              </a:rPr>
              <a:t> </a:t>
            </a:r>
            <a:r>
              <a:rPr sz="1200" dirty="0">
                <a:latin typeface="Times New Roman"/>
                <a:cs typeface="Times New Roman"/>
              </a:rPr>
              <a:t>that</a:t>
            </a:r>
            <a:r>
              <a:rPr sz="1200" spc="55" dirty="0">
                <a:latin typeface="Times New Roman"/>
                <a:cs typeface="Times New Roman"/>
              </a:rPr>
              <a:t> </a:t>
            </a:r>
            <a:r>
              <a:rPr sz="1200" dirty="0">
                <a:latin typeface="Times New Roman"/>
                <a:cs typeface="Times New Roman"/>
              </a:rPr>
              <a:t>offers</a:t>
            </a:r>
            <a:r>
              <a:rPr sz="1200" spc="5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comprehensive</a:t>
            </a:r>
            <a:r>
              <a:rPr sz="1200" spc="50" dirty="0">
                <a:latin typeface="Times New Roman"/>
                <a:cs typeface="Times New Roman"/>
              </a:rPr>
              <a:t> </a:t>
            </a:r>
            <a:r>
              <a:rPr sz="1200" dirty="0">
                <a:latin typeface="Times New Roman"/>
                <a:cs typeface="Times New Roman"/>
              </a:rPr>
              <a:t>set</a:t>
            </a:r>
            <a:r>
              <a:rPr sz="1200" spc="60"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spc="-10" dirty="0">
                <a:latin typeface="Times New Roman"/>
                <a:cs typeface="Times New Roman"/>
              </a:rPr>
              <a:t>features, </a:t>
            </a:r>
            <a:r>
              <a:rPr sz="1200" dirty="0">
                <a:latin typeface="Times New Roman"/>
                <a:cs typeface="Times New Roman"/>
              </a:rPr>
              <a:t>including</a:t>
            </a:r>
            <a:r>
              <a:rPr sz="1200" spc="-30" dirty="0">
                <a:latin typeface="Times New Roman"/>
                <a:cs typeface="Times New Roman"/>
              </a:rPr>
              <a:t> </a:t>
            </a:r>
            <a:r>
              <a:rPr sz="1200" spc="-10" dirty="0">
                <a:latin typeface="Times New Roman"/>
                <a:cs typeface="Times New Roman"/>
              </a:rPr>
              <a:t>IntelliSense,</a:t>
            </a:r>
            <a:r>
              <a:rPr sz="1200" spc="-30" dirty="0">
                <a:latin typeface="Times New Roman"/>
                <a:cs typeface="Times New Roman"/>
              </a:rPr>
              <a:t> </a:t>
            </a:r>
            <a:r>
              <a:rPr sz="1200" spc="-10" dirty="0">
                <a:latin typeface="Times New Roman"/>
                <a:cs typeface="Times New Roman"/>
              </a:rPr>
              <a:t>debugging,</a:t>
            </a:r>
            <a:r>
              <a:rPr sz="1200" spc="-25" dirty="0">
                <a:latin typeface="Times New Roman"/>
                <a:cs typeface="Times New Roman"/>
              </a:rPr>
              <a:t> </a:t>
            </a:r>
            <a:r>
              <a:rPr sz="1200" dirty="0">
                <a:latin typeface="Times New Roman"/>
                <a:cs typeface="Times New Roman"/>
              </a:rPr>
              <a:t>version</a:t>
            </a:r>
            <a:r>
              <a:rPr sz="1200" spc="-30" dirty="0">
                <a:latin typeface="Times New Roman"/>
                <a:cs typeface="Times New Roman"/>
              </a:rPr>
              <a:t> </a:t>
            </a:r>
            <a:r>
              <a:rPr sz="1200" dirty="0">
                <a:latin typeface="Times New Roman"/>
                <a:cs typeface="Times New Roman"/>
              </a:rPr>
              <a:t>control,</a:t>
            </a:r>
            <a:r>
              <a:rPr sz="1200" spc="-20" dirty="0">
                <a:latin typeface="Times New Roman"/>
                <a:cs typeface="Times New Roman"/>
              </a:rPr>
              <a:t> </a:t>
            </a:r>
            <a:r>
              <a:rPr sz="1200" dirty="0">
                <a:latin typeface="Times New Roman"/>
                <a:cs typeface="Times New Roman"/>
              </a:rPr>
              <a:t>code</a:t>
            </a:r>
            <a:r>
              <a:rPr sz="1200" spc="-30" dirty="0">
                <a:latin typeface="Times New Roman"/>
                <a:cs typeface="Times New Roman"/>
              </a:rPr>
              <a:t> </a:t>
            </a:r>
            <a:r>
              <a:rPr sz="1200" dirty="0">
                <a:latin typeface="Times New Roman"/>
                <a:cs typeface="Times New Roman"/>
              </a:rPr>
              <a:t>navigation,</a:t>
            </a:r>
            <a:r>
              <a:rPr sz="1200" spc="-30" dirty="0">
                <a:latin typeface="Times New Roman"/>
                <a:cs typeface="Times New Roman"/>
              </a:rPr>
              <a:t> </a:t>
            </a:r>
            <a:r>
              <a:rPr sz="1200" spc="-10" dirty="0">
                <a:latin typeface="Times New Roman"/>
                <a:cs typeface="Times New Roman"/>
              </a:rPr>
              <a:t>customization,</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an</a:t>
            </a:r>
            <a:r>
              <a:rPr sz="1200" spc="-30" dirty="0">
                <a:latin typeface="Times New Roman"/>
                <a:cs typeface="Times New Roman"/>
              </a:rPr>
              <a:t> </a:t>
            </a:r>
            <a:r>
              <a:rPr sz="1200" spc="-10" dirty="0">
                <a:latin typeface="Times New Roman"/>
                <a:cs typeface="Times New Roman"/>
              </a:rPr>
              <a:t>integrated </a:t>
            </a:r>
            <a:r>
              <a:rPr sz="1200" dirty="0">
                <a:latin typeface="Times New Roman"/>
                <a:cs typeface="Times New Roman"/>
              </a:rPr>
              <a:t>terminal,</a:t>
            </a:r>
            <a:r>
              <a:rPr sz="1200" spc="60" dirty="0">
                <a:latin typeface="Times New Roman"/>
                <a:cs typeface="Times New Roman"/>
              </a:rPr>
              <a:t> </a:t>
            </a:r>
            <a:r>
              <a:rPr sz="1200" dirty="0">
                <a:latin typeface="Times New Roman"/>
                <a:cs typeface="Times New Roman"/>
              </a:rPr>
              <a:t>with</a:t>
            </a:r>
            <a:r>
              <a:rPr sz="1200" spc="65" dirty="0">
                <a:latin typeface="Times New Roman"/>
                <a:cs typeface="Times New Roman"/>
              </a:rPr>
              <a:t> </a:t>
            </a:r>
            <a:r>
              <a:rPr sz="1200" dirty="0">
                <a:latin typeface="Times New Roman"/>
                <a:cs typeface="Times New Roman"/>
              </a:rPr>
              <a:t>a</a:t>
            </a:r>
            <a:r>
              <a:rPr sz="1200" spc="60" dirty="0">
                <a:latin typeface="Times New Roman"/>
                <a:cs typeface="Times New Roman"/>
              </a:rPr>
              <a:t> </a:t>
            </a:r>
            <a:r>
              <a:rPr sz="1200" dirty="0">
                <a:latin typeface="Times New Roman"/>
                <a:cs typeface="Times New Roman"/>
              </a:rPr>
              <a:t>vast</a:t>
            </a:r>
            <a:r>
              <a:rPr sz="1200" spc="65" dirty="0">
                <a:latin typeface="Times New Roman"/>
                <a:cs typeface="Times New Roman"/>
              </a:rPr>
              <a:t> </a:t>
            </a:r>
            <a:r>
              <a:rPr sz="1200" dirty="0">
                <a:latin typeface="Times New Roman"/>
                <a:cs typeface="Times New Roman"/>
              </a:rPr>
              <a:t>library</a:t>
            </a:r>
            <a:r>
              <a:rPr sz="1200" spc="60"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extensions</a:t>
            </a:r>
            <a:r>
              <a:rPr sz="1200" spc="65" dirty="0">
                <a:latin typeface="Times New Roman"/>
                <a:cs typeface="Times New Roman"/>
              </a:rPr>
              <a:t> </a:t>
            </a:r>
            <a:r>
              <a:rPr sz="1200" dirty="0">
                <a:latin typeface="Times New Roman"/>
                <a:cs typeface="Times New Roman"/>
              </a:rPr>
              <a:t>to</a:t>
            </a:r>
            <a:r>
              <a:rPr sz="1200" spc="65" dirty="0">
                <a:latin typeface="Times New Roman"/>
                <a:cs typeface="Times New Roman"/>
              </a:rPr>
              <a:t> </a:t>
            </a:r>
            <a:r>
              <a:rPr sz="1200" dirty="0">
                <a:latin typeface="Times New Roman"/>
                <a:cs typeface="Times New Roman"/>
              </a:rPr>
              <a:t>support</a:t>
            </a:r>
            <a:r>
              <a:rPr sz="1200" spc="65" dirty="0">
                <a:latin typeface="Times New Roman"/>
                <a:cs typeface="Times New Roman"/>
              </a:rPr>
              <a:t> </a:t>
            </a:r>
            <a:r>
              <a:rPr sz="1200" dirty="0">
                <a:latin typeface="Times New Roman"/>
                <a:cs typeface="Times New Roman"/>
              </a:rPr>
              <a:t>a</a:t>
            </a:r>
            <a:r>
              <a:rPr sz="1200" spc="60" dirty="0">
                <a:latin typeface="Times New Roman"/>
                <a:cs typeface="Times New Roman"/>
              </a:rPr>
              <a:t> </a:t>
            </a:r>
            <a:r>
              <a:rPr sz="1200" dirty="0">
                <a:latin typeface="Times New Roman"/>
                <a:cs typeface="Times New Roman"/>
              </a:rPr>
              <a:t>wide</a:t>
            </a:r>
            <a:r>
              <a:rPr sz="1200" spc="80" dirty="0">
                <a:latin typeface="Times New Roman"/>
                <a:cs typeface="Times New Roman"/>
              </a:rPr>
              <a:t> </a:t>
            </a:r>
            <a:r>
              <a:rPr sz="1200" dirty="0">
                <a:latin typeface="Times New Roman"/>
                <a:cs typeface="Times New Roman"/>
              </a:rPr>
              <a:t>range</a:t>
            </a:r>
            <a:r>
              <a:rPr sz="1200" spc="60"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programming</a:t>
            </a:r>
            <a:r>
              <a:rPr sz="1200" spc="65" dirty="0">
                <a:latin typeface="Times New Roman"/>
                <a:cs typeface="Times New Roman"/>
              </a:rPr>
              <a:t> </a:t>
            </a:r>
            <a:r>
              <a:rPr sz="1200" dirty="0">
                <a:latin typeface="Times New Roman"/>
                <a:cs typeface="Times New Roman"/>
              </a:rPr>
              <a:t>languages</a:t>
            </a:r>
            <a:r>
              <a:rPr sz="1200" spc="6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development</a:t>
            </a:r>
            <a:r>
              <a:rPr sz="1200" spc="30" dirty="0">
                <a:latin typeface="Times New Roman"/>
                <a:cs typeface="Times New Roman"/>
              </a:rPr>
              <a:t> </a:t>
            </a:r>
            <a:r>
              <a:rPr sz="1200" spc="-10" dirty="0">
                <a:latin typeface="Times New Roman"/>
                <a:cs typeface="Times New Roman"/>
              </a:rPr>
              <a:t>workflows.</a:t>
            </a:r>
            <a:endParaRPr sz="1200" dirty="0">
              <a:latin typeface="Times New Roman"/>
              <a:cs typeface="Times New Roman"/>
            </a:endParaRPr>
          </a:p>
          <a:p>
            <a:pPr>
              <a:lnSpc>
                <a:spcPct val="100000"/>
              </a:lnSpc>
              <a:spcBef>
                <a:spcPts val="450"/>
              </a:spcBef>
            </a:pPr>
            <a:endParaRPr sz="1600" dirty="0">
              <a:latin typeface="Times New Roman"/>
              <a:cs typeface="Times New Roman"/>
            </a:endParaRPr>
          </a:p>
          <a:p>
            <a:pPr marL="12700" lvl="2">
              <a:lnSpc>
                <a:spcPct val="100000"/>
              </a:lnSpc>
              <a:tabLst>
                <a:tab pos="411480" algn="l"/>
              </a:tabLst>
            </a:pPr>
            <a:r>
              <a:rPr lang="en-US" sz="1600" b="1" dirty="0">
                <a:latin typeface="Times New Roman"/>
                <a:cs typeface="Times New Roman"/>
              </a:rPr>
              <a:t>6.1.7  </a:t>
            </a:r>
            <a:r>
              <a:rPr sz="1600" b="1" dirty="0">
                <a:latin typeface="Times New Roman"/>
                <a:cs typeface="Times New Roman"/>
              </a:rPr>
              <a:t>Python</a:t>
            </a:r>
            <a:r>
              <a:rPr sz="1600" b="1" spc="-40" dirty="0">
                <a:latin typeface="Times New Roman"/>
                <a:cs typeface="Times New Roman"/>
              </a:rPr>
              <a:t> </a:t>
            </a:r>
            <a:r>
              <a:rPr sz="1600" b="1" spc="-20" dirty="0">
                <a:latin typeface="Times New Roman"/>
                <a:cs typeface="Times New Roman"/>
              </a:rPr>
              <a:t>3.12</a:t>
            </a:r>
            <a:endParaRPr sz="1600" dirty="0">
              <a:latin typeface="Times New Roman"/>
              <a:cs typeface="Times New Roman"/>
            </a:endParaRPr>
          </a:p>
          <a:p>
            <a:pPr marL="12700" marR="9525" indent="464184" algn="just">
              <a:lnSpc>
                <a:spcPct val="143800"/>
              </a:lnSpc>
              <a:spcBef>
                <a:spcPts val="1310"/>
              </a:spcBef>
            </a:pPr>
            <a:r>
              <a:rPr sz="1200" dirty="0">
                <a:latin typeface="Times New Roman"/>
                <a:cs typeface="Times New Roman"/>
              </a:rPr>
              <a:t>Python</a:t>
            </a:r>
            <a:r>
              <a:rPr sz="1200" spc="140" dirty="0">
                <a:latin typeface="Times New Roman"/>
                <a:cs typeface="Times New Roman"/>
              </a:rPr>
              <a:t> </a:t>
            </a:r>
            <a:r>
              <a:rPr sz="1200" dirty="0">
                <a:latin typeface="Times New Roman"/>
                <a:cs typeface="Times New Roman"/>
              </a:rPr>
              <a:t>3.12</a:t>
            </a:r>
            <a:r>
              <a:rPr sz="1200" spc="125" dirty="0">
                <a:latin typeface="Times New Roman"/>
                <a:cs typeface="Times New Roman"/>
              </a:rPr>
              <a:t> </a:t>
            </a:r>
            <a:r>
              <a:rPr sz="1200" dirty="0">
                <a:latin typeface="Times New Roman"/>
                <a:cs typeface="Times New Roman"/>
              </a:rPr>
              <a:t>is</a:t>
            </a:r>
            <a:r>
              <a:rPr sz="1200" spc="145" dirty="0">
                <a:latin typeface="Times New Roman"/>
                <a:cs typeface="Times New Roman"/>
              </a:rPr>
              <a:t> </a:t>
            </a:r>
            <a:r>
              <a:rPr sz="1200" dirty="0">
                <a:latin typeface="Times New Roman"/>
                <a:cs typeface="Times New Roman"/>
              </a:rPr>
              <a:t>the</a:t>
            </a:r>
            <a:r>
              <a:rPr sz="1200" spc="125" dirty="0">
                <a:latin typeface="Times New Roman"/>
                <a:cs typeface="Times New Roman"/>
              </a:rPr>
              <a:t> </a:t>
            </a:r>
            <a:r>
              <a:rPr sz="1200" dirty="0">
                <a:latin typeface="Times New Roman"/>
                <a:cs typeface="Times New Roman"/>
              </a:rPr>
              <a:t>latest</a:t>
            </a:r>
            <a:r>
              <a:rPr sz="1200" spc="145" dirty="0">
                <a:latin typeface="Times New Roman"/>
                <a:cs typeface="Times New Roman"/>
              </a:rPr>
              <a:t> </a:t>
            </a:r>
            <a:r>
              <a:rPr sz="1200" dirty="0">
                <a:latin typeface="Times New Roman"/>
                <a:cs typeface="Times New Roman"/>
              </a:rPr>
              <a:t>version</a:t>
            </a:r>
            <a:r>
              <a:rPr sz="1200" spc="140" dirty="0">
                <a:latin typeface="Times New Roman"/>
                <a:cs typeface="Times New Roman"/>
              </a:rPr>
              <a:t> </a:t>
            </a:r>
            <a:r>
              <a:rPr sz="1200" dirty="0">
                <a:latin typeface="Times New Roman"/>
                <a:cs typeface="Times New Roman"/>
              </a:rPr>
              <a:t>of</a:t>
            </a:r>
            <a:r>
              <a:rPr sz="1200" spc="135" dirty="0">
                <a:latin typeface="Times New Roman"/>
                <a:cs typeface="Times New Roman"/>
              </a:rPr>
              <a:t> </a:t>
            </a:r>
            <a:r>
              <a:rPr sz="1200" dirty="0">
                <a:latin typeface="Times New Roman"/>
                <a:cs typeface="Times New Roman"/>
              </a:rPr>
              <a:t>the</a:t>
            </a:r>
            <a:r>
              <a:rPr sz="1200" spc="135" dirty="0">
                <a:latin typeface="Times New Roman"/>
                <a:cs typeface="Times New Roman"/>
              </a:rPr>
              <a:t> </a:t>
            </a:r>
            <a:r>
              <a:rPr sz="1200" dirty="0">
                <a:latin typeface="Times New Roman"/>
                <a:cs typeface="Times New Roman"/>
              </a:rPr>
              <a:t>Python</a:t>
            </a:r>
            <a:r>
              <a:rPr sz="1200" spc="130" dirty="0">
                <a:latin typeface="Times New Roman"/>
                <a:cs typeface="Times New Roman"/>
              </a:rPr>
              <a:t> </a:t>
            </a:r>
            <a:r>
              <a:rPr sz="1200" dirty="0">
                <a:latin typeface="Times New Roman"/>
                <a:cs typeface="Times New Roman"/>
              </a:rPr>
              <a:t>programming</a:t>
            </a:r>
            <a:r>
              <a:rPr sz="1200" spc="140" dirty="0">
                <a:latin typeface="Times New Roman"/>
                <a:cs typeface="Times New Roman"/>
              </a:rPr>
              <a:t> </a:t>
            </a:r>
            <a:r>
              <a:rPr sz="1200" dirty="0">
                <a:latin typeface="Times New Roman"/>
                <a:cs typeface="Times New Roman"/>
              </a:rPr>
              <a:t>language,</a:t>
            </a:r>
            <a:r>
              <a:rPr sz="1200" spc="140" dirty="0">
                <a:latin typeface="Times New Roman"/>
                <a:cs typeface="Times New Roman"/>
              </a:rPr>
              <a:t> </a:t>
            </a:r>
            <a:r>
              <a:rPr sz="1200" dirty="0">
                <a:latin typeface="Times New Roman"/>
                <a:cs typeface="Times New Roman"/>
              </a:rPr>
              <a:t>and</a:t>
            </a:r>
            <a:r>
              <a:rPr sz="1200" spc="140" dirty="0">
                <a:latin typeface="Times New Roman"/>
                <a:cs typeface="Times New Roman"/>
              </a:rPr>
              <a:t> </a:t>
            </a:r>
            <a:r>
              <a:rPr sz="1200" dirty="0">
                <a:latin typeface="Times New Roman"/>
                <a:cs typeface="Times New Roman"/>
              </a:rPr>
              <a:t>it</a:t>
            </a:r>
            <a:r>
              <a:rPr sz="1200" spc="145" dirty="0">
                <a:latin typeface="Times New Roman"/>
                <a:cs typeface="Times New Roman"/>
              </a:rPr>
              <a:t> </a:t>
            </a:r>
            <a:r>
              <a:rPr sz="1200" dirty="0">
                <a:latin typeface="Times New Roman"/>
                <a:cs typeface="Times New Roman"/>
              </a:rPr>
              <a:t>consists</a:t>
            </a:r>
            <a:r>
              <a:rPr sz="1200" spc="130" dirty="0">
                <a:latin typeface="Times New Roman"/>
                <a:cs typeface="Times New Roman"/>
              </a:rPr>
              <a:t> </a:t>
            </a:r>
            <a:r>
              <a:rPr sz="1200" spc="-25" dirty="0">
                <a:latin typeface="Times New Roman"/>
                <a:cs typeface="Times New Roman"/>
              </a:rPr>
              <a:t>of </a:t>
            </a:r>
            <a:r>
              <a:rPr sz="1200" dirty="0">
                <a:latin typeface="Times New Roman"/>
                <a:cs typeface="Times New Roman"/>
              </a:rPr>
              <a:t>several</a:t>
            </a:r>
            <a:r>
              <a:rPr sz="1200" spc="85" dirty="0">
                <a:latin typeface="Times New Roman"/>
                <a:cs typeface="Times New Roman"/>
              </a:rPr>
              <a:t> </a:t>
            </a:r>
            <a:r>
              <a:rPr sz="1200" dirty="0">
                <a:latin typeface="Times New Roman"/>
                <a:cs typeface="Times New Roman"/>
              </a:rPr>
              <a:t>components</a:t>
            </a:r>
            <a:r>
              <a:rPr sz="1200" spc="70" dirty="0">
                <a:latin typeface="Times New Roman"/>
                <a:cs typeface="Times New Roman"/>
              </a:rPr>
              <a:t> </a:t>
            </a:r>
            <a:r>
              <a:rPr sz="1200" dirty="0">
                <a:latin typeface="Times New Roman"/>
                <a:cs typeface="Times New Roman"/>
              </a:rPr>
              <a:t>that</a:t>
            </a:r>
            <a:r>
              <a:rPr sz="1200" spc="95" dirty="0">
                <a:latin typeface="Times New Roman"/>
                <a:cs typeface="Times New Roman"/>
              </a:rPr>
              <a:t> </a:t>
            </a:r>
            <a:r>
              <a:rPr sz="1200" dirty="0">
                <a:latin typeface="Times New Roman"/>
                <a:cs typeface="Times New Roman"/>
              </a:rPr>
              <a:t>work</a:t>
            </a:r>
            <a:r>
              <a:rPr sz="1200" spc="70" dirty="0">
                <a:latin typeface="Times New Roman"/>
                <a:cs typeface="Times New Roman"/>
              </a:rPr>
              <a:t> </a:t>
            </a:r>
            <a:r>
              <a:rPr sz="1200" dirty="0">
                <a:latin typeface="Times New Roman"/>
                <a:cs typeface="Times New Roman"/>
              </a:rPr>
              <a:t>together</a:t>
            </a:r>
            <a:r>
              <a:rPr sz="1200" spc="70" dirty="0">
                <a:latin typeface="Times New Roman"/>
                <a:cs typeface="Times New Roman"/>
              </a:rPr>
              <a:t> </a:t>
            </a:r>
            <a:r>
              <a:rPr sz="1200" dirty="0">
                <a:latin typeface="Times New Roman"/>
                <a:cs typeface="Times New Roman"/>
              </a:rPr>
              <a:t>to</a:t>
            </a:r>
            <a:r>
              <a:rPr sz="1200" spc="70" dirty="0">
                <a:latin typeface="Times New Roman"/>
                <a:cs typeface="Times New Roman"/>
              </a:rPr>
              <a:t> </a:t>
            </a:r>
            <a:r>
              <a:rPr sz="1200" dirty="0">
                <a:latin typeface="Times New Roman"/>
                <a:cs typeface="Times New Roman"/>
              </a:rPr>
              <a:t>execute</a:t>
            </a:r>
            <a:r>
              <a:rPr sz="1200" spc="85" dirty="0">
                <a:latin typeface="Times New Roman"/>
                <a:cs typeface="Times New Roman"/>
              </a:rPr>
              <a:t> </a:t>
            </a:r>
            <a:r>
              <a:rPr sz="1200" dirty="0">
                <a:latin typeface="Times New Roman"/>
                <a:cs typeface="Times New Roman"/>
              </a:rPr>
              <a:t>Python</a:t>
            </a:r>
            <a:r>
              <a:rPr sz="1200" spc="70" dirty="0">
                <a:latin typeface="Times New Roman"/>
                <a:cs typeface="Times New Roman"/>
              </a:rPr>
              <a:t> </a:t>
            </a:r>
            <a:r>
              <a:rPr sz="1200" dirty="0">
                <a:latin typeface="Times New Roman"/>
                <a:cs typeface="Times New Roman"/>
              </a:rPr>
              <a:t>code.</a:t>
            </a:r>
            <a:r>
              <a:rPr sz="1200" spc="85" dirty="0">
                <a:latin typeface="Times New Roman"/>
                <a:cs typeface="Times New Roman"/>
              </a:rPr>
              <a:t> </a:t>
            </a:r>
            <a:r>
              <a:rPr sz="1200" dirty="0">
                <a:latin typeface="Times New Roman"/>
                <a:cs typeface="Times New Roman"/>
              </a:rPr>
              <a:t>Here</a:t>
            </a:r>
            <a:r>
              <a:rPr sz="1200" spc="65" dirty="0">
                <a:latin typeface="Times New Roman"/>
                <a:cs typeface="Times New Roman"/>
              </a:rPr>
              <a:t> </a:t>
            </a:r>
            <a:r>
              <a:rPr sz="1200" dirty="0">
                <a:latin typeface="Times New Roman"/>
                <a:cs typeface="Times New Roman"/>
              </a:rPr>
              <a:t>are</a:t>
            </a:r>
            <a:r>
              <a:rPr sz="1200" spc="65"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main</a:t>
            </a:r>
            <a:r>
              <a:rPr sz="1200" spc="70" dirty="0">
                <a:latin typeface="Times New Roman"/>
                <a:cs typeface="Times New Roman"/>
              </a:rPr>
              <a:t> </a:t>
            </a:r>
            <a:r>
              <a:rPr sz="1200" dirty="0">
                <a:latin typeface="Times New Roman"/>
                <a:cs typeface="Times New Roman"/>
              </a:rPr>
              <a:t>components</a:t>
            </a:r>
            <a:r>
              <a:rPr sz="1200" spc="80" dirty="0">
                <a:latin typeface="Times New Roman"/>
                <a:cs typeface="Times New Roman"/>
              </a:rPr>
              <a:t> </a:t>
            </a:r>
            <a:r>
              <a:rPr sz="1200" spc="-25" dirty="0">
                <a:latin typeface="Times New Roman"/>
                <a:cs typeface="Times New Roman"/>
              </a:rPr>
              <a:t>of </a:t>
            </a:r>
            <a:r>
              <a:rPr sz="1200" dirty="0">
                <a:latin typeface="Times New Roman"/>
                <a:cs typeface="Times New Roman"/>
              </a:rPr>
              <a:t>Python</a:t>
            </a:r>
            <a:r>
              <a:rPr sz="1200" spc="-30" dirty="0">
                <a:latin typeface="Times New Roman"/>
                <a:cs typeface="Times New Roman"/>
              </a:rPr>
              <a:t> </a:t>
            </a:r>
            <a:r>
              <a:rPr sz="1200" spc="-20" dirty="0">
                <a:latin typeface="Times New Roman"/>
                <a:cs typeface="Times New Roman"/>
              </a:rPr>
              <a:t>3.12</a:t>
            </a:r>
            <a:endParaRPr sz="1200" dirty="0">
              <a:latin typeface="Times New Roman"/>
              <a:cs typeface="Times New Roman"/>
            </a:endParaRPr>
          </a:p>
          <a:p>
            <a:pPr marL="12700" marR="12065" indent="160020">
              <a:lnSpc>
                <a:spcPct val="144200"/>
              </a:lnSpc>
              <a:spcBef>
                <a:spcPts val="1185"/>
              </a:spcBef>
              <a:buAutoNum type="arabicPeriod"/>
              <a:tabLst>
                <a:tab pos="172720" algn="l"/>
              </a:tabLst>
            </a:pPr>
            <a:r>
              <a:rPr sz="1200" b="1" dirty="0">
                <a:latin typeface="Times New Roman"/>
                <a:cs typeface="Times New Roman"/>
              </a:rPr>
              <a:t>Lexer</a:t>
            </a:r>
            <a:r>
              <a:rPr sz="1200" b="1" spc="-30" dirty="0">
                <a:latin typeface="Times New Roman"/>
                <a:cs typeface="Times New Roman"/>
              </a:rPr>
              <a:t> </a:t>
            </a:r>
            <a:r>
              <a:rPr sz="1200" b="1" spc="-10" dirty="0">
                <a:latin typeface="Times New Roman"/>
                <a:cs typeface="Times New Roman"/>
              </a:rPr>
              <a:t>(Tokenizer)</a:t>
            </a:r>
            <a:r>
              <a:rPr sz="1200" spc="-10" dirty="0">
                <a:latin typeface="Times New Roman"/>
                <a:cs typeface="Times New Roman"/>
              </a:rPr>
              <a:t>:</a:t>
            </a:r>
            <a:r>
              <a:rPr sz="1200" spc="10" dirty="0">
                <a:latin typeface="Times New Roman"/>
                <a:cs typeface="Times New Roman"/>
              </a:rPr>
              <a:t> </a:t>
            </a:r>
            <a:r>
              <a:rPr sz="1200" dirty="0">
                <a:latin typeface="Times New Roman"/>
                <a:cs typeface="Times New Roman"/>
              </a:rPr>
              <a:t>Breaks</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source</a:t>
            </a:r>
            <a:r>
              <a:rPr sz="1200" spc="5" dirty="0">
                <a:latin typeface="Times New Roman"/>
                <a:cs typeface="Times New Roman"/>
              </a:rPr>
              <a:t> </a:t>
            </a:r>
            <a:r>
              <a:rPr sz="1200" dirty="0">
                <a:latin typeface="Times New Roman"/>
                <a:cs typeface="Times New Roman"/>
              </a:rPr>
              <a:t>code</a:t>
            </a:r>
            <a:r>
              <a:rPr sz="1200" spc="5" dirty="0">
                <a:latin typeface="Times New Roman"/>
                <a:cs typeface="Times New Roman"/>
              </a:rPr>
              <a:t> </a:t>
            </a:r>
            <a:r>
              <a:rPr sz="1200" dirty="0">
                <a:latin typeface="Times New Roman"/>
                <a:cs typeface="Times New Roman"/>
              </a:rPr>
              <a:t>into</a:t>
            </a:r>
            <a:r>
              <a:rPr sz="1200" spc="1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series</a:t>
            </a:r>
            <a:r>
              <a:rPr sz="1200" spc="1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tokens,</a:t>
            </a:r>
            <a:r>
              <a:rPr sz="1200" spc="10" dirty="0">
                <a:latin typeface="Times New Roman"/>
                <a:cs typeface="Times New Roman"/>
              </a:rPr>
              <a:t> </a:t>
            </a:r>
            <a:r>
              <a:rPr sz="1200" dirty="0">
                <a:latin typeface="Times New Roman"/>
                <a:cs typeface="Times New Roman"/>
              </a:rPr>
              <a:t>such</a:t>
            </a:r>
            <a:r>
              <a:rPr sz="1200" spc="5" dirty="0">
                <a:latin typeface="Times New Roman"/>
                <a:cs typeface="Times New Roman"/>
              </a:rPr>
              <a:t> </a:t>
            </a:r>
            <a:r>
              <a:rPr sz="1200" dirty="0">
                <a:latin typeface="Times New Roman"/>
                <a:cs typeface="Times New Roman"/>
              </a:rPr>
              <a:t>as</a:t>
            </a:r>
            <a:r>
              <a:rPr sz="1200" spc="10" dirty="0">
                <a:latin typeface="Times New Roman"/>
                <a:cs typeface="Times New Roman"/>
              </a:rPr>
              <a:t> </a:t>
            </a:r>
            <a:r>
              <a:rPr sz="1200" dirty="0">
                <a:latin typeface="Times New Roman"/>
                <a:cs typeface="Times New Roman"/>
              </a:rPr>
              <a:t>keywords,</a:t>
            </a:r>
            <a:r>
              <a:rPr sz="1200" spc="10" dirty="0">
                <a:latin typeface="Times New Roman"/>
                <a:cs typeface="Times New Roman"/>
              </a:rPr>
              <a:t> </a:t>
            </a:r>
            <a:r>
              <a:rPr sz="1200" spc="-10" dirty="0">
                <a:latin typeface="Times New Roman"/>
                <a:cs typeface="Times New Roman"/>
              </a:rPr>
              <a:t>identifiers, </a:t>
            </a:r>
            <a:r>
              <a:rPr sz="1200" dirty="0">
                <a:latin typeface="Times New Roman"/>
                <a:cs typeface="Times New Roman"/>
              </a:rPr>
              <a:t>literals,</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symbols.</a:t>
            </a:r>
            <a:endParaRPr sz="1200" dirty="0">
              <a:latin typeface="Times New Roman"/>
              <a:cs typeface="Times New Roman"/>
            </a:endParaRPr>
          </a:p>
          <a:p>
            <a:pPr marL="12700" marR="8890" indent="152400">
              <a:lnSpc>
                <a:spcPct val="144200"/>
              </a:lnSpc>
              <a:spcBef>
                <a:spcPts val="1190"/>
              </a:spcBef>
              <a:buAutoNum type="arabicPeriod"/>
              <a:tabLst>
                <a:tab pos="165100" algn="l"/>
              </a:tabLst>
            </a:pPr>
            <a:r>
              <a:rPr sz="1200" b="1" dirty="0">
                <a:latin typeface="Times New Roman"/>
                <a:cs typeface="Times New Roman"/>
              </a:rPr>
              <a:t>Parser</a:t>
            </a:r>
            <a:r>
              <a:rPr sz="1200" b="1" spc="-35" dirty="0">
                <a:latin typeface="Times New Roman"/>
                <a:cs typeface="Times New Roman"/>
              </a:rPr>
              <a:t> </a:t>
            </a:r>
            <a:r>
              <a:rPr sz="1200" b="1" dirty="0">
                <a:latin typeface="Times New Roman"/>
                <a:cs typeface="Times New Roman"/>
              </a:rPr>
              <a:t>(Syntax</a:t>
            </a:r>
            <a:r>
              <a:rPr sz="1200" b="1" spc="-15" dirty="0">
                <a:latin typeface="Times New Roman"/>
                <a:cs typeface="Times New Roman"/>
              </a:rPr>
              <a:t> </a:t>
            </a:r>
            <a:r>
              <a:rPr sz="1200" b="1" dirty="0">
                <a:latin typeface="Times New Roman"/>
                <a:cs typeface="Times New Roman"/>
              </a:rPr>
              <a:t>Analyzer)</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Analyzes</a:t>
            </a:r>
            <a:r>
              <a:rPr sz="1200" spc="85"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tokens</a:t>
            </a:r>
            <a:r>
              <a:rPr sz="1200" spc="80" dirty="0">
                <a:latin typeface="Times New Roman"/>
                <a:cs typeface="Times New Roman"/>
              </a:rPr>
              <a:t> </a:t>
            </a:r>
            <a:r>
              <a:rPr sz="1200" dirty="0">
                <a:latin typeface="Times New Roman"/>
                <a:cs typeface="Times New Roman"/>
              </a:rPr>
              <a:t>and</a:t>
            </a:r>
            <a:r>
              <a:rPr sz="1200" spc="80" dirty="0">
                <a:latin typeface="Times New Roman"/>
                <a:cs typeface="Times New Roman"/>
              </a:rPr>
              <a:t> </a:t>
            </a:r>
            <a:r>
              <a:rPr sz="1200" dirty="0">
                <a:latin typeface="Times New Roman"/>
                <a:cs typeface="Times New Roman"/>
              </a:rPr>
              <a:t>builds</a:t>
            </a:r>
            <a:r>
              <a:rPr sz="1200" spc="80" dirty="0">
                <a:latin typeface="Times New Roman"/>
                <a:cs typeface="Times New Roman"/>
              </a:rPr>
              <a:t> </a:t>
            </a:r>
            <a:r>
              <a:rPr sz="1200" dirty="0">
                <a:latin typeface="Times New Roman"/>
                <a:cs typeface="Times New Roman"/>
              </a:rPr>
              <a:t>an</a:t>
            </a:r>
            <a:r>
              <a:rPr sz="1200" spc="-15" dirty="0">
                <a:latin typeface="Times New Roman"/>
                <a:cs typeface="Times New Roman"/>
              </a:rPr>
              <a:t> </a:t>
            </a:r>
            <a:r>
              <a:rPr sz="1200" dirty="0">
                <a:latin typeface="Times New Roman"/>
                <a:cs typeface="Times New Roman"/>
              </a:rPr>
              <a:t>Abstract</a:t>
            </a:r>
            <a:r>
              <a:rPr sz="1200" spc="95" dirty="0">
                <a:latin typeface="Times New Roman"/>
                <a:cs typeface="Times New Roman"/>
              </a:rPr>
              <a:t> </a:t>
            </a:r>
            <a:r>
              <a:rPr sz="1200" dirty="0">
                <a:latin typeface="Times New Roman"/>
                <a:cs typeface="Times New Roman"/>
              </a:rPr>
              <a:t>Syntax</a:t>
            </a:r>
            <a:r>
              <a:rPr sz="1200" spc="50" dirty="0">
                <a:latin typeface="Times New Roman"/>
                <a:cs typeface="Times New Roman"/>
              </a:rPr>
              <a:t> </a:t>
            </a:r>
            <a:r>
              <a:rPr sz="1200" dirty="0">
                <a:latin typeface="Times New Roman"/>
                <a:cs typeface="Times New Roman"/>
              </a:rPr>
              <a:t>Tree</a:t>
            </a:r>
            <a:r>
              <a:rPr sz="1200" spc="75" dirty="0">
                <a:latin typeface="Times New Roman"/>
                <a:cs typeface="Times New Roman"/>
              </a:rPr>
              <a:t> </a:t>
            </a:r>
            <a:r>
              <a:rPr sz="1200" dirty="0">
                <a:latin typeface="Times New Roman"/>
                <a:cs typeface="Times New Roman"/>
              </a:rPr>
              <a:t>(AST)</a:t>
            </a:r>
            <a:r>
              <a:rPr sz="1200" spc="75" dirty="0">
                <a:latin typeface="Times New Roman"/>
                <a:cs typeface="Times New Roman"/>
              </a:rPr>
              <a:t> </a:t>
            </a:r>
            <a:r>
              <a:rPr sz="1200" spc="-20" dirty="0">
                <a:latin typeface="Times New Roman"/>
                <a:cs typeface="Times New Roman"/>
              </a:rPr>
              <a:t>that </a:t>
            </a:r>
            <a:r>
              <a:rPr sz="1200" dirty="0">
                <a:latin typeface="Times New Roman"/>
                <a:cs typeface="Times New Roman"/>
              </a:rPr>
              <a:t>represents</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source</a:t>
            </a:r>
            <a:r>
              <a:rPr sz="1200" spc="-35" dirty="0">
                <a:latin typeface="Times New Roman"/>
                <a:cs typeface="Times New Roman"/>
              </a:rPr>
              <a:t> </a:t>
            </a:r>
            <a:r>
              <a:rPr sz="1200" dirty="0">
                <a:latin typeface="Times New Roman"/>
                <a:cs typeface="Times New Roman"/>
              </a:rPr>
              <a:t>code's</a:t>
            </a:r>
            <a:r>
              <a:rPr sz="1200" spc="-30" dirty="0">
                <a:latin typeface="Times New Roman"/>
                <a:cs typeface="Times New Roman"/>
              </a:rPr>
              <a:t> </a:t>
            </a:r>
            <a:r>
              <a:rPr sz="1200" spc="-10" dirty="0">
                <a:latin typeface="Times New Roman"/>
                <a:cs typeface="Times New Roman"/>
              </a:rPr>
              <a:t>syntax.</a:t>
            </a:r>
            <a:endParaRPr sz="1200" dirty="0">
              <a:latin typeface="Times New Roman"/>
              <a:cs typeface="Times New Roman"/>
            </a:endParaRPr>
          </a:p>
          <a:p>
            <a:pPr marL="12700" marR="12700" indent="152400">
              <a:lnSpc>
                <a:spcPct val="144400"/>
              </a:lnSpc>
              <a:spcBef>
                <a:spcPts val="1185"/>
              </a:spcBef>
              <a:buAutoNum type="arabicPeriod"/>
              <a:tabLst>
                <a:tab pos="165100" algn="l"/>
              </a:tabLst>
            </a:pPr>
            <a:r>
              <a:rPr sz="1200" b="1" dirty="0">
                <a:latin typeface="Times New Roman"/>
                <a:cs typeface="Times New Roman"/>
              </a:rPr>
              <a:t>Abstract</a:t>
            </a:r>
            <a:r>
              <a:rPr sz="1200" b="1" spc="20" dirty="0">
                <a:latin typeface="Times New Roman"/>
                <a:cs typeface="Times New Roman"/>
              </a:rPr>
              <a:t> </a:t>
            </a:r>
            <a:r>
              <a:rPr sz="1200" b="1" dirty="0">
                <a:latin typeface="Times New Roman"/>
                <a:cs typeface="Times New Roman"/>
              </a:rPr>
              <a:t>Syntax </a:t>
            </a:r>
            <a:r>
              <a:rPr sz="1200" b="1" spc="-10" dirty="0">
                <a:latin typeface="Times New Roman"/>
                <a:cs typeface="Times New Roman"/>
              </a:rPr>
              <a:t>Tree</a:t>
            </a:r>
            <a:r>
              <a:rPr sz="1200" b="1" spc="30" dirty="0">
                <a:latin typeface="Times New Roman"/>
                <a:cs typeface="Times New Roman"/>
              </a:rPr>
              <a:t> </a:t>
            </a:r>
            <a:r>
              <a:rPr sz="1200" b="1" dirty="0">
                <a:latin typeface="Times New Roman"/>
                <a:cs typeface="Times New Roman"/>
              </a:rPr>
              <a:t>(AST)</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tree-</a:t>
            </a:r>
            <a:r>
              <a:rPr sz="1200" dirty="0">
                <a:latin typeface="Times New Roman"/>
                <a:cs typeface="Times New Roman"/>
              </a:rPr>
              <a:t>like</a:t>
            </a:r>
            <a:r>
              <a:rPr sz="1200" spc="20" dirty="0">
                <a:latin typeface="Times New Roman"/>
                <a:cs typeface="Times New Roman"/>
              </a:rPr>
              <a:t> </a:t>
            </a:r>
            <a:r>
              <a:rPr sz="1200" dirty="0">
                <a:latin typeface="Times New Roman"/>
                <a:cs typeface="Times New Roman"/>
              </a:rPr>
              <a:t>data</a:t>
            </a:r>
            <a:r>
              <a:rPr sz="1200" spc="30" dirty="0">
                <a:latin typeface="Times New Roman"/>
                <a:cs typeface="Times New Roman"/>
              </a:rPr>
              <a:t> </a:t>
            </a:r>
            <a:r>
              <a:rPr sz="1200" dirty="0">
                <a:latin typeface="Times New Roman"/>
                <a:cs typeface="Times New Roman"/>
              </a:rPr>
              <a:t>structure</a:t>
            </a:r>
            <a:r>
              <a:rPr sz="1200" spc="20"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represents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source</a:t>
            </a:r>
            <a:r>
              <a:rPr sz="1200" spc="35" dirty="0">
                <a:latin typeface="Times New Roman"/>
                <a:cs typeface="Times New Roman"/>
              </a:rPr>
              <a:t> </a:t>
            </a:r>
            <a:r>
              <a:rPr sz="1200" dirty="0">
                <a:latin typeface="Times New Roman"/>
                <a:cs typeface="Times New Roman"/>
              </a:rPr>
              <a:t>code's</a:t>
            </a:r>
            <a:r>
              <a:rPr sz="1200" spc="20" dirty="0">
                <a:latin typeface="Times New Roman"/>
                <a:cs typeface="Times New Roman"/>
              </a:rPr>
              <a:t> </a:t>
            </a:r>
            <a:r>
              <a:rPr sz="1200" spc="-10" dirty="0">
                <a:latin typeface="Times New Roman"/>
                <a:cs typeface="Times New Roman"/>
              </a:rPr>
              <a:t>syntax,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further</a:t>
            </a:r>
            <a:r>
              <a:rPr sz="1200" spc="-25" dirty="0">
                <a:latin typeface="Times New Roman"/>
                <a:cs typeface="Times New Roman"/>
              </a:rPr>
              <a:t> </a:t>
            </a:r>
            <a:r>
              <a:rPr sz="1200" dirty="0">
                <a:latin typeface="Times New Roman"/>
                <a:cs typeface="Times New Roman"/>
              </a:rPr>
              <a:t>analysis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execution.</a:t>
            </a:r>
            <a:endParaRPr sz="1200" dirty="0">
              <a:latin typeface="Times New Roman"/>
              <a:cs typeface="Times New Roman"/>
            </a:endParaRPr>
          </a:p>
          <a:p>
            <a:pPr marL="12700" marR="8255" indent="152400">
              <a:lnSpc>
                <a:spcPct val="144200"/>
              </a:lnSpc>
              <a:spcBef>
                <a:spcPts val="1185"/>
              </a:spcBef>
              <a:buAutoNum type="arabicPeriod"/>
              <a:tabLst>
                <a:tab pos="165100" algn="l"/>
              </a:tabLst>
            </a:pPr>
            <a:r>
              <a:rPr sz="1200" b="1" spc="-10" dirty="0">
                <a:latin typeface="Times New Roman"/>
                <a:cs typeface="Times New Roman"/>
              </a:rPr>
              <a:t>Semantic</a:t>
            </a:r>
            <a:r>
              <a:rPr sz="1200" b="1" spc="-114" dirty="0">
                <a:latin typeface="Times New Roman"/>
                <a:cs typeface="Times New Roman"/>
              </a:rPr>
              <a:t> </a:t>
            </a:r>
            <a:r>
              <a:rPr sz="1200" b="1" dirty="0">
                <a:latin typeface="Times New Roman"/>
                <a:cs typeface="Times New Roman"/>
              </a:rPr>
              <a:t>Analyzer</a:t>
            </a:r>
            <a:r>
              <a:rPr sz="1200" b="1" spc="20" dirty="0">
                <a:latin typeface="Times New Roman"/>
                <a:cs typeface="Times New Roman"/>
              </a:rPr>
              <a:t> </a:t>
            </a:r>
            <a:r>
              <a:rPr sz="1200" b="1" spc="-10" dirty="0">
                <a:latin typeface="Times New Roman"/>
                <a:cs typeface="Times New Roman"/>
              </a:rPr>
              <a:t>(Semantic</a:t>
            </a:r>
            <a:r>
              <a:rPr sz="1200" b="1" spc="-50" dirty="0">
                <a:latin typeface="Times New Roman"/>
                <a:cs typeface="Times New Roman"/>
              </a:rPr>
              <a:t> </a:t>
            </a:r>
            <a:r>
              <a:rPr sz="1200" b="1" spc="-10" dirty="0">
                <a:latin typeface="Times New Roman"/>
                <a:cs typeface="Times New Roman"/>
              </a:rPr>
              <a:t>Checker)</a:t>
            </a:r>
            <a:r>
              <a:rPr sz="1200" spc="-10" dirty="0">
                <a:latin typeface="Times New Roman"/>
                <a:cs typeface="Times New Roman"/>
              </a:rPr>
              <a:t>:</a:t>
            </a:r>
            <a:r>
              <a:rPr sz="1200" spc="-40" dirty="0">
                <a:latin typeface="Times New Roman"/>
                <a:cs typeface="Times New Roman"/>
              </a:rPr>
              <a:t> </a:t>
            </a:r>
            <a:r>
              <a:rPr sz="1200" spc="-10" dirty="0">
                <a:latin typeface="Times New Roman"/>
                <a:cs typeface="Times New Roman"/>
              </a:rPr>
              <a:t>Checks</a:t>
            </a:r>
            <a:r>
              <a:rPr sz="1200" spc="-40" dirty="0">
                <a:latin typeface="Times New Roman"/>
                <a:cs typeface="Times New Roman"/>
              </a:rPr>
              <a:t> </a:t>
            </a:r>
            <a:r>
              <a:rPr sz="1200" spc="-10" dirty="0">
                <a:latin typeface="Times New Roman"/>
                <a:cs typeface="Times New Roman"/>
              </a:rPr>
              <a:t>the</a:t>
            </a:r>
            <a:r>
              <a:rPr sz="1200" spc="-110" dirty="0">
                <a:latin typeface="Times New Roman"/>
                <a:cs typeface="Times New Roman"/>
              </a:rPr>
              <a:t> </a:t>
            </a:r>
            <a:r>
              <a:rPr sz="1200" dirty="0">
                <a:latin typeface="Times New Roman"/>
                <a:cs typeface="Times New Roman"/>
              </a:rPr>
              <a:t>AST</a:t>
            </a:r>
            <a:r>
              <a:rPr sz="1200" spc="-65" dirty="0">
                <a:latin typeface="Times New Roman"/>
                <a:cs typeface="Times New Roman"/>
              </a:rPr>
              <a:t> </a:t>
            </a:r>
            <a:r>
              <a:rPr sz="1200" spc="-10" dirty="0">
                <a:latin typeface="Times New Roman"/>
                <a:cs typeface="Times New Roman"/>
              </a:rPr>
              <a:t>for</a:t>
            </a:r>
            <a:r>
              <a:rPr sz="1200" spc="-50" dirty="0">
                <a:latin typeface="Times New Roman"/>
                <a:cs typeface="Times New Roman"/>
              </a:rPr>
              <a:t> </a:t>
            </a:r>
            <a:r>
              <a:rPr sz="1200" spc="-10" dirty="0">
                <a:latin typeface="Times New Roman"/>
                <a:cs typeface="Times New Roman"/>
              </a:rPr>
              <a:t>semantic</a:t>
            </a:r>
            <a:r>
              <a:rPr sz="1200" spc="-40" dirty="0">
                <a:latin typeface="Times New Roman"/>
                <a:cs typeface="Times New Roman"/>
              </a:rPr>
              <a:t> </a:t>
            </a:r>
            <a:r>
              <a:rPr sz="1200" spc="-10" dirty="0">
                <a:latin typeface="Times New Roman"/>
                <a:cs typeface="Times New Roman"/>
              </a:rPr>
              <a:t>errors,</a:t>
            </a:r>
            <a:r>
              <a:rPr sz="1200" spc="-45" dirty="0">
                <a:latin typeface="Times New Roman"/>
                <a:cs typeface="Times New Roman"/>
              </a:rPr>
              <a:t> </a:t>
            </a:r>
            <a:r>
              <a:rPr sz="1200" spc="-10" dirty="0">
                <a:latin typeface="Times New Roman"/>
                <a:cs typeface="Times New Roman"/>
              </a:rPr>
              <a:t>such</a:t>
            </a:r>
            <a:r>
              <a:rPr sz="1200" spc="-40" dirty="0">
                <a:latin typeface="Times New Roman"/>
                <a:cs typeface="Times New Roman"/>
              </a:rPr>
              <a:t> </a:t>
            </a:r>
            <a:r>
              <a:rPr sz="1200" dirty="0">
                <a:latin typeface="Times New Roman"/>
                <a:cs typeface="Times New Roman"/>
              </a:rPr>
              <a:t>as</a:t>
            </a:r>
            <a:r>
              <a:rPr sz="1200" spc="-40" dirty="0">
                <a:latin typeface="Times New Roman"/>
                <a:cs typeface="Times New Roman"/>
              </a:rPr>
              <a:t> </a:t>
            </a:r>
            <a:r>
              <a:rPr sz="1200" spc="-10" dirty="0">
                <a:latin typeface="Times New Roman"/>
                <a:cs typeface="Times New Roman"/>
              </a:rPr>
              <a:t>type</a:t>
            </a:r>
            <a:r>
              <a:rPr sz="1200" spc="-45" dirty="0">
                <a:latin typeface="Times New Roman"/>
                <a:cs typeface="Times New Roman"/>
              </a:rPr>
              <a:t> </a:t>
            </a:r>
            <a:r>
              <a:rPr sz="1200" spc="-10" dirty="0">
                <a:latin typeface="Times New Roman"/>
                <a:cs typeface="Times New Roman"/>
              </a:rPr>
              <a:t>errors,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performs</a:t>
            </a:r>
            <a:r>
              <a:rPr sz="1200" spc="-30" dirty="0">
                <a:latin typeface="Times New Roman"/>
                <a:cs typeface="Times New Roman"/>
              </a:rPr>
              <a:t> </a:t>
            </a:r>
            <a:r>
              <a:rPr sz="1200" dirty="0">
                <a:latin typeface="Times New Roman"/>
                <a:cs typeface="Times New Roman"/>
              </a:rPr>
              <a:t>scope</a:t>
            </a:r>
            <a:r>
              <a:rPr sz="1200" spc="-20" dirty="0">
                <a:latin typeface="Times New Roman"/>
                <a:cs typeface="Times New Roman"/>
              </a:rPr>
              <a:t> </a:t>
            </a:r>
            <a:r>
              <a:rPr sz="1200" spc="-10" dirty="0">
                <a:latin typeface="Times New Roman"/>
                <a:cs typeface="Times New Roman"/>
              </a:rPr>
              <a:t>analysis.</a:t>
            </a:r>
            <a:endParaRPr sz="1200" dirty="0">
              <a:latin typeface="Times New Roman"/>
              <a:cs typeface="Times New Roman"/>
            </a:endParaRPr>
          </a:p>
          <a:p>
            <a:pPr marL="12700" marR="8890" indent="185420">
              <a:lnSpc>
                <a:spcPct val="144200"/>
              </a:lnSpc>
              <a:spcBef>
                <a:spcPts val="1190"/>
              </a:spcBef>
              <a:buAutoNum type="arabicPeriod"/>
              <a:tabLst>
                <a:tab pos="198120" algn="l"/>
              </a:tabLst>
            </a:pPr>
            <a:r>
              <a:rPr sz="1200" b="1" dirty="0">
                <a:latin typeface="Times New Roman"/>
                <a:cs typeface="Times New Roman"/>
              </a:rPr>
              <a:t>Object</a:t>
            </a:r>
            <a:r>
              <a:rPr sz="1200" b="1" spc="220" dirty="0">
                <a:latin typeface="Times New Roman"/>
                <a:cs typeface="Times New Roman"/>
              </a:rPr>
              <a:t> </a:t>
            </a:r>
            <a:r>
              <a:rPr sz="1200" b="1" dirty="0">
                <a:latin typeface="Times New Roman"/>
                <a:cs typeface="Times New Roman"/>
              </a:rPr>
              <a:t>Model</a:t>
            </a:r>
            <a:r>
              <a:rPr sz="1200" dirty="0">
                <a:latin typeface="Times New Roman"/>
                <a:cs typeface="Times New Roman"/>
              </a:rPr>
              <a:t>:</a:t>
            </a:r>
            <a:r>
              <a:rPr sz="1200" spc="229" dirty="0">
                <a:latin typeface="Times New Roman"/>
                <a:cs typeface="Times New Roman"/>
              </a:rPr>
              <a:t> </a:t>
            </a:r>
            <a:r>
              <a:rPr sz="1200" dirty="0">
                <a:latin typeface="Times New Roman"/>
                <a:cs typeface="Times New Roman"/>
              </a:rPr>
              <a:t>Provides</a:t>
            </a:r>
            <a:r>
              <a:rPr sz="1200" spc="225" dirty="0">
                <a:latin typeface="Times New Roman"/>
                <a:cs typeface="Times New Roman"/>
              </a:rPr>
              <a:t> </a:t>
            </a:r>
            <a:r>
              <a:rPr sz="1200" dirty="0">
                <a:latin typeface="Times New Roman"/>
                <a:cs typeface="Times New Roman"/>
              </a:rPr>
              <a:t>a</a:t>
            </a:r>
            <a:r>
              <a:rPr sz="1200" spc="225" dirty="0">
                <a:latin typeface="Times New Roman"/>
                <a:cs typeface="Times New Roman"/>
              </a:rPr>
              <a:t> </a:t>
            </a:r>
            <a:r>
              <a:rPr sz="1200" dirty="0">
                <a:latin typeface="Times New Roman"/>
                <a:cs typeface="Times New Roman"/>
              </a:rPr>
              <a:t>way</a:t>
            </a:r>
            <a:r>
              <a:rPr sz="1200" spc="225" dirty="0">
                <a:latin typeface="Times New Roman"/>
                <a:cs typeface="Times New Roman"/>
              </a:rPr>
              <a:t> </a:t>
            </a:r>
            <a:r>
              <a:rPr sz="1200" dirty="0">
                <a:latin typeface="Times New Roman"/>
                <a:cs typeface="Times New Roman"/>
              </a:rPr>
              <a:t>to</a:t>
            </a:r>
            <a:r>
              <a:rPr sz="1200" spc="229" dirty="0">
                <a:latin typeface="Times New Roman"/>
                <a:cs typeface="Times New Roman"/>
              </a:rPr>
              <a:t> </a:t>
            </a:r>
            <a:r>
              <a:rPr sz="1200" dirty="0">
                <a:latin typeface="Times New Roman"/>
                <a:cs typeface="Times New Roman"/>
              </a:rPr>
              <a:t>represent</a:t>
            </a:r>
            <a:r>
              <a:rPr sz="1200" spc="240" dirty="0">
                <a:latin typeface="Times New Roman"/>
                <a:cs typeface="Times New Roman"/>
              </a:rPr>
              <a:t> </a:t>
            </a:r>
            <a:r>
              <a:rPr sz="1200" dirty="0">
                <a:latin typeface="Times New Roman"/>
                <a:cs typeface="Times New Roman"/>
              </a:rPr>
              <a:t>and</a:t>
            </a:r>
            <a:r>
              <a:rPr sz="1200" spc="225" dirty="0">
                <a:latin typeface="Times New Roman"/>
                <a:cs typeface="Times New Roman"/>
              </a:rPr>
              <a:t> </a:t>
            </a:r>
            <a:r>
              <a:rPr sz="1200" dirty="0">
                <a:latin typeface="Times New Roman"/>
                <a:cs typeface="Times New Roman"/>
              </a:rPr>
              <a:t>manipulate</a:t>
            </a:r>
            <a:r>
              <a:rPr sz="1200" spc="225" dirty="0">
                <a:latin typeface="Times New Roman"/>
                <a:cs typeface="Times New Roman"/>
              </a:rPr>
              <a:t> </a:t>
            </a:r>
            <a:r>
              <a:rPr sz="1200" dirty="0">
                <a:latin typeface="Times New Roman"/>
                <a:cs typeface="Times New Roman"/>
              </a:rPr>
              <a:t>Python</a:t>
            </a:r>
            <a:r>
              <a:rPr sz="1200" spc="215" dirty="0">
                <a:latin typeface="Times New Roman"/>
                <a:cs typeface="Times New Roman"/>
              </a:rPr>
              <a:t> </a:t>
            </a:r>
            <a:r>
              <a:rPr sz="1200" dirty="0">
                <a:latin typeface="Times New Roman"/>
                <a:cs typeface="Times New Roman"/>
              </a:rPr>
              <a:t>objects,</a:t>
            </a:r>
            <a:r>
              <a:rPr sz="1200" spc="229" dirty="0">
                <a:latin typeface="Times New Roman"/>
                <a:cs typeface="Times New Roman"/>
              </a:rPr>
              <a:t> </a:t>
            </a:r>
            <a:r>
              <a:rPr sz="1200" dirty="0">
                <a:latin typeface="Times New Roman"/>
                <a:cs typeface="Times New Roman"/>
              </a:rPr>
              <a:t>including</a:t>
            </a:r>
            <a:r>
              <a:rPr sz="1200" spc="229" dirty="0">
                <a:latin typeface="Times New Roman"/>
                <a:cs typeface="Times New Roman"/>
              </a:rPr>
              <a:t> </a:t>
            </a:r>
            <a:r>
              <a:rPr sz="1200" spc="-10" dirty="0">
                <a:latin typeface="Times New Roman"/>
                <a:cs typeface="Times New Roman"/>
              </a:rPr>
              <a:t>their </a:t>
            </a:r>
            <a:r>
              <a:rPr sz="1200" dirty="0">
                <a:latin typeface="Times New Roman"/>
                <a:cs typeface="Times New Roman"/>
              </a:rPr>
              <a:t>attributes,</a:t>
            </a:r>
            <a:r>
              <a:rPr sz="1200" spc="-40" dirty="0">
                <a:latin typeface="Times New Roman"/>
                <a:cs typeface="Times New Roman"/>
              </a:rPr>
              <a:t> </a:t>
            </a:r>
            <a:r>
              <a:rPr sz="1200" dirty="0">
                <a:latin typeface="Times New Roman"/>
                <a:cs typeface="Times New Roman"/>
              </a:rPr>
              <a:t>methods,</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behavior.</a:t>
            </a:r>
            <a:endParaRPr sz="12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6" name="object 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23</a:t>
            </a:r>
            <a:endParaRPr spc="-25" dirty="0"/>
          </a:p>
        </p:txBody>
      </p:sp>
      <p:sp>
        <p:nvSpPr>
          <p:cNvPr id="7" name="object 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3" name="object 3"/>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4" name="object 4"/>
          <p:cNvSpPr txBox="1"/>
          <p:nvPr/>
        </p:nvSpPr>
        <p:spPr>
          <a:xfrm>
            <a:off x="806450" y="540511"/>
            <a:ext cx="6148070" cy="8421370"/>
          </a:xfrm>
          <a:prstGeom prst="rect">
            <a:avLst/>
          </a:prstGeom>
        </p:spPr>
        <p:txBody>
          <a:bodyPr vert="horz" wrap="square" lIns="0" tIns="96520" rIns="0" bIns="0" rtlCol="0">
            <a:spAutoFit/>
          </a:bodyPr>
          <a:lstStyle/>
          <a:p>
            <a:pPr marL="50800" algn="just">
              <a:lnSpc>
                <a:spcPct val="100000"/>
              </a:lnSpc>
              <a:spcBef>
                <a:spcPts val="760"/>
              </a:spcBef>
              <a:tabLst>
                <a:tab pos="5168900"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a:t>
            </a:r>
            <a:r>
              <a:rPr sz="1200" spc="-10" dirty="0">
                <a:latin typeface="Times New Roman"/>
                <a:cs typeface="Times New Roman"/>
              </a:rPr>
              <a:t>Implementation</a:t>
            </a:r>
            <a:endParaRPr sz="1200" dirty="0">
              <a:latin typeface="Times New Roman"/>
              <a:cs typeface="Times New Roman"/>
            </a:endParaRPr>
          </a:p>
          <a:p>
            <a:pPr marL="12700" marR="8255" indent="152400">
              <a:lnSpc>
                <a:spcPct val="143500"/>
              </a:lnSpc>
              <a:spcBef>
                <a:spcPts val="30"/>
              </a:spcBef>
              <a:buAutoNum type="arabicPeriod" startAt="6"/>
              <a:tabLst>
                <a:tab pos="165100" algn="l"/>
              </a:tabLst>
            </a:pPr>
            <a:r>
              <a:rPr sz="1200" b="1" spc="-10" dirty="0">
                <a:latin typeface="Times New Roman"/>
                <a:cs typeface="Times New Roman"/>
              </a:rPr>
              <a:t>Built-</a:t>
            </a:r>
            <a:r>
              <a:rPr sz="1200" b="1" dirty="0">
                <a:latin typeface="Times New Roman"/>
                <a:cs typeface="Times New Roman"/>
              </a:rPr>
              <a:t>in</a:t>
            </a:r>
            <a:r>
              <a:rPr sz="1200" b="1" spc="-45" dirty="0">
                <a:latin typeface="Times New Roman"/>
                <a:cs typeface="Times New Roman"/>
              </a:rPr>
              <a:t> </a:t>
            </a:r>
            <a:r>
              <a:rPr sz="1200" b="1" spc="-10" dirty="0">
                <a:latin typeface="Times New Roman"/>
                <a:cs typeface="Times New Roman"/>
              </a:rPr>
              <a:t>Functions</a:t>
            </a:r>
            <a:r>
              <a:rPr sz="1200" b="1" spc="-45" dirty="0">
                <a:latin typeface="Times New Roman"/>
                <a:cs typeface="Times New Roman"/>
              </a:rPr>
              <a:t> </a:t>
            </a:r>
            <a:r>
              <a:rPr sz="1200" b="1" dirty="0">
                <a:latin typeface="Times New Roman"/>
                <a:cs typeface="Times New Roman"/>
              </a:rPr>
              <a:t>and</a:t>
            </a:r>
            <a:r>
              <a:rPr sz="1200" b="1" spc="-50" dirty="0">
                <a:latin typeface="Times New Roman"/>
                <a:cs typeface="Times New Roman"/>
              </a:rPr>
              <a:t> </a:t>
            </a:r>
            <a:r>
              <a:rPr sz="1200" b="1" spc="-10" dirty="0">
                <a:latin typeface="Times New Roman"/>
                <a:cs typeface="Times New Roman"/>
              </a:rPr>
              <a:t>Modules</a:t>
            </a:r>
            <a:r>
              <a:rPr sz="1200" spc="-10" dirty="0">
                <a:latin typeface="Times New Roman"/>
                <a:cs typeface="Times New Roman"/>
              </a:rPr>
              <a:t>:</a:t>
            </a:r>
            <a:r>
              <a:rPr sz="1200" spc="-45" dirty="0">
                <a:latin typeface="Times New Roman"/>
                <a:cs typeface="Times New Roman"/>
              </a:rPr>
              <a:t> </a:t>
            </a:r>
            <a:r>
              <a:rPr sz="1200" spc="-10" dirty="0">
                <a:latin typeface="Times New Roman"/>
                <a:cs typeface="Times New Roman"/>
              </a:rPr>
              <a:t>Provides</a:t>
            </a:r>
            <a:r>
              <a:rPr sz="1200" spc="-50"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set</a:t>
            </a:r>
            <a:r>
              <a:rPr sz="1200" spc="-50"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spc="-10" dirty="0">
                <a:latin typeface="Times New Roman"/>
                <a:cs typeface="Times New Roman"/>
              </a:rPr>
              <a:t>built-</a:t>
            </a:r>
            <a:r>
              <a:rPr sz="1200" dirty="0">
                <a:latin typeface="Times New Roman"/>
                <a:cs typeface="Times New Roman"/>
              </a:rPr>
              <a:t>in</a:t>
            </a:r>
            <a:r>
              <a:rPr sz="1200" spc="-45" dirty="0">
                <a:latin typeface="Times New Roman"/>
                <a:cs typeface="Times New Roman"/>
              </a:rPr>
              <a:t> </a:t>
            </a:r>
            <a:r>
              <a:rPr sz="1200" spc="-10" dirty="0">
                <a:latin typeface="Times New Roman"/>
                <a:cs typeface="Times New Roman"/>
              </a:rPr>
              <a:t>functions</a:t>
            </a:r>
            <a:r>
              <a:rPr sz="1200" spc="-5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modules</a:t>
            </a:r>
            <a:r>
              <a:rPr sz="1200" spc="-50" dirty="0">
                <a:latin typeface="Times New Roman"/>
                <a:cs typeface="Times New Roman"/>
              </a:rPr>
              <a:t> </a:t>
            </a:r>
            <a:r>
              <a:rPr sz="1200" spc="-10" dirty="0">
                <a:latin typeface="Times New Roman"/>
                <a:cs typeface="Times New Roman"/>
              </a:rPr>
              <a:t>that</a:t>
            </a:r>
            <a:r>
              <a:rPr sz="1200" spc="-45"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be</a:t>
            </a:r>
            <a:r>
              <a:rPr sz="1200" spc="-45" dirty="0">
                <a:latin typeface="Times New Roman"/>
                <a:cs typeface="Times New Roman"/>
              </a:rPr>
              <a:t> </a:t>
            </a:r>
            <a:r>
              <a:rPr sz="1200" spc="-20" dirty="0">
                <a:latin typeface="Times New Roman"/>
                <a:cs typeface="Times New Roman"/>
              </a:rPr>
              <a:t>used </a:t>
            </a:r>
            <a:r>
              <a:rPr sz="1200" dirty="0">
                <a:latin typeface="Times New Roman"/>
                <a:cs typeface="Times New Roman"/>
              </a:rPr>
              <a:t>by</a:t>
            </a:r>
            <a:r>
              <a:rPr sz="1200" spc="-20" dirty="0">
                <a:latin typeface="Times New Roman"/>
                <a:cs typeface="Times New Roman"/>
              </a:rPr>
              <a:t> </a:t>
            </a:r>
            <a:r>
              <a:rPr sz="1200" dirty="0">
                <a:latin typeface="Times New Roman"/>
                <a:cs typeface="Times New Roman"/>
              </a:rPr>
              <a:t>Python</a:t>
            </a:r>
            <a:r>
              <a:rPr sz="1200" spc="-20" dirty="0">
                <a:latin typeface="Times New Roman"/>
                <a:cs typeface="Times New Roman"/>
              </a:rPr>
              <a:t> </a:t>
            </a:r>
            <a:r>
              <a:rPr sz="1200" dirty="0">
                <a:latin typeface="Times New Roman"/>
                <a:cs typeface="Times New Roman"/>
              </a:rPr>
              <a:t>code,</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20" dirty="0">
                <a:latin typeface="Times New Roman"/>
                <a:cs typeface="Times New Roman"/>
              </a:rPr>
              <a:t> </a:t>
            </a:r>
            <a:r>
              <a:rPr sz="1200" b="1" dirty="0">
                <a:latin typeface="Times New Roman"/>
                <a:cs typeface="Times New Roman"/>
              </a:rPr>
              <a:t>len()</a:t>
            </a:r>
            <a:r>
              <a:rPr sz="1200" dirty="0">
                <a:latin typeface="Times New Roman"/>
                <a:cs typeface="Times New Roman"/>
              </a:rPr>
              <a:t>,</a:t>
            </a:r>
            <a:r>
              <a:rPr sz="1200" spc="-20" dirty="0">
                <a:latin typeface="Times New Roman"/>
                <a:cs typeface="Times New Roman"/>
              </a:rPr>
              <a:t> </a:t>
            </a:r>
            <a:r>
              <a:rPr sz="1200" b="1" dirty="0">
                <a:latin typeface="Times New Roman"/>
                <a:cs typeface="Times New Roman"/>
              </a:rPr>
              <a:t>print()</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b="1" spc="-20" dirty="0">
                <a:latin typeface="Times New Roman"/>
                <a:cs typeface="Times New Roman"/>
              </a:rPr>
              <a:t>math</a:t>
            </a:r>
            <a:r>
              <a:rPr sz="1200" spc="-20" dirty="0">
                <a:latin typeface="Times New Roman"/>
                <a:cs typeface="Times New Roman"/>
              </a:rPr>
              <a:t>.</a:t>
            </a:r>
            <a:endParaRPr sz="1200" dirty="0">
              <a:latin typeface="Times New Roman"/>
              <a:cs typeface="Times New Roman"/>
            </a:endParaRPr>
          </a:p>
          <a:p>
            <a:pPr marL="12700" marR="8890" indent="152400">
              <a:lnSpc>
                <a:spcPct val="143300"/>
              </a:lnSpc>
              <a:spcBef>
                <a:spcPts val="1215"/>
              </a:spcBef>
              <a:buAutoNum type="arabicPeriod" startAt="6"/>
              <a:tabLst>
                <a:tab pos="165100" algn="l"/>
              </a:tabLst>
            </a:pPr>
            <a:r>
              <a:rPr sz="1200" b="1" dirty="0">
                <a:latin typeface="Times New Roman"/>
                <a:cs typeface="Times New Roman"/>
              </a:rPr>
              <a:t>Standard</a:t>
            </a:r>
            <a:r>
              <a:rPr sz="1200" b="1" spc="75" dirty="0">
                <a:latin typeface="Times New Roman"/>
                <a:cs typeface="Times New Roman"/>
              </a:rPr>
              <a:t> </a:t>
            </a:r>
            <a:r>
              <a:rPr sz="1200" b="1" dirty="0">
                <a:latin typeface="Times New Roman"/>
                <a:cs typeface="Times New Roman"/>
              </a:rPr>
              <a:t>Library</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collection</a:t>
            </a:r>
            <a:r>
              <a:rPr sz="1200" spc="70" dirty="0">
                <a:latin typeface="Times New Roman"/>
                <a:cs typeface="Times New Roman"/>
              </a:rPr>
              <a:t> </a:t>
            </a:r>
            <a:r>
              <a:rPr sz="1200" dirty="0">
                <a:latin typeface="Times New Roman"/>
                <a:cs typeface="Times New Roman"/>
              </a:rPr>
              <a:t>of</a:t>
            </a:r>
            <a:r>
              <a:rPr sz="1200" spc="70" dirty="0">
                <a:latin typeface="Times New Roman"/>
                <a:cs typeface="Times New Roman"/>
              </a:rPr>
              <a:t> </a:t>
            </a:r>
            <a:r>
              <a:rPr sz="1200" dirty="0">
                <a:latin typeface="Times New Roman"/>
                <a:cs typeface="Times New Roman"/>
              </a:rPr>
              <a:t>modules</a:t>
            </a:r>
            <a:r>
              <a:rPr sz="1200" spc="70" dirty="0">
                <a:latin typeface="Times New Roman"/>
                <a:cs typeface="Times New Roman"/>
              </a:rPr>
              <a:t> </a:t>
            </a:r>
            <a:r>
              <a:rPr sz="1200" dirty="0">
                <a:latin typeface="Times New Roman"/>
                <a:cs typeface="Times New Roman"/>
              </a:rPr>
              <a:t>and</a:t>
            </a:r>
            <a:r>
              <a:rPr sz="1200" spc="75" dirty="0">
                <a:latin typeface="Times New Roman"/>
                <a:cs typeface="Times New Roman"/>
              </a:rPr>
              <a:t> </a:t>
            </a:r>
            <a:r>
              <a:rPr sz="1200" dirty="0">
                <a:latin typeface="Times New Roman"/>
                <a:cs typeface="Times New Roman"/>
              </a:rPr>
              <a:t>functions</a:t>
            </a:r>
            <a:r>
              <a:rPr sz="1200" spc="70" dirty="0">
                <a:latin typeface="Times New Roman"/>
                <a:cs typeface="Times New Roman"/>
              </a:rPr>
              <a:t> </a:t>
            </a:r>
            <a:r>
              <a:rPr sz="1200" dirty="0">
                <a:latin typeface="Times New Roman"/>
                <a:cs typeface="Times New Roman"/>
              </a:rPr>
              <a:t>that</a:t>
            </a:r>
            <a:r>
              <a:rPr sz="1200" spc="70" dirty="0">
                <a:latin typeface="Times New Roman"/>
                <a:cs typeface="Times New Roman"/>
              </a:rPr>
              <a:t> </a:t>
            </a:r>
            <a:r>
              <a:rPr sz="1200" dirty="0">
                <a:latin typeface="Times New Roman"/>
                <a:cs typeface="Times New Roman"/>
              </a:rPr>
              <a:t>provide</a:t>
            </a:r>
            <a:r>
              <a:rPr sz="1200" spc="70" dirty="0">
                <a:latin typeface="Times New Roman"/>
                <a:cs typeface="Times New Roman"/>
              </a:rPr>
              <a:t> </a:t>
            </a:r>
            <a:r>
              <a:rPr sz="1200" dirty="0">
                <a:latin typeface="Times New Roman"/>
                <a:cs typeface="Times New Roman"/>
              </a:rPr>
              <a:t>additional</a:t>
            </a:r>
            <a:r>
              <a:rPr sz="1200" spc="70" dirty="0">
                <a:latin typeface="Times New Roman"/>
                <a:cs typeface="Times New Roman"/>
              </a:rPr>
              <a:t> </a:t>
            </a:r>
            <a:r>
              <a:rPr sz="1200" spc="-10" dirty="0">
                <a:latin typeface="Times New Roman"/>
                <a:cs typeface="Times New Roman"/>
              </a:rPr>
              <a:t>functionality,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dirty="0">
                <a:latin typeface="Times New Roman"/>
                <a:cs typeface="Times New Roman"/>
              </a:rPr>
              <a:t>file</a:t>
            </a:r>
            <a:r>
              <a:rPr sz="1200" spc="-20" dirty="0">
                <a:latin typeface="Times New Roman"/>
                <a:cs typeface="Times New Roman"/>
              </a:rPr>
              <a:t> </a:t>
            </a:r>
            <a:r>
              <a:rPr sz="1200" dirty="0">
                <a:latin typeface="Times New Roman"/>
                <a:cs typeface="Times New Roman"/>
              </a:rPr>
              <a:t>I/O,</a:t>
            </a:r>
            <a:r>
              <a:rPr sz="1200" spc="-20" dirty="0">
                <a:latin typeface="Times New Roman"/>
                <a:cs typeface="Times New Roman"/>
              </a:rPr>
              <a:t> </a:t>
            </a:r>
            <a:r>
              <a:rPr sz="1200" dirty="0">
                <a:latin typeface="Times New Roman"/>
                <a:cs typeface="Times New Roman"/>
              </a:rPr>
              <a:t>networking,</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structures.</a:t>
            </a:r>
            <a:endParaRPr sz="1200" dirty="0">
              <a:latin typeface="Times New Roman"/>
              <a:cs typeface="Times New Roman"/>
            </a:endParaRPr>
          </a:p>
          <a:p>
            <a:pPr marL="12700" marR="8255" indent="152400">
              <a:lnSpc>
                <a:spcPct val="143300"/>
              </a:lnSpc>
              <a:spcBef>
                <a:spcPts val="1210"/>
              </a:spcBef>
              <a:buAutoNum type="arabicPeriod" startAt="6"/>
              <a:tabLst>
                <a:tab pos="165100" algn="l"/>
              </a:tabLst>
            </a:pPr>
            <a:r>
              <a:rPr sz="1200" b="1" dirty="0">
                <a:latin typeface="Times New Roman"/>
                <a:cs typeface="Times New Roman"/>
              </a:rPr>
              <a:t>Exception</a:t>
            </a:r>
            <a:r>
              <a:rPr sz="1200" b="1" spc="-20" dirty="0">
                <a:latin typeface="Times New Roman"/>
                <a:cs typeface="Times New Roman"/>
              </a:rPr>
              <a:t> </a:t>
            </a:r>
            <a:r>
              <a:rPr sz="1200" b="1" dirty="0">
                <a:latin typeface="Times New Roman"/>
                <a:cs typeface="Times New Roman"/>
              </a:rPr>
              <a:t>Handler</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Handles</a:t>
            </a:r>
            <a:r>
              <a:rPr sz="1200" spc="-25" dirty="0">
                <a:latin typeface="Times New Roman"/>
                <a:cs typeface="Times New Roman"/>
              </a:rPr>
              <a:t> </a:t>
            </a:r>
            <a:r>
              <a:rPr sz="1200" dirty="0">
                <a:latin typeface="Times New Roman"/>
                <a:cs typeface="Times New Roman"/>
              </a:rPr>
              <a:t>runtime</a:t>
            </a:r>
            <a:r>
              <a:rPr sz="1200" spc="-25" dirty="0">
                <a:latin typeface="Times New Roman"/>
                <a:cs typeface="Times New Roman"/>
              </a:rPr>
              <a:t> </a:t>
            </a:r>
            <a:r>
              <a:rPr sz="1200" dirty="0">
                <a:latin typeface="Times New Roman"/>
                <a:cs typeface="Times New Roman"/>
              </a:rPr>
              <a:t>errors</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exceptions,</a:t>
            </a:r>
            <a:r>
              <a:rPr sz="1200" spc="-20" dirty="0">
                <a:latin typeface="Times New Roman"/>
                <a:cs typeface="Times New Roman"/>
              </a:rPr>
              <a:t> </a:t>
            </a:r>
            <a:r>
              <a:rPr sz="1200" dirty="0">
                <a:latin typeface="Times New Roman"/>
                <a:cs typeface="Times New Roman"/>
              </a:rPr>
              <a:t>providing</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way</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catch</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handle </a:t>
            </a:r>
            <a:r>
              <a:rPr sz="1200" dirty="0">
                <a:latin typeface="Times New Roman"/>
                <a:cs typeface="Times New Roman"/>
              </a:rPr>
              <a:t>errors</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Python</a:t>
            </a:r>
            <a:r>
              <a:rPr sz="1200" spc="-30" dirty="0">
                <a:latin typeface="Times New Roman"/>
                <a:cs typeface="Times New Roman"/>
              </a:rPr>
              <a:t> </a:t>
            </a:r>
            <a:r>
              <a:rPr sz="1200" spc="-20" dirty="0">
                <a:latin typeface="Times New Roman"/>
                <a:cs typeface="Times New Roman"/>
              </a:rPr>
              <a:t>code</a:t>
            </a:r>
            <a:endParaRPr sz="1200" dirty="0">
              <a:latin typeface="Times New Roman"/>
              <a:cs typeface="Times New Roman"/>
            </a:endParaRPr>
          </a:p>
          <a:p>
            <a:pPr>
              <a:lnSpc>
                <a:spcPct val="100000"/>
              </a:lnSpc>
              <a:spcBef>
                <a:spcPts val="450"/>
              </a:spcBef>
            </a:pPr>
            <a:endParaRPr sz="1200" dirty="0">
              <a:latin typeface="Times New Roman"/>
              <a:cs typeface="Times New Roman"/>
            </a:endParaRPr>
          </a:p>
          <a:p>
            <a:pPr marL="12700">
              <a:lnSpc>
                <a:spcPct val="100000"/>
              </a:lnSpc>
            </a:pPr>
            <a:r>
              <a:rPr sz="1400" b="1" dirty="0">
                <a:latin typeface="Times New Roman"/>
                <a:cs typeface="Times New Roman"/>
              </a:rPr>
              <a:t>6.1.</a:t>
            </a:r>
            <a:r>
              <a:rPr lang="en-US" sz="1400" b="1" dirty="0">
                <a:latin typeface="Times New Roman"/>
                <a:cs typeface="Times New Roman"/>
              </a:rPr>
              <a:t>8 </a:t>
            </a:r>
            <a:r>
              <a:rPr sz="1400" b="1" spc="-15" dirty="0">
                <a:latin typeface="Times New Roman"/>
                <a:cs typeface="Times New Roman"/>
              </a:rPr>
              <a:t> </a:t>
            </a:r>
            <a:r>
              <a:rPr sz="1400" b="1" dirty="0">
                <a:latin typeface="Times New Roman"/>
                <a:cs typeface="Times New Roman"/>
              </a:rPr>
              <a:t>OPEN</a:t>
            </a:r>
            <a:r>
              <a:rPr sz="1400" b="1" spc="-15" dirty="0">
                <a:latin typeface="Times New Roman"/>
                <a:cs typeface="Times New Roman"/>
              </a:rPr>
              <a:t> </a:t>
            </a:r>
            <a:r>
              <a:rPr sz="1400" b="1" spc="-25" dirty="0">
                <a:latin typeface="Times New Roman"/>
                <a:cs typeface="Times New Roman"/>
              </a:rPr>
              <a:t>CV</a:t>
            </a:r>
            <a:endParaRPr sz="1400" dirty="0">
              <a:latin typeface="Times New Roman"/>
              <a:cs typeface="Times New Roman"/>
            </a:endParaRPr>
          </a:p>
          <a:p>
            <a:pPr marL="12700" marR="6350" indent="456565" algn="just">
              <a:lnSpc>
                <a:spcPct val="143800"/>
              </a:lnSpc>
              <a:spcBef>
                <a:spcPts val="110"/>
              </a:spcBef>
            </a:pPr>
            <a:r>
              <a:rPr sz="1200" dirty="0">
                <a:latin typeface="Times New Roman"/>
                <a:cs typeface="Times New Roman"/>
              </a:rPr>
              <a:t>OpenCV</a:t>
            </a:r>
            <a:r>
              <a:rPr sz="1200" spc="-30" dirty="0">
                <a:latin typeface="Times New Roman"/>
                <a:cs typeface="Times New Roman"/>
              </a:rPr>
              <a:t> </a:t>
            </a:r>
            <a:r>
              <a:rPr sz="1200" dirty="0">
                <a:latin typeface="Times New Roman"/>
                <a:cs typeface="Times New Roman"/>
              </a:rPr>
              <a:t>was started</a:t>
            </a:r>
            <a:r>
              <a:rPr sz="1200" spc="-5" dirty="0">
                <a:latin typeface="Times New Roman"/>
                <a:cs typeface="Times New Roman"/>
              </a:rPr>
              <a:t> </a:t>
            </a:r>
            <a:r>
              <a:rPr sz="1200" dirty="0">
                <a:latin typeface="Times New Roman"/>
                <a:cs typeface="Times New Roman"/>
              </a:rPr>
              <a:t>at</a:t>
            </a:r>
            <a:r>
              <a:rPr sz="1200" spc="5" dirty="0">
                <a:latin typeface="Times New Roman"/>
                <a:cs typeface="Times New Roman"/>
              </a:rPr>
              <a:t> </a:t>
            </a:r>
            <a:r>
              <a:rPr sz="1200" dirty="0">
                <a:latin typeface="Times New Roman"/>
                <a:cs typeface="Times New Roman"/>
              </a:rPr>
              <a:t>Intel</a:t>
            </a:r>
            <a:r>
              <a:rPr sz="1200" spc="-5" dirty="0">
                <a:latin typeface="Times New Roman"/>
                <a:cs typeface="Times New Roman"/>
              </a:rPr>
              <a:t> </a:t>
            </a:r>
            <a:r>
              <a:rPr sz="1200" dirty="0">
                <a:latin typeface="Times New Roman"/>
                <a:cs typeface="Times New Roman"/>
              </a:rPr>
              <a:t>in 1999 by</a:t>
            </a:r>
            <a:r>
              <a:rPr sz="1200" spc="-5" dirty="0">
                <a:latin typeface="Times New Roman"/>
                <a:cs typeface="Times New Roman"/>
              </a:rPr>
              <a:t> </a:t>
            </a:r>
            <a:r>
              <a:rPr sz="1200" dirty="0">
                <a:latin typeface="Times New Roman"/>
                <a:cs typeface="Times New Roman"/>
              </a:rPr>
              <a:t>Gary</a:t>
            </a:r>
            <a:r>
              <a:rPr sz="1200" spc="-5" dirty="0">
                <a:latin typeface="Times New Roman"/>
                <a:cs typeface="Times New Roman"/>
              </a:rPr>
              <a:t> </a:t>
            </a:r>
            <a:r>
              <a:rPr sz="1200" dirty="0">
                <a:latin typeface="Times New Roman"/>
                <a:cs typeface="Times New Roman"/>
              </a:rPr>
              <a:t>Bradskyand</a:t>
            </a:r>
            <a:r>
              <a:rPr sz="1200" spc="-5" dirty="0">
                <a:latin typeface="Times New Roman"/>
                <a:cs typeface="Times New Roman"/>
              </a:rPr>
              <a:t> </a:t>
            </a:r>
            <a:r>
              <a:rPr sz="1200" dirty="0">
                <a:latin typeface="Times New Roman"/>
                <a:cs typeface="Times New Roman"/>
              </a:rPr>
              <a:t>the first release</a:t>
            </a:r>
            <a:r>
              <a:rPr sz="1200" spc="5" dirty="0">
                <a:latin typeface="Times New Roman"/>
                <a:cs typeface="Times New Roman"/>
              </a:rPr>
              <a:t> </a:t>
            </a:r>
            <a:r>
              <a:rPr sz="1200" dirty="0">
                <a:latin typeface="Times New Roman"/>
                <a:cs typeface="Times New Roman"/>
              </a:rPr>
              <a:t>came out in </a:t>
            </a:r>
            <a:r>
              <a:rPr sz="1200" spc="-10" dirty="0">
                <a:latin typeface="Times New Roman"/>
                <a:cs typeface="Times New Roman"/>
              </a:rPr>
              <a:t>2000. </a:t>
            </a:r>
            <a:r>
              <a:rPr sz="1200" spc="-20" dirty="0">
                <a:latin typeface="Times New Roman"/>
                <a:cs typeface="Times New Roman"/>
              </a:rPr>
              <a:t>Vadim</a:t>
            </a:r>
            <a:r>
              <a:rPr sz="1200" spc="-5" dirty="0">
                <a:latin typeface="Times New Roman"/>
                <a:cs typeface="Times New Roman"/>
              </a:rPr>
              <a:t> </a:t>
            </a:r>
            <a:r>
              <a:rPr sz="1200" dirty="0">
                <a:latin typeface="Times New Roman"/>
                <a:cs typeface="Times New Roman"/>
              </a:rPr>
              <a:t>Pisarevsky</a:t>
            </a:r>
            <a:r>
              <a:rPr sz="1200" spc="-10" dirty="0">
                <a:latin typeface="Times New Roman"/>
                <a:cs typeface="Times New Roman"/>
              </a:rPr>
              <a:t> </a:t>
            </a:r>
            <a:r>
              <a:rPr sz="1200" dirty="0">
                <a:latin typeface="Times New Roman"/>
                <a:cs typeface="Times New Roman"/>
              </a:rPr>
              <a:t>joined</a:t>
            </a:r>
            <a:r>
              <a:rPr sz="1200" spc="5" dirty="0">
                <a:latin typeface="Times New Roman"/>
                <a:cs typeface="Times New Roman"/>
              </a:rPr>
              <a:t> </a:t>
            </a:r>
            <a:r>
              <a:rPr sz="1200" dirty="0">
                <a:latin typeface="Times New Roman"/>
                <a:cs typeface="Times New Roman"/>
              </a:rPr>
              <a:t>Gary Bradsky to manage</a:t>
            </a:r>
            <a:r>
              <a:rPr sz="1200" spc="-15" dirty="0">
                <a:latin typeface="Times New Roman"/>
                <a:cs typeface="Times New Roman"/>
              </a:rPr>
              <a:t> </a:t>
            </a:r>
            <a:r>
              <a:rPr sz="1200" spc="-10" dirty="0">
                <a:latin typeface="Times New Roman"/>
                <a:cs typeface="Times New Roman"/>
              </a:rPr>
              <a:t>Intel’s</a:t>
            </a:r>
            <a:r>
              <a:rPr sz="1200" spc="-5" dirty="0">
                <a:latin typeface="Times New Roman"/>
                <a:cs typeface="Times New Roman"/>
              </a:rPr>
              <a:t> </a:t>
            </a:r>
            <a:r>
              <a:rPr sz="1200" dirty="0">
                <a:latin typeface="Times New Roman"/>
                <a:cs typeface="Times New Roman"/>
              </a:rPr>
              <a:t>Russian software</a:t>
            </a:r>
            <a:r>
              <a:rPr sz="1200" spc="-15" dirty="0">
                <a:latin typeface="Times New Roman"/>
                <a:cs typeface="Times New Roman"/>
              </a:rPr>
              <a:t> </a:t>
            </a:r>
            <a:r>
              <a:rPr sz="1200" dirty="0">
                <a:latin typeface="Times New Roman"/>
                <a:cs typeface="Times New Roman"/>
              </a:rPr>
              <a:t>OpenCV</a:t>
            </a:r>
            <a:r>
              <a:rPr sz="1200" spc="-30" dirty="0">
                <a:latin typeface="Times New Roman"/>
                <a:cs typeface="Times New Roman"/>
              </a:rPr>
              <a:t> </a:t>
            </a:r>
            <a:r>
              <a:rPr sz="1200" dirty="0">
                <a:latin typeface="Times New Roman"/>
                <a:cs typeface="Times New Roman"/>
              </a:rPr>
              <a:t>team. In </a:t>
            </a:r>
            <a:r>
              <a:rPr sz="1200" spc="-10" dirty="0">
                <a:latin typeface="Times New Roman"/>
                <a:cs typeface="Times New Roman"/>
              </a:rPr>
              <a:t>2005, </a:t>
            </a:r>
            <a:r>
              <a:rPr sz="1200" dirty="0">
                <a:latin typeface="Times New Roman"/>
                <a:cs typeface="Times New Roman"/>
              </a:rPr>
              <a:t>OpenCV</a:t>
            </a:r>
            <a:r>
              <a:rPr sz="1200" spc="-30" dirty="0">
                <a:latin typeface="Times New Roman"/>
                <a:cs typeface="Times New Roman"/>
              </a:rPr>
              <a:t> </a:t>
            </a:r>
            <a:r>
              <a:rPr sz="1200" dirty="0">
                <a:latin typeface="Times New Roman"/>
                <a:cs typeface="Times New Roman"/>
              </a:rPr>
              <a:t>was</a:t>
            </a:r>
            <a:r>
              <a:rPr sz="1200" spc="5" dirty="0">
                <a:latin typeface="Times New Roman"/>
                <a:cs typeface="Times New Roman"/>
              </a:rPr>
              <a:t> </a:t>
            </a:r>
            <a:r>
              <a:rPr sz="1200" dirty="0">
                <a:latin typeface="Times New Roman"/>
                <a:cs typeface="Times New Roman"/>
              </a:rPr>
              <a:t>used on </a:t>
            </a:r>
            <a:r>
              <a:rPr sz="1200" spc="-10" dirty="0">
                <a:latin typeface="Times New Roman"/>
                <a:cs typeface="Times New Roman"/>
              </a:rPr>
              <a:t>Stanley,</a:t>
            </a:r>
            <a:r>
              <a:rPr sz="1200" spc="5" dirty="0">
                <a:latin typeface="Times New Roman"/>
                <a:cs typeface="Times New Roman"/>
              </a:rPr>
              <a:t> </a:t>
            </a:r>
            <a:r>
              <a:rPr sz="1200" dirty="0">
                <a:latin typeface="Times New Roman"/>
                <a:cs typeface="Times New Roman"/>
              </a:rPr>
              <a:t>the vehicle who won 2005</a:t>
            </a:r>
            <a:r>
              <a:rPr sz="1200" spc="5" dirty="0">
                <a:latin typeface="Times New Roman"/>
                <a:cs typeface="Times New Roman"/>
              </a:rPr>
              <a:t> </a:t>
            </a:r>
            <a:r>
              <a:rPr sz="1200" spc="-25" dirty="0">
                <a:latin typeface="Times New Roman"/>
                <a:cs typeface="Times New Roman"/>
              </a:rPr>
              <a:t>DARPA</a:t>
            </a:r>
            <a:r>
              <a:rPr sz="1200" spc="-50" dirty="0">
                <a:latin typeface="Times New Roman"/>
                <a:cs typeface="Times New Roman"/>
              </a:rPr>
              <a:t> </a:t>
            </a:r>
            <a:r>
              <a:rPr sz="1200" dirty="0">
                <a:latin typeface="Times New Roman"/>
                <a:cs typeface="Times New Roman"/>
              </a:rPr>
              <a:t>Grand Challenge.</a:t>
            </a:r>
            <a:r>
              <a:rPr sz="1200" spc="5" dirty="0">
                <a:latin typeface="Times New Roman"/>
                <a:cs typeface="Times New Roman"/>
              </a:rPr>
              <a:t> </a:t>
            </a:r>
            <a:r>
              <a:rPr sz="1200" dirty="0">
                <a:latin typeface="Times New Roman"/>
                <a:cs typeface="Times New Roman"/>
              </a:rPr>
              <a:t>Later</a:t>
            </a:r>
            <a:r>
              <a:rPr sz="1200" spc="-5" dirty="0">
                <a:latin typeface="Times New Roman"/>
                <a:cs typeface="Times New Roman"/>
              </a:rPr>
              <a:t> </a:t>
            </a:r>
            <a:r>
              <a:rPr sz="1200" dirty="0">
                <a:latin typeface="Times New Roman"/>
                <a:cs typeface="Times New Roman"/>
              </a:rPr>
              <a:t>its </a:t>
            </a:r>
            <a:r>
              <a:rPr sz="1200" spc="-10" dirty="0">
                <a:latin typeface="Times New Roman"/>
                <a:cs typeface="Times New Roman"/>
              </a:rPr>
              <a:t>active </a:t>
            </a:r>
            <a:r>
              <a:rPr sz="1200" dirty="0">
                <a:latin typeface="Times New Roman"/>
                <a:cs typeface="Times New Roman"/>
              </a:rPr>
              <a:t>development</a:t>
            </a:r>
            <a:r>
              <a:rPr sz="1200" spc="310" dirty="0">
                <a:latin typeface="Times New Roman"/>
                <a:cs typeface="Times New Roman"/>
              </a:rPr>
              <a:t> </a:t>
            </a:r>
            <a:r>
              <a:rPr sz="1200" dirty="0">
                <a:latin typeface="Times New Roman"/>
                <a:cs typeface="Times New Roman"/>
              </a:rPr>
              <a:t>continued</a:t>
            </a:r>
            <a:r>
              <a:rPr sz="1200" spc="320" dirty="0">
                <a:latin typeface="Times New Roman"/>
                <a:cs typeface="Times New Roman"/>
              </a:rPr>
              <a:t> </a:t>
            </a:r>
            <a:r>
              <a:rPr sz="1200" dirty="0">
                <a:latin typeface="Times New Roman"/>
                <a:cs typeface="Times New Roman"/>
              </a:rPr>
              <a:t>under</a:t>
            </a:r>
            <a:r>
              <a:rPr sz="1200" spc="310" dirty="0">
                <a:latin typeface="Times New Roman"/>
                <a:cs typeface="Times New Roman"/>
              </a:rPr>
              <a:t> </a:t>
            </a:r>
            <a:r>
              <a:rPr sz="1200" dirty="0">
                <a:latin typeface="Times New Roman"/>
                <a:cs typeface="Times New Roman"/>
              </a:rPr>
              <a:t>the</a:t>
            </a:r>
            <a:r>
              <a:rPr sz="1200" spc="305" dirty="0">
                <a:latin typeface="Times New Roman"/>
                <a:cs typeface="Times New Roman"/>
              </a:rPr>
              <a:t> </a:t>
            </a:r>
            <a:r>
              <a:rPr sz="1200" dirty="0">
                <a:latin typeface="Times New Roman"/>
                <a:cs typeface="Times New Roman"/>
              </a:rPr>
              <a:t>support</a:t>
            </a:r>
            <a:r>
              <a:rPr sz="1200" spc="315" dirty="0">
                <a:latin typeface="Times New Roman"/>
                <a:cs typeface="Times New Roman"/>
              </a:rPr>
              <a:t> </a:t>
            </a:r>
            <a:r>
              <a:rPr sz="1200" dirty="0">
                <a:latin typeface="Times New Roman"/>
                <a:cs typeface="Times New Roman"/>
              </a:rPr>
              <a:t>of</a:t>
            </a:r>
            <a:r>
              <a:rPr sz="1200" spc="300" dirty="0">
                <a:latin typeface="Times New Roman"/>
                <a:cs typeface="Times New Roman"/>
              </a:rPr>
              <a:t> </a:t>
            </a:r>
            <a:r>
              <a:rPr sz="1200" dirty="0">
                <a:latin typeface="Times New Roman"/>
                <a:cs typeface="Times New Roman"/>
              </a:rPr>
              <a:t>Willow</a:t>
            </a:r>
            <a:r>
              <a:rPr sz="1200" spc="310" dirty="0">
                <a:latin typeface="Times New Roman"/>
                <a:cs typeface="Times New Roman"/>
              </a:rPr>
              <a:t> </a:t>
            </a:r>
            <a:r>
              <a:rPr sz="1200" dirty="0">
                <a:latin typeface="Times New Roman"/>
                <a:cs typeface="Times New Roman"/>
              </a:rPr>
              <a:t>Garage,</a:t>
            </a:r>
            <a:r>
              <a:rPr sz="1200" spc="315" dirty="0">
                <a:latin typeface="Times New Roman"/>
                <a:cs typeface="Times New Roman"/>
              </a:rPr>
              <a:t> </a:t>
            </a:r>
            <a:r>
              <a:rPr sz="1200" dirty="0">
                <a:latin typeface="Times New Roman"/>
                <a:cs typeface="Times New Roman"/>
              </a:rPr>
              <a:t>with</a:t>
            </a:r>
            <a:r>
              <a:rPr sz="1200" spc="310" dirty="0">
                <a:latin typeface="Times New Roman"/>
                <a:cs typeface="Times New Roman"/>
              </a:rPr>
              <a:t> </a:t>
            </a:r>
            <a:r>
              <a:rPr sz="1200" dirty="0">
                <a:latin typeface="Times New Roman"/>
                <a:cs typeface="Times New Roman"/>
              </a:rPr>
              <a:t>Gary</a:t>
            </a:r>
            <a:r>
              <a:rPr sz="1200" spc="310" dirty="0">
                <a:latin typeface="Times New Roman"/>
                <a:cs typeface="Times New Roman"/>
              </a:rPr>
              <a:t> </a:t>
            </a:r>
            <a:r>
              <a:rPr sz="1200" dirty="0">
                <a:latin typeface="Times New Roman"/>
                <a:cs typeface="Times New Roman"/>
              </a:rPr>
              <a:t>Bradsky</a:t>
            </a:r>
            <a:r>
              <a:rPr sz="1200" spc="320" dirty="0">
                <a:latin typeface="Times New Roman"/>
                <a:cs typeface="Times New Roman"/>
              </a:rPr>
              <a:t> </a:t>
            </a:r>
            <a:r>
              <a:rPr sz="1200" dirty="0">
                <a:latin typeface="Times New Roman"/>
                <a:cs typeface="Times New Roman"/>
              </a:rPr>
              <a:t>and</a:t>
            </a:r>
            <a:r>
              <a:rPr sz="1200" spc="290" dirty="0">
                <a:latin typeface="Times New Roman"/>
                <a:cs typeface="Times New Roman"/>
              </a:rPr>
              <a:t> </a:t>
            </a:r>
            <a:r>
              <a:rPr sz="1200" spc="-10" dirty="0">
                <a:latin typeface="Times New Roman"/>
                <a:cs typeface="Times New Roman"/>
              </a:rPr>
              <a:t>Vadim </a:t>
            </a:r>
            <a:r>
              <a:rPr sz="1200" dirty="0">
                <a:latin typeface="Times New Roman"/>
                <a:cs typeface="Times New Roman"/>
              </a:rPr>
              <a:t>Pisarevsky</a:t>
            </a:r>
            <a:r>
              <a:rPr sz="1200" spc="-35" dirty="0">
                <a:latin typeface="Times New Roman"/>
                <a:cs typeface="Times New Roman"/>
              </a:rPr>
              <a:t> </a:t>
            </a:r>
            <a:r>
              <a:rPr sz="1200" dirty="0">
                <a:latin typeface="Times New Roman"/>
                <a:cs typeface="Times New Roman"/>
              </a:rPr>
              <a:t>leading</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project.</a:t>
            </a:r>
            <a:r>
              <a:rPr sz="1200" spc="-30" dirty="0">
                <a:latin typeface="Times New Roman"/>
                <a:cs typeface="Times New Roman"/>
              </a:rPr>
              <a:t> </a:t>
            </a:r>
            <a:r>
              <a:rPr sz="1200" dirty="0">
                <a:latin typeface="Times New Roman"/>
                <a:cs typeface="Times New Roman"/>
              </a:rPr>
              <a:t>Right</a:t>
            </a:r>
            <a:r>
              <a:rPr sz="1200" spc="-30" dirty="0">
                <a:latin typeface="Times New Roman"/>
                <a:cs typeface="Times New Roman"/>
              </a:rPr>
              <a:t> </a:t>
            </a:r>
            <a:r>
              <a:rPr sz="1200" spc="-10" dirty="0">
                <a:latin typeface="Times New Roman"/>
                <a:cs typeface="Times New Roman"/>
              </a:rPr>
              <a:t>now,</a:t>
            </a:r>
            <a:r>
              <a:rPr sz="1200" spc="-30" dirty="0">
                <a:latin typeface="Times New Roman"/>
                <a:cs typeface="Times New Roman"/>
              </a:rPr>
              <a:t> </a:t>
            </a:r>
            <a:r>
              <a:rPr sz="1200" dirty="0">
                <a:latin typeface="Times New Roman"/>
                <a:cs typeface="Times New Roman"/>
              </a:rPr>
              <a:t>OpenCV</a:t>
            </a:r>
            <a:r>
              <a:rPr sz="1200" spc="-60" dirty="0">
                <a:latin typeface="Times New Roman"/>
                <a:cs typeface="Times New Roman"/>
              </a:rPr>
              <a:t> </a:t>
            </a:r>
            <a:r>
              <a:rPr sz="1200" dirty="0">
                <a:latin typeface="Times New Roman"/>
                <a:cs typeface="Times New Roman"/>
              </a:rPr>
              <a:t>supports</a:t>
            </a:r>
            <a:r>
              <a:rPr sz="1200" spc="-3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lot</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algorithms</a:t>
            </a:r>
            <a:r>
              <a:rPr sz="1200" spc="-35" dirty="0">
                <a:latin typeface="Times New Roman"/>
                <a:cs typeface="Times New Roman"/>
              </a:rPr>
              <a:t> </a:t>
            </a:r>
            <a:r>
              <a:rPr sz="1200" dirty="0">
                <a:latin typeface="Times New Roman"/>
                <a:cs typeface="Times New Roman"/>
              </a:rPr>
              <a:t>related</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Computer Vision</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Machine</a:t>
            </a:r>
            <a:r>
              <a:rPr sz="1200" spc="-25" dirty="0">
                <a:latin typeface="Times New Roman"/>
                <a:cs typeface="Times New Roman"/>
              </a:rPr>
              <a:t> </a:t>
            </a:r>
            <a:r>
              <a:rPr sz="1200" dirty="0">
                <a:latin typeface="Times New Roman"/>
                <a:cs typeface="Times New Roman"/>
              </a:rPr>
              <a:t>Learning</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expanding</a:t>
            </a:r>
            <a:r>
              <a:rPr sz="1200" spc="-20" dirty="0">
                <a:latin typeface="Times New Roman"/>
                <a:cs typeface="Times New Roman"/>
              </a:rPr>
              <a:t> </a:t>
            </a:r>
            <a:r>
              <a:rPr sz="1200" spc="-10" dirty="0">
                <a:latin typeface="Times New Roman"/>
                <a:cs typeface="Times New Roman"/>
              </a:rPr>
              <a:t>day-by-</a:t>
            </a:r>
            <a:r>
              <a:rPr sz="1200" spc="-20" dirty="0">
                <a:latin typeface="Times New Roman"/>
                <a:cs typeface="Times New Roman"/>
              </a:rPr>
              <a:t>day.</a:t>
            </a:r>
            <a:endParaRPr sz="1200" dirty="0">
              <a:latin typeface="Times New Roman"/>
              <a:cs typeface="Times New Roman"/>
            </a:endParaRPr>
          </a:p>
          <a:p>
            <a:pPr marL="12700" indent="464184" algn="just">
              <a:lnSpc>
                <a:spcPct val="100000"/>
              </a:lnSpc>
              <a:spcBef>
                <a:spcPts val="625"/>
              </a:spcBef>
            </a:pPr>
            <a:r>
              <a:rPr sz="1200" spc="-10" dirty="0">
                <a:latin typeface="Times New Roman"/>
                <a:cs typeface="Times New Roman"/>
              </a:rPr>
              <a:t>Currently</a:t>
            </a:r>
            <a:r>
              <a:rPr sz="1200" spc="-35" dirty="0">
                <a:latin typeface="Times New Roman"/>
                <a:cs typeface="Times New Roman"/>
              </a:rPr>
              <a:t> </a:t>
            </a:r>
            <a:r>
              <a:rPr sz="1200" spc="-10" dirty="0">
                <a:latin typeface="Times New Roman"/>
                <a:cs typeface="Times New Roman"/>
              </a:rPr>
              <a:t>OpenCV</a:t>
            </a:r>
            <a:r>
              <a:rPr sz="1200" spc="-55" dirty="0">
                <a:latin typeface="Times New Roman"/>
                <a:cs typeface="Times New Roman"/>
              </a:rPr>
              <a:t> </a:t>
            </a:r>
            <a:r>
              <a:rPr sz="1200" dirty="0">
                <a:latin typeface="Times New Roman"/>
                <a:cs typeface="Times New Roman"/>
              </a:rPr>
              <a:t>supports</a:t>
            </a:r>
            <a:r>
              <a:rPr sz="1200" spc="-3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wide</a:t>
            </a:r>
            <a:r>
              <a:rPr sz="1200" spc="-35" dirty="0">
                <a:latin typeface="Times New Roman"/>
                <a:cs typeface="Times New Roman"/>
              </a:rPr>
              <a:t> </a:t>
            </a:r>
            <a:r>
              <a:rPr sz="1200" spc="-10" dirty="0">
                <a:latin typeface="Times New Roman"/>
                <a:cs typeface="Times New Roman"/>
              </a:rPr>
              <a:t>variety</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programming</a:t>
            </a:r>
            <a:r>
              <a:rPr sz="1200" spc="-30" dirty="0">
                <a:latin typeface="Times New Roman"/>
                <a:cs typeface="Times New Roman"/>
              </a:rPr>
              <a:t> </a:t>
            </a:r>
            <a:r>
              <a:rPr sz="1200" spc="-10" dirty="0">
                <a:latin typeface="Times New Roman"/>
                <a:cs typeface="Times New Roman"/>
              </a:rPr>
              <a:t>languages</a:t>
            </a:r>
            <a:r>
              <a:rPr sz="1200" spc="-30" dirty="0">
                <a:latin typeface="Times New Roman"/>
                <a:cs typeface="Times New Roman"/>
              </a:rPr>
              <a:t> </a:t>
            </a:r>
            <a:r>
              <a:rPr sz="1200" spc="-10" dirty="0">
                <a:latin typeface="Times New Roman"/>
                <a:cs typeface="Times New Roman"/>
              </a:rPr>
              <a:t>like</a:t>
            </a:r>
            <a:r>
              <a:rPr sz="1200" spc="-40" dirty="0">
                <a:latin typeface="Times New Roman"/>
                <a:cs typeface="Times New Roman"/>
              </a:rPr>
              <a:t> </a:t>
            </a:r>
            <a:r>
              <a:rPr sz="1200" dirty="0">
                <a:latin typeface="Times New Roman"/>
                <a:cs typeface="Times New Roman"/>
              </a:rPr>
              <a:t>C++,</a:t>
            </a:r>
            <a:r>
              <a:rPr sz="1200" spc="-30" dirty="0">
                <a:latin typeface="Times New Roman"/>
                <a:cs typeface="Times New Roman"/>
              </a:rPr>
              <a:t> </a:t>
            </a:r>
            <a:r>
              <a:rPr sz="1200" spc="-10" dirty="0">
                <a:latin typeface="Times New Roman"/>
                <a:cs typeface="Times New Roman"/>
              </a:rPr>
              <a:t>Python,</a:t>
            </a:r>
            <a:r>
              <a:rPr sz="1200" spc="-30" dirty="0">
                <a:latin typeface="Times New Roman"/>
                <a:cs typeface="Times New Roman"/>
              </a:rPr>
              <a:t> </a:t>
            </a:r>
            <a:r>
              <a:rPr sz="1200" spc="-20" dirty="0">
                <a:latin typeface="Times New Roman"/>
                <a:cs typeface="Times New Roman"/>
              </a:rPr>
              <a:t>Java</a:t>
            </a:r>
            <a:endParaRPr sz="1200" dirty="0">
              <a:latin typeface="Times New Roman"/>
              <a:cs typeface="Times New Roman"/>
            </a:endParaRPr>
          </a:p>
          <a:p>
            <a:pPr marL="12700" marR="5715" algn="just">
              <a:lnSpc>
                <a:spcPct val="143800"/>
              </a:lnSpc>
              <a:spcBef>
                <a:spcPts val="5"/>
              </a:spcBef>
            </a:pPr>
            <a:r>
              <a:rPr sz="1200" dirty="0">
                <a:latin typeface="Times New Roman"/>
                <a:cs typeface="Times New Roman"/>
              </a:rPr>
              <a:t>etc</a:t>
            </a:r>
            <a:r>
              <a:rPr sz="1200" spc="-6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available</a:t>
            </a:r>
            <a:r>
              <a:rPr sz="1200" spc="-3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different</a:t>
            </a:r>
            <a:r>
              <a:rPr sz="1200" spc="-25" dirty="0">
                <a:latin typeface="Times New Roman"/>
                <a:cs typeface="Times New Roman"/>
              </a:rPr>
              <a:t> </a:t>
            </a:r>
            <a:r>
              <a:rPr sz="1200" dirty="0">
                <a:latin typeface="Times New Roman"/>
                <a:cs typeface="Times New Roman"/>
              </a:rPr>
              <a:t>platforms</a:t>
            </a:r>
            <a:r>
              <a:rPr sz="1200" spc="-35" dirty="0">
                <a:latin typeface="Times New Roman"/>
                <a:cs typeface="Times New Roman"/>
              </a:rPr>
              <a:t> </a:t>
            </a:r>
            <a:r>
              <a:rPr sz="1200" dirty="0">
                <a:latin typeface="Times New Roman"/>
                <a:cs typeface="Times New Roman"/>
              </a:rPr>
              <a:t>including</a:t>
            </a:r>
            <a:r>
              <a:rPr sz="1200" spc="-50" dirty="0">
                <a:latin typeface="Times New Roman"/>
                <a:cs typeface="Times New Roman"/>
              </a:rPr>
              <a:t> </a:t>
            </a:r>
            <a:r>
              <a:rPr sz="1200" dirty="0">
                <a:latin typeface="Times New Roman"/>
                <a:cs typeface="Times New Roman"/>
              </a:rPr>
              <a:t>Windows,</a:t>
            </a:r>
            <a:r>
              <a:rPr sz="1200" spc="-25" dirty="0">
                <a:latin typeface="Times New Roman"/>
                <a:cs typeface="Times New Roman"/>
              </a:rPr>
              <a:t> </a:t>
            </a:r>
            <a:r>
              <a:rPr sz="1200" dirty="0">
                <a:latin typeface="Times New Roman"/>
                <a:cs typeface="Times New Roman"/>
              </a:rPr>
              <a:t>Linux,</a:t>
            </a:r>
            <a:r>
              <a:rPr sz="1200" spc="-30" dirty="0">
                <a:latin typeface="Times New Roman"/>
                <a:cs typeface="Times New Roman"/>
              </a:rPr>
              <a:t> </a:t>
            </a:r>
            <a:r>
              <a:rPr sz="1200" dirty="0">
                <a:latin typeface="Times New Roman"/>
                <a:cs typeface="Times New Roman"/>
              </a:rPr>
              <a:t>OS</a:t>
            </a:r>
            <a:r>
              <a:rPr sz="1200" spc="-25" dirty="0">
                <a:latin typeface="Times New Roman"/>
                <a:cs typeface="Times New Roman"/>
              </a:rPr>
              <a:t> </a:t>
            </a:r>
            <a:r>
              <a:rPr sz="1200" dirty="0">
                <a:latin typeface="Times New Roman"/>
                <a:cs typeface="Times New Roman"/>
              </a:rPr>
              <a:t>X,</a:t>
            </a:r>
            <a:r>
              <a:rPr sz="1200" spc="-75" dirty="0">
                <a:latin typeface="Times New Roman"/>
                <a:cs typeface="Times New Roman"/>
              </a:rPr>
              <a:t> </a:t>
            </a:r>
            <a:r>
              <a:rPr sz="1200" dirty="0">
                <a:latin typeface="Times New Roman"/>
                <a:cs typeface="Times New Roman"/>
              </a:rPr>
              <a:t>Android,</a:t>
            </a:r>
            <a:r>
              <a:rPr sz="1200" spc="-25" dirty="0">
                <a:latin typeface="Times New Roman"/>
                <a:cs typeface="Times New Roman"/>
              </a:rPr>
              <a:t> </a:t>
            </a:r>
            <a:r>
              <a:rPr sz="1200" dirty="0">
                <a:latin typeface="Times New Roman"/>
                <a:cs typeface="Times New Roman"/>
              </a:rPr>
              <a:t>iOS</a:t>
            </a:r>
            <a:r>
              <a:rPr sz="1200" spc="-35" dirty="0">
                <a:latin typeface="Times New Roman"/>
                <a:cs typeface="Times New Roman"/>
              </a:rPr>
              <a:t> </a:t>
            </a:r>
            <a:r>
              <a:rPr sz="1200" spc="-10" dirty="0">
                <a:latin typeface="Times New Roman"/>
                <a:cs typeface="Times New Roman"/>
              </a:rPr>
              <a:t>etc.</a:t>
            </a:r>
            <a:r>
              <a:rPr sz="1200" spc="-65" dirty="0">
                <a:latin typeface="Times New Roman"/>
                <a:cs typeface="Times New Roman"/>
              </a:rPr>
              <a:t> </a:t>
            </a:r>
            <a:r>
              <a:rPr sz="1200" spc="-10" dirty="0">
                <a:latin typeface="Times New Roman"/>
                <a:cs typeface="Times New Roman"/>
              </a:rPr>
              <a:t>Also, </a:t>
            </a:r>
            <a:r>
              <a:rPr sz="1200" dirty="0">
                <a:latin typeface="Times New Roman"/>
                <a:cs typeface="Times New Roman"/>
              </a:rPr>
              <a:t>interfaces</a:t>
            </a:r>
            <a:r>
              <a:rPr sz="1200" spc="145" dirty="0">
                <a:latin typeface="Times New Roman"/>
                <a:cs typeface="Times New Roman"/>
              </a:rPr>
              <a:t> </a:t>
            </a:r>
            <a:r>
              <a:rPr sz="1200" dirty="0">
                <a:latin typeface="Times New Roman"/>
                <a:cs typeface="Times New Roman"/>
              </a:rPr>
              <a:t>based</a:t>
            </a:r>
            <a:r>
              <a:rPr sz="1200" spc="150" dirty="0">
                <a:latin typeface="Times New Roman"/>
                <a:cs typeface="Times New Roman"/>
              </a:rPr>
              <a:t> </a:t>
            </a:r>
            <a:r>
              <a:rPr sz="1200" dirty="0">
                <a:latin typeface="Times New Roman"/>
                <a:cs typeface="Times New Roman"/>
              </a:rPr>
              <a:t>on</a:t>
            </a:r>
            <a:r>
              <a:rPr sz="1200" spc="150" dirty="0">
                <a:latin typeface="Times New Roman"/>
                <a:cs typeface="Times New Roman"/>
              </a:rPr>
              <a:t> </a:t>
            </a:r>
            <a:r>
              <a:rPr sz="1200" dirty="0">
                <a:latin typeface="Times New Roman"/>
                <a:cs typeface="Times New Roman"/>
              </a:rPr>
              <a:t>CUDA</a:t>
            </a:r>
            <a:r>
              <a:rPr sz="1200" spc="95" dirty="0">
                <a:latin typeface="Times New Roman"/>
                <a:cs typeface="Times New Roman"/>
              </a:rPr>
              <a:t> </a:t>
            </a:r>
            <a:r>
              <a:rPr sz="1200" dirty="0">
                <a:latin typeface="Times New Roman"/>
                <a:cs typeface="Times New Roman"/>
              </a:rPr>
              <a:t>and</a:t>
            </a:r>
            <a:r>
              <a:rPr sz="1200" spc="150" dirty="0">
                <a:latin typeface="Times New Roman"/>
                <a:cs typeface="Times New Roman"/>
              </a:rPr>
              <a:t> </a:t>
            </a:r>
            <a:r>
              <a:rPr sz="1200" dirty="0">
                <a:latin typeface="Times New Roman"/>
                <a:cs typeface="Times New Roman"/>
              </a:rPr>
              <a:t>OpenCL</a:t>
            </a:r>
            <a:r>
              <a:rPr sz="1200" spc="100" dirty="0">
                <a:latin typeface="Times New Roman"/>
                <a:cs typeface="Times New Roman"/>
              </a:rPr>
              <a:t> </a:t>
            </a:r>
            <a:r>
              <a:rPr sz="1200" dirty="0">
                <a:latin typeface="Times New Roman"/>
                <a:cs typeface="Times New Roman"/>
              </a:rPr>
              <a:t>are</a:t>
            </a:r>
            <a:r>
              <a:rPr sz="1200" spc="145" dirty="0">
                <a:latin typeface="Times New Roman"/>
                <a:cs typeface="Times New Roman"/>
              </a:rPr>
              <a:t> </a:t>
            </a:r>
            <a:r>
              <a:rPr sz="1200" dirty="0">
                <a:latin typeface="Times New Roman"/>
                <a:cs typeface="Times New Roman"/>
              </a:rPr>
              <a:t>also</a:t>
            </a:r>
            <a:r>
              <a:rPr sz="1200" spc="150" dirty="0">
                <a:latin typeface="Times New Roman"/>
                <a:cs typeface="Times New Roman"/>
              </a:rPr>
              <a:t> </a:t>
            </a:r>
            <a:r>
              <a:rPr sz="1200" dirty="0">
                <a:latin typeface="Times New Roman"/>
                <a:cs typeface="Times New Roman"/>
              </a:rPr>
              <a:t>under</a:t>
            </a:r>
            <a:r>
              <a:rPr sz="1200" spc="150" dirty="0">
                <a:latin typeface="Times New Roman"/>
                <a:cs typeface="Times New Roman"/>
              </a:rPr>
              <a:t> </a:t>
            </a:r>
            <a:r>
              <a:rPr sz="1200" dirty="0">
                <a:latin typeface="Times New Roman"/>
                <a:cs typeface="Times New Roman"/>
              </a:rPr>
              <a:t>active</a:t>
            </a:r>
            <a:r>
              <a:rPr sz="1200" spc="145" dirty="0">
                <a:latin typeface="Times New Roman"/>
                <a:cs typeface="Times New Roman"/>
              </a:rPr>
              <a:t> </a:t>
            </a:r>
            <a:r>
              <a:rPr sz="1200" dirty="0">
                <a:latin typeface="Times New Roman"/>
                <a:cs typeface="Times New Roman"/>
              </a:rPr>
              <a:t>development</a:t>
            </a:r>
            <a:r>
              <a:rPr sz="1200" spc="155" dirty="0">
                <a:latin typeface="Times New Roman"/>
                <a:cs typeface="Times New Roman"/>
              </a:rPr>
              <a:t> </a:t>
            </a:r>
            <a:r>
              <a:rPr sz="1200" dirty="0">
                <a:latin typeface="Times New Roman"/>
                <a:cs typeface="Times New Roman"/>
              </a:rPr>
              <a:t>for</a:t>
            </a:r>
            <a:r>
              <a:rPr sz="1200" spc="145" dirty="0">
                <a:latin typeface="Times New Roman"/>
                <a:cs typeface="Times New Roman"/>
              </a:rPr>
              <a:t> </a:t>
            </a:r>
            <a:r>
              <a:rPr sz="1200" spc="-10" dirty="0">
                <a:latin typeface="Times New Roman"/>
                <a:cs typeface="Times New Roman"/>
              </a:rPr>
              <a:t>high-</a:t>
            </a:r>
            <a:r>
              <a:rPr sz="1200" dirty="0">
                <a:latin typeface="Times New Roman"/>
                <a:cs typeface="Times New Roman"/>
              </a:rPr>
              <a:t>speed</a:t>
            </a:r>
            <a:r>
              <a:rPr sz="1200" spc="150" dirty="0">
                <a:latin typeface="Times New Roman"/>
                <a:cs typeface="Times New Roman"/>
              </a:rPr>
              <a:t> </a:t>
            </a:r>
            <a:r>
              <a:rPr sz="1200" spc="-25" dirty="0">
                <a:latin typeface="Times New Roman"/>
                <a:cs typeface="Times New Roman"/>
              </a:rPr>
              <a:t>GPU </a:t>
            </a:r>
            <a:r>
              <a:rPr sz="1200" spc="-10" dirty="0">
                <a:latin typeface="Times New Roman"/>
                <a:cs typeface="Times New Roman"/>
              </a:rPr>
              <a:t>operations.</a:t>
            </a:r>
            <a:endParaRPr sz="1200" dirty="0">
              <a:latin typeface="Times New Roman"/>
              <a:cs typeface="Times New Roman"/>
            </a:endParaRPr>
          </a:p>
          <a:p>
            <a:pPr marL="12700" marR="8255" indent="456565" algn="just">
              <a:lnSpc>
                <a:spcPct val="143300"/>
              </a:lnSpc>
            </a:pPr>
            <a:r>
              <a:rPr sz="1200" dirty="0">
                <a:latin typeface="Times New Roman"/>
                <a:cs typeface="Times New Roman"/>
              </a:rPr>
              <a:t>All</a:t>
            </a:r>
            <a:r>
              <a:rPr sz="1200" spc="195" dirty="0">
                <a:latin typeface="Times New Roman"/>
                <a:cs typeface="Times New Roman"/>
              </a:rPr>
              <a:t> </a:t>
            </a:r>
            <a:r>
              <a:rPr sz="1200" dirty="0">
                <a:latin typeface="Times New Roman"/>
                <a:cs typeface="Times New Roman"/>
              </a:rPr>
              <a:t>the</a:t>
            </a:r>
            <a:r>
              <a:rPr sz="1200" spc="190" dirty="0">
                <a:latin typeface="Times New Roman"/>
                <a:cs typeface="Times New Roman"/>
              </a:rPr>
              <a:t> </a:t>
            </a:r>
            <a:r>
              <a:rPr sz="1200" dirty="0">
                <a:latin typeface="Times New Roman"/>
                <a:cs typeface="Times New Roman"/>
              </a:rPr>
              <a:t>OpenCV</a:t>
            </a:r>
            <a:r>
              <a:rPr sz="1200" spc="180" dirty="0">
                <a:latin typeface="Times New Roman"/>
                <a:cs typeface="Times New Roman"/>
              </a:rPr>
              <a:t> </a:t>
            </a:r>
            <a:r>
              <a:rPr sz="1200" dirty="0">
                <a:latin typeface="Times New Roman"/>
                <a:cs typeface="Times New Roman"/>
              </a:rPr>
              <a:t>array</a:t>
            </a:r>
            <a:r>
              <a:rPr sz="1200" spc="204" dirty="0">
                <a:latin typeface="Times New Roman"/>
                <a:cs typeface="Times New Roman"/>
              </a:rPr>
              <a:t> </a:t>
            </a:r>
            <a:r>
              <a:rPr sz="1200" dirty="0">
                <a:latin typeface="Times New Roman"/>
                <a:cs typeface="Times New Roman"/>
              </a:rPr>
              <a:t>structures</a:t>
            </a:r>
            <a:r>
              <a:rPr sz="1200" spc="204" dirty="0">
                <a:latin typeface="Times New Roman"/>
                <a:cs typeface="Times New Roman"/>
              </a:rPr>
              <a:t> </a:t>
            </a:r>
            <a:r>
              <a:rPr sz="1200" dirty="0">
                <a:latin typeface="Times New Roman"/>
                <a:cs typeface="Times New Roman"/>
              </a:rPr>
              <a:t>are</a:t>
            </a:r>
            <a:r>
              <a:rPr sz="1200" spc="195" dirty="0">
                <a:latin typeface="Times New Roman"/>
                <a:cs typeface="Times New Roman"/>
              </a:rPr>
              <a:t> </a:t>
            </a:r>
            <a:r>
              <a:rPr sz="1200" dirty="0">
                <a:latin typeface="Times New Roman"/>
                <a:cs typeface="Times New Roman"/>
              </a:rPr>
              <a:t>converted</a:t>
            </a:r>
            <a:r>
              <a:rPr sz="1200" spc="204" dirty="0">
                <a:latin typeface="Times New Roman"/>
                <a:cs typeface="Times New Roman"/>
              </a:rPr>
              <a:t> </a:t>
            </a:r>
            <a:r>
              <a:rPr sz="1200" dirty="0">
                <a:latin typeface="Times New Roman"/>
                <a:cs typeface="Times New Roman"/>
              </a:rPr>
              <a:t>to-</a:t>
            </a:r>
            <a:r>
              <a:rPr sz="1200" spc="-10" dirty="0">
                <a:latin typeface="Times New Roman"/>
                <a:cs typeface="Times New Roman"/>
              </a:rPr>
              <a:t>and-</a:t>
            </a:r>
            <a:r>
              <a:rPr sz="1200" dirty="0">
                <a:latin typeface="Times New Roman"/>
                <a:cs typeface="Times New Roman"/>
              </a:rPr>
              <a:t>from</a:t>
            </a:r>
            <a:r>
              <a:rPr sz="1200" spc="200" dirty="0">
                <a:latin typeface="Times New Roman"/>
                <a:cs typeface="Times New Roman"/>
              </a:rPr>
              <a:t> </a:t>
            </a:r>
            <a:r>
              <a:rPr sz="1200" dirty="0">
                <a:latin typeface="Times New Roman"/>
                <a:cs typeface="Times New Roman"/>
              </a:rPr>
              <a:t>Numpy</a:t>
            </a:r>
            <a:r>
              <a:rPr sz="1200" spc="195" dirty="0">
                <a:latin typeface="Times New Roman"/>
                <a:cs typeface="Times New Roman"/>
              </a:rPr>
              <a:t> </a:t>
            </a:r>
            <a:r>
              <a:rPr sz="1200" dirty="0">
                <a:latin typeface="Times New Roman"/>
                <a:cs typeface="Times New Roman"/>
              </a:rPr>
              <a:t>arrays.</a:t>
            </a:r>
            <a:r>
              <a:rPr sz="1200" spc="195" dirty="0">
                <a:latin typeface="Times New Roman"/>
                <a:cs typeface="Times New Roman"/>
              </a:rPr>
              <a:t> </a:t>
            </a:r>
            <a:r>
              <a:rPr sz="1200" dirty="0">
                <a:latin typeface="Times New Roman"/>
                <a:cs typeface="Times New Roman"/>
              </a:rPr>
              <a:t>So</a:t>
            </a:r>
            <a:r>
              <a:rPr sz="1200" spc="190" dirty="0">
                <a:latin typeface="Times New Roman"/>
                <a:cs typeface="Times New Roman"/>
              </a:rPr>
              <a:t> </a:t>
            </a:r>
            <a:r>
              <a:rPr sz="1200" spc="-10" dirty="0">
                <a:latin typeface="Times New Roman"/>
                <a:cs typeface="Times New Roman"/>
              </a:rPr>
              <a:t>whatever </a:t>
            </a:r>
            <a:r>
              <a:rPr sz="1200" dirty="0">
                <a:latin typeface="Times New Roman"/>
                <a:cs typeface="Times New Roman"/>
              </a:rPr>
              <a:t>operations</a:t>
            </a:r>
            <a:r>
              <a:rPr sz="1200" spc="125" dirty="0">
                <a:latin typeface="Times New Roman"/>
                <a:cs typeface="Times New Roman"/>
              </a:rPr>
              <a:t> </a:t>
            </a:r>
            <a:r>
              <a:rPr sz="1200" dirty="0">
                <a:latin typeface="Times New Roman"/>
                <a:cs typeface="Times New Roman"/>
              </a:rPr>
              <a:t>you</a:t>
            </a:r>
            <a:r>
              <a:rPr sz="1200" spc="130" dirty="0">
                <a:latin typeface="Times New Roman"/>
                <a:cs typeface="Times New Roman"/>
              </a:rPr>
              <a:t> </a:t>
            </a:r>
            <a:r>
              <a:rPr sz="1200" dirty="0">
                <a:latin typeface="Times New Roman"/>
                <a:cs typeface="Times New Roman"/>
              </a:rPr>
              <a:t>can</a:t>
            </a:r>
            <a:r>
              <a:rPr sz="1200" spc="130" dirty="0">
                <a:latin typeface="Times New Roman"/>
                <a:cs typeface="Times New Roman"/>
              </a:rPr>
              <a:t> </a:t>
            </a:r>
            <a:r>
              <a:rPr sz="1200" dirty="0">
                <a:latin typeface="Times New Roman"/>
                <a:cs typeface="Times New Roman"/>
              </a:rPr>
              <a:t>do</a:t>
            </a:r>
            <a:r>
              <a:rPr sz="1200" spc="130" dirty="0">
                <a:latin typeface="Times New Roman"/>
                <a:cs typeface="Times New Roman"/>
              </a:rPr>
              <a:t> </a:t>
            </a:r>
            <a:r>
              <a:rPr sz="1200" dirty="0">
                <a:latin typeface="Times New Roman"/>
                <a:cs typeface="Times New Roman"/>
              </a:rPr>
              <a:t>in</a:t>
            </a:r>
            <a:r>
              <a:rPr sz="1200" spc="130" dirty="0">
                <a:latin typeface="Times New Roman"/>
                <a:cs typeface="Times New Roman"/>
              </a:rPr>
              <a:t> </a:t>
            </a:r>
            <a:r>
              <a:rPr sz="1200" dirty="0">
                <a:latin typeface="Times New Roman"/>
                <a:cs typeface="Times New Roman"/>
              </a:rPr>
              <a:t>Numpy,</a:t>
            </a:r>
            <a:r>
              <a:rPr sz="1200" spc="130" dirty="0">
                <a:latin typeface="Times New Roman"/>
                <a:cs typeface="Times New Roman"/>
              </a:rPr>
              <a:t> </a:t>
            </a:r>
            <a:r>
              <a:rPr sz="1200" dirty="0">
                <a:latin typeface="Times New Roman"/>
                <a:cs typeface="Times New Roman"/>
              </a:rPr>
              <a:t>you</a:t>
            </a:r>
            <a:r>
              <a:rPr sz="1200" spc="130" dirty="0">
                <a:latin typeface="Times New Roman"/>
                <a:cs typeface="Times New Roman"/>
              </a:rPr>
              <a:t> </a:t>
            </a:r>
            <a:r>
              <a:rPr sz="1200" dirty="0">
                <a:latin typeface="Times New Roman"/>
                <a:cs typeface="Times New Roman"/>
              </a:rPr>
              <a:t>can</a:t>
            </a:r>
            <a:r>
              <a:rPr sz="1200" spc="125" dirty="0">
                <a:latin typeface="Times New Roman"/>
                <a:cs typeface="Times New Roman"/>
              </a:rPr>
              <a:t> </a:t>
            </a:r>
            <a:r>
              <a:rPr sz="1200" dirty="0">
                <a:latin typeface="Times New Roman"/>
                <a:cs typeface="Times New Roman"/>
              </a:rPr>
              <a:t>combine</a:t>
            </a:r>
            <a:r>
              <a:rPr sz="1200" spc="125" dirty="0">
                <a:latin typeface="Times New Roman"/>
                <a:cs typeface="Times New Roman"/>
              </a:rPr>
              <a:t> </a:t>
            </a:r>
            <a:r>
              <a:rPr sz="1200" dirty="0">
                <a:latin typeface="Times New Roman"/>
                <a:cs typeface="Times New Roman"/>
              </a:rPr>
              <a:t>it</a:t>
            </a:r>
            <a:r>
              <a:rPr sz="1200" spc="135" dirty="0">
                <a:latin typeface="Times New Roman"/>
                <a:cs typeface="Times New Roman"/>
              </a:rPr>
              <a:t> </a:t>
            </a:r>
            <a:r>
              <a:rPr sz="1200" dirty="0">
                <a:latin typeface="Times New Roman"/>
                <a:cs typeface="Times New Roman"/>
              </a:rPr>
              <a:t>with</a:t>
            </a:r>
            <a:r>
              <a:rPr sz="1200" spc="130" dirty="0">
                <a:latin typeface="Times New Roman"/>
                <a:cs typeface="Times New Roman"/>
              </a:rPr>
              <a:t> </a:t>
            </a:r>
            <a:r>
              <a:rPr sz="1200" spc="-10" dirty="0">
                <a:latin typeface="Times New Roman"/>
                <a:cs typeface="Times New Roman"/>
              </a:rPr>
              <a:t>OpenCV,</a:t>
            </a:r>
            <a:r>
              <a:rPr sz="1200" spc="130" dirty="0">
                <a:latin typeface="Times New Roman"/>
                <a:cs typeface="Times New Roman"/>
              </a:rPr>
              <a:t> </a:t>
            </a:r>
            <a:r>
              <a:rPr sz="1200" dirty="0">
                <a:latin typeface="Times New Roman"/>
                <a:cs typeface="Times New Roman"/>
              </a:rPr>
              <a:t>which</a:t>
            </a:r>
            <a:r>
              <a:rPr sz="1200" spc="125" dirty="0">
                <a:latin typeface="Times New Roman"/>
                <a:cs typeface="Times New Roman"/>
              </a:rPr>
              <a:t> </a:t>
            </a:r>
            <a:r>
              <a:rPr sz="1200" dirty="0">
                <a:latin typeface="Times New Roman"/>
                <a:cs typeface="Times New Roman"/>
              </a:rPr>
              <a:t>increases</a:t>
            </a:r>
            <a:r>
              <a:rPr sz="1200" spc="130" dirty="0">
                <a:latin typeface="Times New Roman"/>
                <a:cs typeface="Times New Roman"/>
              </a:rPr>
              <a:t> </a:t>
            </a:r>
            <a:r>
              <a:rPr sz="1200" dirty="0">
                <a:latin typeface="Times New Roman"/>
                <a:cs typeface="Times New Roman"/>
              </a:rPr>
              <a:t>number</a:t>
            </a:r>
            <a:r>
              <a:rPr sz="1200" spc="125" dirty="0">
                <a:latin typeface="Times New Roman"/>
                <a:cs typeface="Times New Roman"/>
              </a:rPr>
              <a:t> </a:t>
            </a:r>
            <a:r>
              <a:rPr sz="1200" spc="-25" dirty="0">
                <a:latin typeface="Times New Roman"/>
                <a:cs typeface="Times New Roman"/>
              </a:rPr>
              <a:t>of</a:t>
            </a:r>
            <a:endParaRPr sz="1200" dirty="0">
              <a:latin typeface="Times New Roman"/>
              <a:cs typeface="Times New Roman"/>
            </a:endParaRPr>
          </a:p>
          <a:p>
            <a:pPr marL="12700" marR="5080" algn="just">
              <a:lnSpc>
                <a:spcPct val="143800"/>
              </a:lnSpc>
              <a:spcBef>
                <a:spcPts val="5"/>
              </a:spcBef>
            </a:pPr>
            <a:r>
              <a:rPr sz="1200" dirty="0">
                <a:latin typeface="Times New Roman"/>
                <a:cs typeface="Times New Roman"/>
              </a:rPr>
              <a:t>weapons</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dirty="0">
                <a:latin typeface="Times New Roman"/>
                <a:cs typeface="Times New Roman"/>
              </a:rPr>
              <a:t>arsenal.</a:t>
            </a:r>
            <a:r>
              <a:rPr sz="1200" spc="30" dirty="0">
                <a:latin typeface="Times New Roman"/>
                <a:cs typeface="Times New Roman"/>
              </a:rPr>
              <a:t> </a:t>
            </a:r>
            <a:r>
              <a:rPr sz="1200" dirty="0">
                <a:latin typeface="Times New Roman"/>
                <a:cs typeface="Times New Roman"/>
              </a:rPr>
              <a:t>Besides</a:t>
            </a:r>
            <a:r>
              <a:rPr sz="1200" spc="2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several</a:t>
            </a:r>
            <a:r>
              <a:rPr sz="1200" spc="25" dirty="0">
                <a:latin typeface="Times New Roman"/>
                <a:cs typeface="Times New Roman"/>
              </a:rPr>
              <a:t> </a:t>
            </a:r>
            <a:r>
              <a:rPr sz="1200" dirty="0">
                <a:latin typeface="Times New Roman"/>
                <a:cs typeface="Times New Roman"/>
              </a:rPr>
              <a:t>other</a:t>
            </a:r>
            <a:r>
              <a:rPr sz="1200" spc="10" dirty="0">
                <a:latin typeface="Times New Roman"/>
                <a:cs typeface="Times New Roman"/>
              </a:rPr>
              <a:t> </a:t>
            </a:r>
            <a:r>
              <a:rPr sz="1200" dirty="0">
                <a:latin typeface="Times New Roman"/>
                <a:cs typeface="Times New Roman"/>
              </a:rPr>
              <a:t>libraries</a:t>
            </a:r>
            <a:r>
              <a:rPr sz="1200" spc="20" dirty="0">
                <a:latin typeface="Times New Roman"/>
                <a:cs typeface="Times New Roman"/>
              </a:rPr>
              <a:t> </a:t>
            </a:r>
            <a:r>
              <a:rPr sz="1200" dirty="0">
                <a:latin typeface="Times New Roman"/>
                <a:cs typeface="Times New Roman"/>
              </a:rPr>
              <a:t>like</a:t>
            </a:r>
            <a:r>
              <a:rPr sz="1200" spc="15" dirty="0">
                <a:latin typeface="Times New Roman"/>
                <a:cs typeface="Times New Roman"/>
              </a:rPr>
              <a:t> </a:t>
            </a:r>
            <a:r>
              <a:rPr sz="1200" dirty="0">
                <a:latin typeface="Times New Roman"/>
                <a:cs typeface="Times New Roman"/>
              </a:rPr>
              <a:t>SciPy,</a:t>
            </a:r>
            <a:r>
              <a:rPr sz="1200" spc="15" dirty="0">
                <a:latin typeface="Times New Roman"/>
                <a:cs typeface="Times New Roman"/>
              </a:rPr>
              <a:t> </a:t>
            </a:r>
            <a:r>
              <a:rPr sz="1200" dirty="0">
                <a:latin typeface="Times New Roman"/>
                <a:cs typeface="Times New Roman"/>
              </a:rPr>
              <a:t>Matplotlib</a:t>
            </a:r>
            <a:r>
              <a:rPr sz="1200" spc="20"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spc="-10" dirty="0">
                <a:latin typeface="Times New Roman"/>
                <a:cs typeface="Times New Roman"/>
              </a:rPr>
              <a:t>supports </a:t>
            </a:r>
            <a:r>
              <a:rPr sz="1200" dirty="0">
                <a:latin typeface="Times New Roman"/>
                <a:cs typeface="Times New Roman"/>
              </a:rPr>
              <a:t>Numpy</a:t>
            </a:r>
            <a:r>
              <a:rPr sz="1200" spc="160" dirty="0">
                <a:latin typeface="Times New Roman"/>
                <a:cs typeface="Times New Roman"/>
              </a:rPr>
              <a:t> </a:t>
            </a:r>
            <a:r>
              <a:rPr sz="1200" dirty="0">
                <a:latin typeface="Times New Roman"/>
                <a:cs typeface="Times New Roman"/>
              </a:rPr>
              <a:t>can</a:t>
            </a:r>
            <a:r>
              <a:rPr sz="1200" spc="160" dirty="0">
                <a:latin typeface="Times New Roman"/>
                <a:cs typeface="Times New Roman"/>
              </a:rPr>
              <a:t> </a:t>
            </a:r>
            <a:r>
              <a:rPr sz="1200" dirty="0">
                <a:latin typeface="Times New Roman"/>
                <a:cs typeface="Times New Roman"/>
              </a:rPr>
              <a:t>be</a:t>
            </a:r>
            <a:r>
              <a:rPr sz="1200" spc="155" dirty="0">
                <a:latin typeface="Times New Roman"/>
                <a:cs typeface="Times New Roman"/>
              </a:rPr>
              <a:t> </a:t>
            </a:r>
            <a:r>
              <a:rPr sz="1200" dirty="0">
                <a:latin typeface="Times New Roman"/>
                <a:cs typeface="Times New Roman"/>
              </a:rPr>
              <a:t>used</a:t>
            </a:r>
            <a:r>
              <a:rPr sz="1200" spc="160" dirty="0">
                <a:latin typeface="Times New Roman"/>
                <a:cs typeface="Times New Roman"/>
              </a:rPr>
              <a:t> </a:t>
            </a:r>
            <a:r>
              <a:rPr sz="1200" dirty="0">
                <a:latin typeface="Times New Roman"/>
                <a:cs typeface="Times New Roman"/>
              </a:rPr>
              <a:t>with</a:t>
            </a:r>
            <a:r>
              <a:rPr sz="1200" spc="165" dirty="0">
                <a:latin typeface="Times New Roman"/>
                <a:cs typeface="Times New Roman"/>
              </a:rPr>
              <a:t> </a:t>
            </a:r>
            <a:r>
              <a:rPr sz="1200" dirty="0">
                <a:latin typeface="Times New Roman"/>
                <a:cs typeface="Times New Roman"/>
              </a:rPr>
              <a:t>this.</a:t>
            </a:r>
            <a:r>
              <a:rPr sz="1200" spc="175" dirty="0">
                <a:latin typeface="Times New Roman"/>
                <a:cs typeface="Times New Roman"/>
              </a:rPr>
              <a:t> </a:t>
            </a:r>
            <a:r>
              <a:rPr sz="1200" dirty="0">
                <a:latin typeface="Times New Roman"/>
                <a:cs typeface="Times New Roman"/>
              </a:rPr>
              <a:t>So</a:t>
            </a:r>
            <a:r>
              <a:rPr sz="1200" spc="160" dirty="0">
                <a:latin typeface="Times New Roman"/>
                <a:cs typeface="Times New Roman"/>
              </a:rPr>
              <a:t> </a:t>
            </a:r>
            <a:r>
              <a:rPr sz="1200" spc="-30" dirty="0">
                <a:latin typeface="Times New Roman"/>
                <a:cs typeface="Times New Roman"/>
              </a:rPr>
              <a:t>OpenCV-</a:t>
            </a:r>
            <a:r>
              <a:rPr sz="1200" dirty="0">
                <a:latin typeface="Times New Roman"/>
                <a:cs typeface="Times New Roman"/>
              </a:rPr>
              <a:t>Python</a:t>
            </a:r>
            <a:r>
              <a:rPr sz="1200" spc="160" dirty="0">
                <a:latin typeface="Times New Roman"/>
                <a:cs typeface="Times New Roman"/>
              </a:rPr>
              <a:t> </a:t>
            </a:r>
            <a:r>
              <a:rPr sz="1200" dirty="0">
                <a:latin typeface="Times New Roman"/>
                <a:cs typeface="Times New Roman"/>
              </a:rPr>
              <a:t>is</a:t>
            </a:r>
            <a:r>
              <a:rPr sz="1200" spc="170" dirty="0">
                <a:latin typeface="Times New Roman"/>
                <a:cs typeface="Times New Roman"/>
              </a:rPr>
              <a:t> </a:t>
            </a:r>
            <a:r>
              <a:rPr sz="1200" dirty="0">
                <a:latin typeface="Times New Roman"/>
                <a:cs typeface="Times New Roman"/>
              </a:rPr>
              <a:t>an</a:t>
            </a:r>
            <a:r>
              <a:rPr sz="1200" spc="160" dirty="0">
                <a:latin typeface="Times New Roman"/>
                <a:cs typeface="Times New Roman"/>
              </a:rPr>
              <a:t> </a:t>
            </a:r>
            <a:r>
              <a:rPr sz="1200" dirty="0">
                <a:latin typeface="Times New Roman"/>
                <a:cs typeface="Times New Roman"/>
              </a:rPr>
              <a:t>appropriate</a:t>
            </a:r>
            <a:r>
              <a:rPr sz="1200" spc="155" dirty="0">
                <a:latin typeface="Times New Roman"/>
                <a:cs typeface="Times New Roman"/>
              </a:rPr>
              <a:t> </a:t>
            </a:r>
            <a:r>
              <a:rPr sz="1200" dirty="0">
                <a:latin typeface="Times New Roman"/>
                <a:cs typeface="Times New Roman"/>
              </a:rPr>
              <a:t>tool</a:t>
            </a:r>
            <a:r>
              <a:rPr sz="1200" spc="165" dirty="0">
                <a:latin typeface="Times New Roman"/>
                <a:cs typeface="Times New Roman"/>
              </a:rPr>
              <a:t> </a:t>
            </a:r>
            <a:r>
              <a:rPr sz="1200" dirty="0">
                <a:latin typeface="Times New Roman"/>
                <a:cs typeface="Times New Roman"/>
              </a:rPr>
              <a:t>for</a:t>
            </a:r>
            <a:r>
              <a:rPr sz="1200" spc="155" dirty="0">
                <a:latin typeface="Times New Roman"/>
                <a:cs typeface="Times New Roman"/>
              </a:rPr>
              <a:t> </a:t>
            </a:r>
            <a:r>
              <a:rPr sz="1200" dirty="0">
                <a:latin typeface="Times New Roman"/>
                <a:cs typeface="Times New Roman"/>
              </a:rPr>
              <a:t>fast</a:t>
            </a:r>
            <a:r>
              <a:rPr sz="1200" spc="165" dirty="0">
                <a:latin typeface="Times New Roman"/>
                <a:cs typeface="Times New Roman"/>
              </a:rPr>
              <a:t> </a:t>
            </a:r>
            <a:r>
              <a:rPr sz="1200" dirty="0">
                <a:latin typeface="Times New Roman"/>
                <a:cs typeface="Times New Roman"/>
              </a:rPr>
              <a:t>prototyping</a:t>
            </a:r>
            <a:r>
              <a:rPr sz="1200" spc="160" dirty="0">
                <a:latin typeface="Times New Roman"/>
                <a:cs typeface="Times New Roman"/>
              </a:rPr>
              <a:t> </a:t>
            </a:r>
            <a:r>
              <a:rPr sz="1200" spc="-25" dirty="0">
                <a:latin typeface="Times New Roman"/>
                <a:cs typeface="Times New Roman"/>
              </a:rPr>
              <a:t>of </a:t>
            </a:r>
            <a:r>
              <a:rPr sz="1200" dirty="0">
                <a:latin typeface="Times New Roman"/>
                <a:cs typeface="Times New Roman"/>
              </a:rPr>
              <a:t>computer</a:t>
            </a:r>
            <a:r>
              <a:rPr sz="1200" spc="165" dirty="0">
                <a:latin typeface="Times New Roman"/>
                <a:cs typeface="Times New Roman"/>
              </a:rPr>
              <a:t> </a:t>
            </a:r>
            <a:r>
              <a:rPr sz="1200" dirty="0">
                <a:latin typeface="Times New Roman"/>
                <a:cs typeface="Times New Roman"/>
              </a:rPr>
              <a:t>vision</a:t>
            </a:r>
            <a:r>
              <a:rPr sz="1200" spc="165" dirty="0">
                <a:latin typeface="Times New Roman"/>
                <a:cs typeface="Times New Roman"/>
              </a:rPr>
              <a:t> </a:t>
            </a:r>
            <a:r>
              <a:rPr sz="1200" dirty="0">
                <a:latin typeface="Times New Roman"/>
                <a:cs typeface="Times New Roman"/>
              </a:rPr>
              <a:t>problems.</a:t>
            </a:r>
            <a:r>
              <a:rPr sz="1200" spc="175" dirty="0">
                <a:latin typeface="Times New Roman"/>
                <a:cs typeface="Times New Roman"/>
              </a:rPr>
              <a:t> </a:t>
            </a:r>
            <a:r>
              <a:rPr sz="1200" dirty="0">
                <a:latin typeface="Times New Roman"/>
                <a:cs typeface="Times New Roman"/>
              </a:rPr>
              <a:t>OpenCV</a:t>
            </a:r>
            <a:r>
              <a:rPr sz="1200" spc="150" dirty="0">
                <a:latin typeface="Times New Roman"/>
                <a:cs typeface="Times New Roman"/>
              </a:rPr>
              <a:t> </a:t>
            </a:r>
            <a:r>
              <a:rPr sz="1200" dirty="0">
                <a:latin typeface="Times New Roman"/>
                <a:cs typeface="Times New Roman"/>
              </a:rPr>
              <a:t>(Open</a:t>
            </a:r>
            <a:r>
              <a:rPr sz="1200" spc="165" dirty="0">
                <a:latin typeface="Times New Roman"/>
                <a:cs typeface="Times New Roman"/>
              </a:rPr>
              <a:t> </a:t>
            </a:r>
            <a:r>
              <a:rPr sz="1200" dirty="0">
                <a:latin typeface="Times New Roman"/>
                <a:cs typeface="Times New Roman"/>
              </a:rPr>
              <a:t>Source</a:t>
            </a:r>
            <a:r>
              <a:rPr sz="1200" spc="165" dirty="0">
                <a:latin typeface="Times New Roman"/>
                <a:cs typeface="Times New Roman"/>
              </a:rPr>
              <a:t> </a:t>
            </a:r>
            <a:r>
              <a:rPr sz="1200" dirty="0">
                <a:latin typeface="Times New Roman"/>
                <a:cs typeface="Times New Roman"/>
              </a:rPr>
              <a:t>Computer</a:t>
            </a:r>
            <a:r>
              <a:rPr sz="1200" spc="145" dirty="0">
                <a:latin typeface="Times New Roman"/>
                <a:cs typeface="Times New Roman"/>
              </a:rPr>
              <a:t> </a:t>
            </a:r>
            <a:r>
              <a:rPr sz="1200" dirty="0">
                <a:latin typeface="Times New Roman"/>
                <a:cs typeface="Times New Roman"/>
              </a:rPr>
              <a:t>Vision</a:t>
            </a:r>
            <a:r>
              <a:rPr sz="1200" spc="170" dirty="0">
                <a:latin typeface="Times New Roman"/>
                <a:cs typeface="Times New Roman"/>
              </a:rPr>
              <a:t> </a:t>
            </a:r>
            <a:r>
              <a:rPr sz="1200" dirty="0">
                <a:latin typeface="Times New Roman"/>
                <a:cs typeface="Times New Roman"/>
              </a:rPr>
              <a:t>Library)</a:t>
            </a:r>
            <a:r>
              <a:rPr sz="1200" spc="165" dirty="0">
                <a:latin typeface="Times New Roman"/>
                <a:cs typeface="Times New Roman"/>
              </a:rPr>
              <a:t> </a:t>
            </a:r>
            <a:r>
              <a:rPr sz="1200" dirty="0">
                <a:latin typeface="Times New Roman"/>
                <a:cs typeface="Times New Roman"/>
              </a:rPr>
              <a:t>is</a:t>
            </a:r>
            <a:r>
              <a:rPr sz="1200" spc="180" dirty="0">
                <a:latin typeface="Times New Roman"/>
                <a:cs typeface="Times New Roman"/>
              </a:rPr>
              <a:t> </a:t>
            </a:r>
            <a:r>
              <a:rPr sz="1200" dirty="0">
                <a:latin typeface="Times New Roman"/>
                <a:cs typeface="Times New Roman"/>
              </a:rPr>
              <a:t>an</a:t>
            </a:r>
            <a:r>
              <a:rPr sz="1200" spc="170" dirty="0">
                <a:latin typeface="Times New Roman"/>
                <a:cs typeface="Times New Roman"/>
              </a:rPr>
              <a:t> </a:t>
            </a:r>
            <a:r>
              <a:rPr sz="1200" dirty="0">
                <a:latin typeface="Times New Roman"/>
                <a:cs typeface="Times New Roman"/>
              </a:rPr>
              <a:t>open</a:t>
            </a:r>
            <a:r>
              <a:rPr sz="1200" spc="170" dirty="0">
                <a:latin typeface="Times New Roman"/>
                <a:cs typeface="Times New Roman"/>
              </a:rPr>
              <a:t> </a:t>
            </a:r>
            <a:r>
              <a:rPr sz="1200" spc="-10" dirty="0">
                <a:latin typeface="Times New Roman"/>
                <a:cs typeface="Times New Roman"/>
              </a:rPr>
              <a:t>source </a:t>
            </a:r>
            <a:r>
              <a:rPr sz="1200" dirty="0">
                <a:latin typeface="Times New Roman"/>
                <a:cs typeface="Times New Roman"/>
              </a:rPr>
              <a:t>computer</a:t>
            </a:r>
            <a:r>
              <a:rPr sz="1200" spc="100" dirty="0">
                <a:latin typeface="Times New Roman"/>
                <a:cs typeface="Times New Roman"/>
              </a:rPr>
              <a:t> </a:t>
            </a:r>
            <a:r>
              <a:rPr sz="1200" dirty="0">
                <a:latin typeface="Times New Roman"/>
                <a:cs typeface="Times New Roman"/>
              </a:rPr>
              <a:t>vision</a:t>
            </a:r>
            <a:r>
              <a:rPr sz="1200" spc="105" dirty="0">
                <a:latin typeface="Times New Roman"/>
                <a:cs typeface="Times New Roman"/>
              </a:rPr>
              <a:t> </a:t>
            </a:r>
            <a:r>
              <a:rPr sz="1200" dirty="0">
                <a:latin typeface="Times New Roman"/>
                <a:cs typeface="Times New Roman"/>
              </a:rPr>
              <a:t>and</a:t>
            </a:r>
            <a:r>
              <a:rPr sz="1200" spc="110" dirty="0">
                <a:latin typeface="Times New Roman"/>
                <a:cs typeface="Times New Roman"/>
              </a:rPr>
              <a:t> </a:t>
            </a:r>
            <a:r>
              <a:rPr sz="1200" dirty="0">
                <a:latin typeface="Times New Roman"/>
                <a:cs typeface="Times New Roman"/>
              </a:rPr>
              <a:t>machine</a:t>
            </a:r>
            <a:r>
              <a:rPr sz="1200" spc="105" dirty="0">
                <a:latin typeface="Times New Roman"/>
                <a:cs typeface="Times New Roman"/>
              </a:rPr>
              <a:t> </a:t>
            </a:r>
            <a:r>
              <a:rPr sz="1200" dirty="0">
                <a:latin typeface="Times New Roman"/>
                <a:cs typeface="Times New Roman"/>
              </a:rPr>
              <a:t>learning</a:t>
            </a:r>
            <a:r>
              <a:rPr sz="1200" spc="110" dirty="0">
                <a:latin typeface="Times New Roman"/>
                <a:cs typeface="Times New Roman"/>
              </a:rPr>
              <a:t> </a:t>
            </a:r>
            <a:r>
              <a:rPr sz="1200" dirty="0">
                <a:latin typeface="Times New Roman"/>
                <a:cs typeface="Times New Roman"/>
              </a:rPr>
              <a:t>software</a:t>
            </a:r>
            <a:r>
              <a:rPr sz="1200" spc="110" dirty="0">
                <a:latin typeface="Times New Roman"/>
                <a:cs typeface="Times New Roman"/>
              </a:rPr>
              <a:t> </a:t>
            </a:r>
            <a:r>
              <a:rPr sz="1200" dirty="0">
                <a:latin typeface="Times New Roman"/>
                <a:cs typeface="Times New Roman"/>
              </a:rPr>
              <a:t>library.</a:t>
            </a:r>
            <a:r>
              <a:rPr sz="1200" spc="125" dirty="0">
                <a:latin typeface="Times New Roman"/>
                <a:cs typeface="Times New Roman"/>
              </a:rPr>
              <a:t> </a:t>
            </a:r>
            <a:r>
              <a:rPr sz="1200" dirty="0">
                <a:latin typeface="Times New Roman"/>
                <a:cs typeface="Times New Roman"/>
              </a:rPr>
              <a:t>OpenCV</a:t>
            </a:r>
            <a:r>
              <a:rPr sz="1200" spc="85" dirty="0">
                <a:latin typeface="Times New Roman"/>
                <a:cs typeface="Times New Roman"/>
              </a:rPr>
              <a:t> </a:t>
            </a:r>
            <a:r>
              <a:rPr sz="1200" dirty="0">
                <a:latin typeface="Times New Roman"/>
                <a:cs typeface="Times New Roman"/>
              </a:rPr>
              <a:t>was</a:t>
            </a:r>
            <a:r>
              <a:rPr sz="1200" spc="110" dirty="0">
                <a:latin typeface="Times New Roman"/>
                <a:cs typeface="Times New Roman"/>
              </a:rPr>
              <a:t> </a:t>
            </a:r>
            <a:r>
              <a:rPr sz="1200" dirty="0">
                <a:latin typeface="Times New Roman"/>
                <a:cs typeface="Times New Roman"/>
              </a:rPr>
              <a:t>built</a:t>
            </a:r>
            <a:r>
              <a:rPr sz="1200" spc="110" dirty="0">
                <a:latin typeface="Times New Roman"/>
                <a:cs typeface="Times New Roman"/>
              </a:rPr>
              <a:t> </a:t>
            </a:r>
            <a:r>
              <a:rPr sz="1200" dirty="0">
                <a:latin typeface="Times New Roman"/>
                <a:cs typeface="Times New Roman"/>
              </a:rPr>
              <a:t>to</a:t>
            </a:r>
            <a:r>
              <a:rPr sz="1200" spc="110" dirty="0">
                <a:latin typeface="Times New Roman"/>
                <a:cs typeface="Times New Roman"/>
              </a:rPr>
              <a:t> </a:t>
            </a:r>
            <a:r>
              <a:rPr sz="1200" dirty="0">
                <a:latin typeface="Times New Roman"/>
                <a:cs typeface="Times New Roman"/>
              </a:rPr>
              <a:t>provide</a:t>
            </a:r>
            <a:r>
              <a:rPr sz="1200" spc="105" dirty="0">
                <a:latin typeface="Times New Roman"/>
                <a:cs typeface="Times New Roman"/>
              </a:rPr>
              <a:t> </a:t>
            </a:r>
            <a:r>
              <a:rPr sz="1200" dirty="0">
                <a:latin typeface="Times New Roman"/>
                <a:cs typeface="Times New Roman"/>
              </a:rPr>
              <a:t>a</a:t>
            </a:r>
            <a:r>
              <a:rPr sz="1200" spc="100" dirty="0">
                <a:latin typeface="Times New Roman"/>
                <a:cs typeface="Times New Roman"/>
              </a:rPr>
              <a:t> </a:t>
            </a:r>
            <a:r>
              <a:rPr sz="1200" spc="-10" dirty="0">
                <a:latin typeface="Times New Roman"/>
                <a:cs typeface="Times New Roman"/>
              </a:rPr>
              <a:t>common infrastructure</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computer</a:t>
            </a:r>
            <a:r>
              <a:rPr sz="1200" spc="-30" dirty="0">
                <a:latin typeface="Times New Roman"/>
                <a:cs typeface="Times New Roman"/>
              </a:rPr>
              <a:t> </a:t>
            </a:r>
            <a:r>
              <a:rPr sz="1200" dirty="0">
                <a:latin typeface="Times New Roman"/>
                <a:cs typeface="Times New Roman"/>
              </a:rPr>
              <a:t>vision</a:t>
            </a:r>
            <a:r>
              <a:rPr sz="1200" spc="-20" dirty="0">
                <a:latin typeface="Times New Roman"/>
                <a:cs typeface="Times New Roman"/>
              </a:rPr>
              <a:t> </a:t>
            </a:r>
            <a:r>
              <a:rPr sz="1200" spc="-10" dirty="0">
                <a:latin typeface="Times New Roman"/>
                <a:cs typeface="Times New Roman"/>
              </a:rPr>
              <a:t>applications</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accelerate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machine</a:t>
            </a:r>
            <a:r>
              <a:rPr sz="1200" spc="-25" dirty="0">
                <a:latin typeface="Times New Roman"/>
                <a:cs typeface="Times New Roman"/>
              </a:rPr>
              <a:t> </a:t>
            </a:r>
            <a:r>
              <a:rPr sz="1200" dirty="0">
                <a:latin typeface="Times New Roman"/>
                <a:cs typeface="Times New Roman"/>
              </a:rPr>
              <a:t>perception</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25" dirty="0">
                <a:latin typeface="Times New Roman"/>
                <a:cs typeface="Times New Roman"/>
              </a:rPr>
              <a:t>the </a:t>
            </a:r>
            <a:r>
              <a:rPr sz="1200" spc="-10" dirty="0">
                <a:latin typeface="Times New Roman"/>
                <a:cs typeface="Times New Roman"/>
              </a:rPr>
              <a:t>commercial</a:t>
            </a:r>
            <a:r>
              <a:rPr sz="1200" spc="-35" dirty="0">
                <a:latin typeface="Times New Roman"/>
                <a:cs typeface="Times New Roman"/>
              </a:rPr>
              <a:t> </a:t>
            </a:r>
            <a:r>
              <a:rPr sz="1200" dirty="0">
                <a:latin typeface="Times New Roman"/>
                <a:cs typeface="Times New Roman"/>
              </a:rPr>
              <a:t>products.</a:t>
            </a:r>
            <a:r>
              <a:rPr sz="1200" spc="-35" dirty="0">
                <a:latin typeface="Times New Roman"/>
                <a:cs typeface="Times New Roman"/>
              </a:rPr>
              <a:t> </a:t>
            </a:r>
            <a:r>
              <a:rPr sz="1200" dirty="0">
                <a:latin typeface="Times New Roman"/>
                <a:cs typeface="Times New Roman"/>
              </a:rPr>
              <a:t>Being</a:t>
            </a:r>
            <a:r>
              <a:rPr sz="1200" spc="-3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BSD-licensed</a:t>
            </a:r>
            <a:r>
              <a:rPr sz="1200" spc="-35" dirty="0">
                <a:latin typeface="Times New Roman"/>
                <a:cs typeface="Times New Roman"/>
              </a:rPr>
              <a:t> </a:t>
            </a:r>
            <a:r>
              <a:rPr sz="1200" dirty="0">
                <a:latin typeface="Times New Roman"/>
                <a:cs typeface="Times New Roman"/>
              </a:rPr>
              <a:t>product,</a:t>
            </a:r>
            <a:r>
              <a:rPr sz="1200" spc="-35" dirty="0">
                <a:latin typeface="Times New Roman"/>
                <a:cs typeface="Times New Roman"/>
              </a:rPr>
              <a:t> </a:t>
            </a:r>
            <a:r>
              <a:rPr sz="1200" spc="-10" dirty="0">
                <a:latin typeface="Times New Roman"/>
                <a:cs typeface="Times New Roman"/>
              </a:rPr>
              <a:t>OpenCV</a:t>
            </a:r>
            <a:r>
              <a:rPr sz="1200" spc="-65" dirty="0">
                <a:latin typeface="Times New Roman"/>
                <a:cs typeface="Times New Roman"/>
              </a:rPr>
              <a:t> </a:t>
            </a:r>
            <a:r>
              <a:rPr sz="1200" dirty="0">
                <a:latin typeface="Times New Roman"/>
                <a:cs typeface="Times New Roman"/>
              </a:rPr>
              <a:t>makes</a:t>
            </a:r>
            <a:r>
              <a:rPr sz="1200" spc="-35" dirty="0">
                <a:latin typeface="Times New Roman"/>
                <a:cs typeface="Times New Roman"/>
              </a:rPr>
              <a:t> </a:t>
            </a:r>
            <a:r>
              <a:rPr sz="1200" dirty="0">
                <a:latin typeface="Times New Roman"/>
                <a:cs typeface="Times New Roman"/>
              </a:rPr>
              <a:t>it</a:t>
            </a:r>
            <a:r>
              <a:rPr sz="1200" spc="-35" dirty="0">
                <a:latin typeface="Times New Roman"/>
                <a:cs typeface="Times New Roman"/>
              </a:rPr>
              <a:t> </a:t>
            </a:r>
            <a:r>
              <a:rPr sz="1200" dirty="0">
                <a:latin typeface="Times New Roman"/>
                <a:cs typeface="Times New Roman"/>
              </a:rPr>
              <a:t>easy</a:t>
            </a:r>
            <a:r>
              <a:rPr sz="1200" spc="-35"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dirty="0">
                <a:latin typeface="Times New Roman"/>
                <a:cs typeface="Times New Roman"/>
              </a:rPr>
              <a:t>businesses</a:t>
            </a:r>
            <a:r>
              <a:rPr sz="1200" spc="-4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10" dirty="0">
                <a:latin typeface="Times New Roman"/>
                <a:cs typeface="Times New Roman"/>
              </a:rPr>
              <a:t>utilize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modify</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20" dirty="0">
                <a:latin typeface="Times New Roman"/>
                <a:cs typeface="Times New Roman"/>
              </a:rPr>
              <a:t>code.</a:t>
            </a:r>
            <a:endParaRPr sz="1200" dirty="0">
              <a:latin typeface="Times New Roman"/>
              <a:cs typeface="Times New Roman"/>
            </a:endParaRPr>
          </a:p>
          <a:p>
            <a:pPr marL="12700" indent="494665" algn="just">
              <a:lnSpc>
                <a:spcPct val="100000"/>
              </a:lnSpc>
              <a:spcBef>
                <a:spcPts val="625"/>
              </a:spcBef>
            </a:pPr>
            <a:r>
              <a:rPr sz="1200" dirty="0">
                <a:latin typeface="Times New Roman"/>
                <a:cs typeface="Times New Roman"/>
              </a:rPr>
              <a:t>OpenCV</a:t>
            </a:r>
            <a:r>
              <a:rPr sz="1200" spc="135" dirty="0">
                <a:latin typeface="Times New Roman"/>
                <a:cs typeface="Times New Roman"/>
              </a:rPr>
              <a:t> </a:t>
            </a:r>
            <a:r>
              <a:rPr sz="1200" dirty="0">
                <a:latin typeface="Times New Roman"/>
                <a:cs typeface="Times New Roman"/>
              </a:rPr>
              <a:t>(Open</a:t>
            </a:r>
            <a:r>
              <a:rPr sz="1200" spc="165" dirty="0">
                <a:latin typeface="Times New Roman"/>
                <a:cs typeface="Times New Roman"/>
              </a:rPr>
              <a:t> </a:t>
            </a:r>
            <a:r>
              <a:rPr sz="1200" dirty="0">
                <a:latin typeface="Times New Roman"/>
                <a:cs typeface="Times New Roman"/>
              </a:rPr>
              <a:t>Source</a:t>
            </a:r>
            <a:r>
              <a:rPr sz="1200" spc="165" dirty="0">
                <a:latin typeface="Times New Roman"/>
                <a:cs typeface="Times New Roman"/>
              </a:rPr>
              <a:t> </a:t>
            </a:r>
            <a:r>
              <a:rPr sz="1200" dirty="0">
                <a:latin typeface="Times New Roman"/>
                <a:cs typeface="Times New Roman"/>
              </a:rPr>
              <a:t>Computer</a:t>
            </a:r>
            <a:r>
              <a:rPr sz="1200" spc="125" dirty="0">
                <a:latin typeface="Times New Roman"/>
                <a:cs typeface="Times New Roman"/>
              </a:rPr>
              <a:t> </a:t>
            </a:r>
            <a:r>
              <a:rPr sz="1200" dirty="0">
                <a:latin typeface="Times New Roman"/>
                <a:cs typeface="Times New Roman"/>
              </a:rPr>
              <a:t>Vision)</a:t>
            </a:r>
            <a:r>
              <a:rPr sz="1200" spc="160" dirty="0">
                <a:latin typeface="Times New Roman"/>
                <a:cs typeface="Times New Roman"/>
              </a:rPr>
              <a:t> </a:t>
            </a:r>
            <a:r>
              <a:rPr sz="1200" dirty="0">
                <a:latin typeface="Times New Roman"/>
                <a:cs typeface="Times New Roman"/>
              </a:rPr>
              <a:t>is</a:t>
            </a:r>
            <a:r>
              <a:rPr sz="1200" spc="165" dirty="0">
                <a:latin typeface="Times New Roman"/>
                <a:cs typeface="Times New Roman"/>
              </a:rPr>
              <a:t> </a:t>
            </a:r>
            <a:r>
              <a:rPr sz="1200" dirty="0">
                <a:latin typeface="Times New Roman"/>
                <a:cs typeface="Times New Roman"/>
              </a:rPr>
              <a:t>a</a:t>
            </a:r>
            <a:r>
              <a:rPr sz="1200" spc="175" dirty="0">
                <a:latin typeface="Times New Roman"/>
                <a:cs typeface="Times New Roman"/>
              </a:rPr>
              <a:t> </a:t>
            </a:r>
            <a:r>
              <a:rPr sz="1200" dirty="0">
                <a:latin typeface="Times New Roman"/>
                <a:cs typeface="Times New Roman"/>
              </a:rPr>
              <a:t>library</a:t>
            </a:r>
            <a:r>
              <a:rPr sz="1200" spc="155" dirty="0">
                <a:latin typeface="Times New Roman"/>
                <a:cs typeface="Times New Roman"/>
              </a:rPr>
              <a:t> </a:t>
            </a:r>
            <a:r>
              <a:rPr sz="1200" dirty="0">
                <a:latin typeface="Times New Roman"/>
                <a:cs typeface="Times New Roman"/>
              </a:rPr>
              <a:t>of</a:t>
            </a:r>
            <a:r>
              <a:rPr sz="1200" spc="160" dirty="0">
                <a:latin typeface="Times New Roman"/>
                <a:cs typeface="Times New Roman"/>
              </a:rPr>
              <a:t> </a:t>
            </a:r>
            <a:r>
              <a:rPr sz="1200" dirty="0">
                <a:latin typeface="Times New Roman"/>
                <a:cs typeface="Times New Roman"/>
              </a:rPr>
              <a:t>programming</a:t>
            </a:r>
            <a:r>
              <a:rPr sz="1200" spc="175" dirty="0">
                <a:latin typeface="Times New Roman"/>
                <a:cs typeface="Times New Roman"/>
              </a:rPr>
              <a:t> </a:t>
            </a:r>
            <a:r>
              <a:rPr sz="1200" dirty="0">
                <a:latin typeface="Times New Roman"/>
                <a:cs typeface="Times New Roman"/>
              </a:rPr>
              <a:t>functions</a:t>
            </a:r>
            <a:r>
              <a:rPr sz="1200" spc="165" dirty="0">
                <a:latin typeface="Times New Roman"/>
                <a:cs typeface="Times New Roman"/>
              </a:rPr>
              <a:t> </a:t>
            </a:r>
            <a:r>
              <a:rPr sz="1200" spc="-10" dirty="0">
                <a:latin typeface="Times New Roman"/>
                <a:cs typeface="Times New Roman"/>
              </a:rPr>
              <a:t>mainly</a:t>
            </a:r>
            <a:endParaRPr sz="1200" dirty="0">
              <a:latin typeface="Times New Roman"/>
              <a:cs typeface="Times New Roman"/>
            </a:endParaRPr>
          </a:p>
          <a:p>
            <a:pPr marL="12700" marR="11430" algn="just">
              <a:lnSpc>
                <a:spcPct val="143300"/>
              </a:lnSpc>
              <a:spcBef>
                <a:spcPts val="15"/>
              </a:spcBef>
            </a:pPr>
            <a:r>
              <a:rPr sz="1200" dirty="0">
                <a:latin typeface="Times New Roman"/>
                <a:cs typeface="Times New Roman"/>
              </a:rPr>
              <a:t>aimed</a:t>
            </a:r>
            <a:r>
              <a:rPr sz="1200" spc="5" dirty="0">
                <a:latin typeface="Times New Roman"/>
                <a:cs typeface="Times New Roman"/>
              </a:rPr>
              <a:t> </a:t>
            </a:r>
            <a:r>
              <a:rPr sz="1200" dirty="0">
                <a:latin typeface="Times New Roman"/>
                <a:cs typeface="Times New Roman"/>
              </a:rPr>
              <a:t>at</a:t>
            </a:r>
            <a:r>
              <a:rPr sz="1200" spc="2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5" dirty="0">
                <a:latin typeface="Times New Roman"/>
                <a:cs typeface="Times New Roman"/>
              </a:rPr>
              <a:t> </a:t>
            </a:r>
            <a:r>
              <a:rPr sz="1200" dirty="0">
                <a:latin typeface="Times New Roman"/>
                <a:cs typeface="Times New Roman"/>
              </a:rPr>
              <a:t>computer</a:t>
            </a:r>
            <a:r>
              <a:rPr sz="1200" spc="5" dirty="0">
                <a:latin typeface="Times New Roman"/>
                <a:cs typeface="Times New Roman"/>
              </a:rPr>
              <a:t> </a:t>
            </a:r>
            <a:r>
              <a:rPr sz="1200" dirty="0">
                <a:latin typeface="Times New Roman"/>
                <a:cs typeface="Times New Roman"/>
              </a:rPr>
              <a:t>vision.</a:t>
            </a:r>
            <a:r>
              <a:rPr sz="1200" spc="1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simple</a:t>
            </a:r>
            <a:r>
              <a:rPr sz="1200" spc="5" dirty="0">
                <a:latin typeface="Times New Roman"/>
                <a:cs typeface="Times New Roman"/>
              </a:rPr>
              <a:t> </a:t>
            </a:r>
            <a:r>
              <a:rPr sz="1200" dirty="0">
                <a:latin typeface="Times New Roman"/>
                <a:cs typeface="Times New Roman"/>
              </a:rPr>
              <a:t>language</a:t>
            </a:r>
            <a:r>
              <a:rPr sz="1200" spc="10"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library</a:t>
            </a:r>
            <a:r>
              <a:rPr sz="1200" spc="20" dirty="0">
                <a:latin typeface="Times New Roman"/>
                <a:cs typeface="Times New Roman"/>
              </a:rPr>
              <a:t> </a:t>
            </a:r>
            <a:r>
              <a:rPr sz="1200" dirty="0">
                <a:latin typeface="Times New Roman"/>
                <a:cs typeface="Times New Roman"/>
              </a:rPr>
              <a:t>used</a:t>
            </a:r>
            <a:r>
              <a:rPr sz="1200" spc="20"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Image</a:t>
            </a:r>
            <a:r>
              <a:rPr sz="1200" spc="10" dirty="0">
                <a:latin typeface="Times New Roman"/>
                <a:cs typeface="Times New Roman"/>
              </a:rPr>
              <a:t> </a:t>
            </a:r>
            <a:r>
              <a:rPr sz="1200" dirty="0">
                <a:latin typeface="Times New Roman"/>
                <a:cs typeface="Times New Roman"/>
              </a:rPr>
              <a:t>Processing.</a:t>
            </a:r>
            <a:r>
              <a:rPr sz="1200" spc="5"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spc="-25" dirty="0">
                <a:latin typeface="Times New Roman"/>
                <a:cs typeface="Times New Roman"/>
              </a:rPr>
              <a:t>is </a:t>
            </a:r>
            <a:r>
              <a:rPr sz="1200" dirty="0">
                <a:latin typeface="Times New Roman"/>
                <a:cs typeface="Times New Roman"/>
              </a:rPr>
              <a:t>mainly</a:t>
            </a:r>
            <a:r>
              <a:rPr sz="1200" spc="-25"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do</a:t>
            </a:r>
            <a:r>
              <a:rPr sz="1200" spc="-25"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operation</a:t>
            </a:r>
            <a:r>
              <a:rPr sz="1200" spc="-25"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10" dirty="0">
                <a:latin typeface="Times New Roman"/>
                <a:cs typeface="Times New Roman"/>
              </a:rPr>
              <a:t>Images.</a:t>
            </a:r>
            <a:endParaRPr sz="12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6" name="object 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24</a:t>
            </a:r>
            <a:endParaRPr spc="-25" dirty="0"/>
          </a:p>
        </p:txBody>
      </p:sp>
      <p:sp>
        <p:nvSpPr>
          <p:cNvPr id="7" name="object 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lang="en-US" spc="-25" dirty="0"/>
              <a:t>26</a:t>
            </a:r>
            <a:endParaRPr spc="-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6043421" y="624331"/>
            <a:ext cx="99060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Implementation</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6" name="object 6"/>
          <p:cNvSpPr txBox="1"/>
          <p:nvPr/>
        </p:nvSpPr>
        <p:spPr>
          <a:xfrm>
            <a:off x="886764" y="779923"/>
            <a:ext cx="6147435" cy="9085821"/>
          </a:xfrm>
          <a:prstGeom prst="rect">
            <a:avLst/>
          </a:prstGeom>
        </p:spPr>
        <p:txBody>
          <a:bodyPr vert="horz" wrap="square" lIns="0" tIns="122555" rIns="0" bIns="0" rtlCol="0">
            <a:spAutoFit/>
          </a:bodyPr>
          <a:lstStyle/>
          <a:p>
            <a:pPr marL="12700">
              <a:lnSpc>
                <a:spcPct val="100000"/>
              </a:lnSpc>
              <a:spcBef>
                <a:spcPts val="965"/>
              </a:spcBef>
            </a:pPr>
            <a:r>
              <a:rPr lang="en-US" sz="1400" b="1" spc="-10" dirty="0">
                <a:latin typeface="Times New Roman"/>
                <a:cs typeface="Times New Roman"/>
              </a:rPr>
              <a:t>1.</a:t>
            </a:r>
            <a:r>
              <a:rPr sz="1400" b="1" spc="-10" dirty="0">
                <a:latin typeface="Times New Roman"/>
                <a:cs typeface="Times New Roman"/>
              </a:rPr>
              <a:t>OpenCV</a:t>
            </a:r>
            <a:r>
              <a:rPr sz="1400" b="1" spc="-75" dirty="0">
                <a:latin typeface="Times New Roman"/>
                <a:cs typeface="Times New Roman"/>
              </a:rPr>
              <a:t> </a:t>
            </a:r>
            <a:r>
              <a:rPr sz="1400" b="1" spc="-10" dirty="0">
                <a:latin typeface="Times New Roman"/>
                <a:cs typeface="Times New Roman"/>
              </a:rPr>
              <a:t>Applications</a:t>
            </a:r>
            <a:endParaRPr lang="en-US" sz="1400" b="1" spc="-10" dirty="0">
              <a:latin typeface="Times New Roman"/>
              <a:cs typeface="Times New Roman"/>
            </a:endParaRPr>
          </a:p>
          <a:p>
            <a:pPr marL="12700">
              <a:lnSpc>
                <a:spcPct val="100000"/>
              </a:lnSpc>
              <a:spcBef>
                <a:spcPts val="965"/>
              </a:spcBef>
            </a:pPr>
            <a:r>
              <a:rPr lang="en-US" sz="1200" dirty="0">
                <a:latin typeface="Times New Roman"/>
                <a:cs typeface="Times New Roman"/>
              </a:rPr>
              <a:t>    </a:t>
            </a:r>
            <a:r>
              <a:rPr sz="1200" dirty="0">
                <a:latin typeface="Times New Roman"/>
                <a:cs typeface="Times New Roman"/>
              </a:rPr>
              <a:t>OpenCV</a:t>
            </a:r>
            <a:r>
              <a:rPr sz="1200" spc="-5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being</a:t>
            </a:r>
            <a:r>
              <a:rPr sz="1200" spc="-20" dirty="0">
                <a:latin typeface="Times New Roman"/>
                <a:cs typeface="Times New Roman"/>
              </a:rPr>
              <a:t> </a:t>
            </a:r>
            <a:r>
              <a:rPr sz="1200" dirty="0">
                <a:latin typeface="Times New Roman"/>
                <a:cs typeface="Times New Roman"/>
              </a:rPr>
              <a:t>used</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very</a:t>
            </a:r>
            <a:r>
              <a:rPr sz="1200" spc="-15" dirty="0">
                <a:latin typeface="Times New Roman"/>
                <a:cs typeface="Times New Roman"/>
              </a:rPr>
              <a:t> </a:t>
            </a:r>
            <a:r>
              <a:rPr sz="1200" dirty="0">
                <a:latin typeface="Times New Roman"/>
                <a:cs typeface="Times New Roman"/>
              </a:rPr>
              <a:t>wide</a:t>
            </a:r>
            <a:r>
              <a:rPr sz="1200" spc="-30" dirty="0">
                <a:latin typeface="Times New Roman"/>
                <a:cs typeface="Times New Roman"/>
              </a:rPr>
              <a:t> </a:t>
            </a:r>
            <a:r>
              <a:rPr sz="1200" dirty="0">
                <a:latin typeface="Times New Roman"/>
                <a:cs typeface="Times New Roman"/>
              </a:rPr>
              <a:t>range</a:t>
            </a:r>
            <a:r>
              <a:rPr sz="1200" spc="-2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applications</a:t>
            </a:r>
            <a:r>
              <a:rPr sz="1200" spc="-30" dirty="0">
                <a:latin typeface="Times New Roman"/>
                <a:cs typeface="Times New Roman"/>
              </a:rPr>
              <a:t> </a:t>
            </a:r>
            <a:r>
              <a:rPr sz="1200" dirty="0">
                <a:latin typeface="Times New Roman"/>
                <a:cs typeface="Times New Roman"/>
              </a:rPr>
              <a:t>which</a:t>
            </a:r>
            <a:r>
              <a:rPr sz="1200" spc="-20" dirty="0">
                <a:latin typeface="Times New Roman"/>
                <a:cs typeface="Times New Roman"/>
              </a:rPr>
              <a:t> </a:t>
            </a:r>
            <a:r>
              <a:rPr sz="1200" spc="-10" dirty="0" err="1">
                <a:latin typeface="Times New Roman"/>
                <a:cs typeface="Times New Roman"/>
              </a:rPr>
              <a:t>includ</a:t>
            </a:r>
            <a:r>
              <a:rPr lang="en-IN" sz="1200" spc="-10" dirty="0">
                <a:latin typeface="Times New Roman"/>
                <a:cs typeface="Times New Roman"/>
              </a:rPr>
              <a:t>e</a:t>
            </a:r>
            <a:r>
              <a:rPr sz="1200" spc="-10" dirty="0">
                <a:latin typeface="Times New Roman"/>
                <a:cs typeface="Times New Roman"/>
              </a:rPr>
              <a:t>:</a:t>
            </a:r>
            <a:endParaRPr sz="1200" dirty="0">
              <a:latin typeface="Times New Roman"/>
              <a:cs typeface="Times New Roman"/>
            </a:endParaRPr>
          </a:p>
          <a:p>
            <a:pPr marL="12700">
              <a:lnSpc>
                <a:spcPct val="100000"/>
              </a:lnSpc>
              <a:spcBef>
                <a:spcPts val="735"/>
              </a:spcBef>
              <a:tabLst>
                <a:tab pos="240665" algn="l"/>
              </a:tabLst>
            </a:pPr>
            <a:r>
              <a:rPr lang="en-US" sz="1200" b="1" dirty="0">
                <a:latin typeface="Times New Roman"/>
                <a:cs typeface="Times New Roman"/>
              </a:rPr>
              <a:t>             - </a:t>
            </a:r>
            <a:r>
              <a:rPr sz="1200" dirty="0">
                <a:latin typeface="Times New Roman"/>
                <a:cs typeface="Times New Roman"/>
              </a:rPr>
              <a:t>Street</a:t>
            </a:r>
            <a:r>
              <a:rPr sz="1200" spc="-35"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image</a:t>
            </a:r>
            <a:r>
              <a:rPr sz="1200" spc="-40" dirty="0">
                <a:latin typeface="Times New Roman"/>
                <a:cs typeface="Times New Roman"/>
              </a:rPr>
              <a:t> </a:t>
            </a:r>
            <a:r>
              <a:rPr sz="1200" spc="-10" dirty="0">
                <a:latin typeface="Times New Roman"/>
                <a:cs typeface="Times New Roman"/>
              </a:rPr>
              <a:t>stitching</a:t>
            </a:r>
            <a:endParaRPr sz="1200" dirty="0">
              <a:latin typeface="Times New Roman"/>
              <a:cs typeface="Times New Roman"/>
            </a:endParaRPr>
          </a:p>
          <a:p>
            <a:pPr marL="12700">
              <a:lnSpc>
                <a:spcPct val="100000"/>
              </a:lnSpc>
              <a:spcBef>
                <a:spcPts val="705"/>
              </a:spcBef>
              <a:tabLst>
                <a:tab pos="240665" algn="l"/>
              </a:tabLst>
            </a:pPr>
            <a:r>
              <a:rPr lang="en-US" sz="1200" dirty="0">
                <a:latin typeface="Times New Roman"/>
                <a:cs typeface="Times New Roman"/>
              </a:rPr>
              <a:t>             - </a:t>
            </a:r>
            <a:r>
              <a:rPr sz="1200" dirty="0">
                <a:latin typeface="Times New Roman"/>
                <a:cs typeface="Times New Roman"/>
              </a:rPr>
              <a:t>Automated</a:t>
            </a:r>
            <a:r>
              <a:rPr sz="1200" spc="-30" dirty="0">
                <a:latin typeface="Times New Roman"/>
                <a:cs typeface="Times New Roman"/>
              </a:rPr>
              <a:t> </a:t>
            </a:r>
            <a:r>
              <a:rPr sz="1200" dirty="0">
                <a:latin typeface="Times New Roman"/>
                <a:cs typeface="Times New Roman"/>
              </a:rPr>
              <a:t>inspection</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surveillance</a:t>
            </a:r>
            <a:endParaRPr sz="1200" dirty="0">
              <a:latin typeface="Times New Roman"/>
              <a:cs typeface="Times New Roman"/>
            </a:endParaRPr>
          </a:p>
          <a:p>
            <a:pPr marL="12700">
              <a:lnSpc>
                <a:spcPct val="100000"/>
              </a:lnSpc>
              <a:spcBef>
                <a:spcPts val="720"/>
              </a:spcBef>
              <a:tabLst>
                <a:tab pos="240665" algn="l"/>
              </a:tabLst>
            </a:pPr>
            <a:r>
              <a:rPr lang="en-US" sz="1200" dirty="0">
                <a:latin typeface="Times New Roman"/>
                <a:cs typeface="Times New Roman"/>
              </a:rPr>
              <a:t>             - </a:t>
            </a:r>
            <a:r>
              <a:rPr sz="1200" dirty="0">
                <a:latin typeface="Times New Roman"/>
                <a:cs typeface="Times New Roman"/>
              </a:rPr>
              <a:t>Robot</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20" dirty="0">
                <a:latin typeface="Times New Roman"/>
                <a:cs typeface="Times New Roman"/>
              </a:rPr>
              <a:t>driver-</a:t>
            </a:r>
            <a:r>
              <a:rPr sz="1200" dirty="0">
                <a:latin typeface="Times New Roman"/>
                <a:cs typeface="Times New Roman"/>
              </a:rPr>
              <a:t>less</a:t>
            </a:r>
            <a:r>
              <a:rPr sz="1200" spc="-15" dirty="0">
                <a:latin typeface="Times New Roman"/>
                <a:cs typeface="Times New Roman"/>
              </a:rPr>
              <a:t> </a:t>
            </a:r>
            <a:r>
              <a:rPr sz="1200" dirty="0">
                <a:latin typeface="Times New Roman"/>
                <a:cs typeface="Times New Roman"/>
              </a:rPr>
              <a:t>car</a:t>
            </a:r>
            <a:r>
              <a:rPr sz="1200" spc="-10" dirty="0">
                <a:latin typeface="Times New Roman"/>
                <a:cs typeface="Times New Roman"/>
              </a:rPr>
              <a:t> </a:t>
            </a:r>
            <a:r>
              <a:rPr sz="1200" dirty="0">
                <a:latin typeface="Times New Roman"/>
                <a:cs typeface="Times New Roman"/>
              </a:rPr>
              <a:t>navigation</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control</a:t>
            </a:r>
            <a:endParaRPr sz="1200" dirty="0">
              <a:latin typeface="Times New Roman"/>
              <a:cs typeface="Times New Roman"/>
            </a:endParaRPr>
          </a:p>
          <a:p>
            <a:pPr marL="12700">
              <a:lnSpc>
                <a:spcPct val="100000"/>
              </a:lnSpc>
              <a:spcBef>
                <a:spcPts val="720"/>
              </a:spcBef>
              <a:tabLst>
                <a:tab pos="240665" algn="l"/>
              </a:tabLst>
            </a:pPr>
            <a:r>
              <a:rPr lang="en-US" sz="1200" dirty="0">
                <a:latin typeface="Times New Roman"/>
                <a:cs typeface="Times New Roman"/>
              </a:rPr>
              <a:t>             - </a:t>
            </a:r>
            <a:r>
              <a:rPr sz="1200" dirty="0">
                <a:latin typeface="Times New Roman"/>
                <a:cs typeface="Times New Roman"/>
              </a:rPr>
              <a:t>Medical</a:t>
            </a:r>
            <a:r>
              <a:rPr sz="1200" spc="-50" dirty="0">
                <a:latin typeface="Times New Roman"/>
                <a:cs typeface="Times New Roman"/>
              </a:rPr>
              <a:t> </a:t>
            </a:r>
            <a:r>
              <a:rPr sz="1200" dirty="0">
                <a:latin typeface="Times New Roman"/>
                <a:cs typeface="Times New Roman"/>
              </a:rPr>
              <a:t>image</a:t>
            </a:r>
            <a:r>
              <a:rPr sz="1200" spc="-55" dirty="0">
                <a:latin typeface="Times New Roman"/>
                <a:cs typeface="Times New Roman"/>
              </a:rPr>
              <a:t> </a:t>
            </a:r>
            <a:r>
              <a:rPr sz="1200" spc="-10" dirty="0">
                <a:latin typeface="Times New Roman"/>
                <a:cs typeface="Times New Roman"/>
              </a:rPr>
              <a:t>analysis</a:t>
            </a:r>
            <a:endParaRPr sz="1200" dirty="0">
              <a:latin typeface="Times New Roman"/>
              <a:cs typeface="Times New Roman"/>
            </a:endParaRPr>
          </a:p>
          <a:p>
            <a:pPr marL="12700">
              <a:lnSpc>
                <a:spcPct val="100000"/>
              </a:lnSpc>
              <a:spcBef>
                <a:spcPts val="710"/>
              </a:spcBef>
              <a:tabLst>
                <a:tab pos="240665" algn="l"/>
              </a:tabLst>
            </a:pPr>
            <a:r>
              <a:rPr lang="en-US" sz="1200" spc="-10" dirty="0">
                <a:latin typeface="Times New Roman"/>
                <a:cs typeface="Times New Roman"/>
              </a:rPr>
              <a:t>             - </a:t>
            </a:r>
            <a:r>
              <a:rPr sz="1200" spc="-10" dirty="0">
                <a:latin typeface="Times New Roman"/>
                <a:cs typeface="Times New Roman"/>
              </a:rPr>
              <a:t>Image/image</a:t>
            </a:r>
            <a:r>
              <a:rPr sz="1200" spc="-20" dirty="0">
                <a:latin typeface="Times New Roman"/>
                <a:cs typeface="Times New Roman"/>
              </a:rPr>
              <a:t> </a:t>
            </a:r>
            <a:r>
              <a:rPr sz="1200" dirty="0">
                <a:latin typeface="Times New Roman"/>
                <a:cs typeface="Times New Roman"/>
              </a:rPr>
              <a:t>search</a:t>
            </a:r>
            <a:r>
              <a:rPr sz="1200" spc="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retrieval</a:t>
            </a:r>
            <a:endParaRPr lang="en-US" sz="1200" dirty="0">
              <a:latin typeface="Times New Roman"/>
              <a:cs typeface="Times New Roman"/>
            </a:endParaRPr>
          </a:p>
          <a:p>
            <a:pPr marL="12700">
              <a:lnSpc>
                <a:spcPct val="100000"/>
              </a:lnSpc>
              <a:spcBef>
                <a:spcPts val="720"/>
              </a:spcBef>
              <a:tabLst>
                <a:tab pos="240665" algn="l"/>
              </a:tabLst>
            </a:pPr>
            <a:r>
              <a:rPr lang="en-US" sz="1200" dirty="0">
                <a:latin typeface="Times New Roman"/>
                <a:cs typeface="Times New Roman"/>
              </a:rPr>
              <a:t>             - Movies</a:t>
            </a:r>
            <a:r>
              <a:rPr lang="en-US" sz="1200" spc="-20" dirty="0">
                <a:latin typeface="Times New Roman"/>
                <a:cs typeface="Times New Roman"/>
              </a:rPr>
              <a:t> </a:t>
            </a:r>
            <a:r>
              <a:rPr lang="en-US" sz="1200" dirty="0">
                <a:latin typeface="Times New Roman"/>
                <a:cs typeface="Times New Roman"/>
              </a:rPr>
              <a:t>-</a:t>
            </a:r>
            <a:r>
              <a:rPr lang="en-US" sz="1200" spc="-25" dirty="0">
                <a:latin typeface="Times New Roman"/>
                <a:cs typeface="Times New Roman"/>
              </a:rPr>
              <a:t> </a:t>
            </a:r>
            <a:r>
              <a:rPr lang="en-US" sz="1200" dirty="0">
                <a:latin typeface="Times New Roman"/>
                <a:cs typeface="Times New Roman"/>
              </a:rPr>
              <a:t>3D</a:t>
            </a:r>
            <a:r>
              <a:rPr lang="en-US" sz="1200" spc="-20" dirty="0">
                <a:latin typeface="Times New Roman"/>
                <a:cs typeface="Times New Roman"/>
              </a:rPr>
              <a:t> </a:t>
            </a:r>
            <a:r>
              <a:rPr lang="en-US" sz="1200" dirty="0">
                <a:latin typeface="Times New Roman"/>
                <a:cs typeface="Times New Roman"/>
              </a:rPr>
              <a:t>structure</a:t>
            </a:r>
            <a:r>
              <a:rPr lang="en-US" sz="1200" spc="-15" dirty="0">
                <a:latin typeface="Times New Roman"/>
                <a:cs typeface="Times New Roman"/>
              </a:rPr>
              <a:t> </a:t>
            </a:r>
            <a:r>
              <a:rPr lang="en-US" sz="1200" dirty="0">
                <a:latin typeface="Times New Roman"/>
                <a:cs typeface="Times New Roman"/>
              </a:rPr>
              <a:t>from</a:t>
            </a:r>
            <a:r>
              <a:rPr lang="en-US" sz="1200" spc="-15" dirty="0">
                <a:latin typeface="Times New Roman"/>
                <a:cs typeface="Times New Roman"/>
              </a:rPr>
              <a:t> </a:t>
            </a:r>
            <a:r>
              <a:rPr lang="en-US" sz="1200" spc="-10" dirty="0">
                <a:latin typeface="Times New Roman"/>
                <a:cs typeface="Times New Roman"/>
              </a:rPr>
              <a:t>motion</a:t>
            </a:r>
            <a:endParaRPr lang="en-US" sz="1200" dirty="0">
              <a:latin typeface="Times New Roman"/>
              <a:cs typeface="Times New Roman"/>
            </a:endParaRPr>
          </a:p>
          <a:p>
            <a:pPr marL="12700">
              <a:lnSpc>
                <a:spcPct val="100000"/>
              </a:lnSpc>
              <a:spcBef>
                <a:spcPts val="720"/>
              </a:spcBef>
              <a:tabLst>
                <a:tab pos="240665" algn="l"/>
              </a:tabLst>
            </a:pPr>
            <a:r>
              <a:rPr lang="en-US" sz="1200" spc="-10" dirty="0">
                <a:latin typeface="Times New Roman"/>
                <a:cs typeface="Times New Roman"/>
              </a:rPr>
              <a:t>             - I</a:t>
            </a:r>
            <a:r>
              <a:rPr sz="1200" spc="-10" dirty="0">
                <a:latin typeface="Times New Roman"/>
                <a:cs typeface="Times New Roman"/>
              </a:rPr>
              <a:t>nteractive</a:t>
            </a:r>
            <a:r>
              <a:rPr sz="1200" dirty="0">
                <a:latin typeface="Times New Roman"/>
                <a:cs typeface="Times New Roman"/>
              </a:rPr>
              <a:t> art</a:t>
            </a:r>
            <a:r>
              <a:rPr sz="1200" spc="10" dirty="0">
                <a:latin typeface="Times New Roman"/>
                <a:cs typeface="Times New Roman"/>
              </a:rPr>
              <a:t> </a:t>
            </a:r>
            <a:r>
              <a:rPr sz="1200" spc="-10" dirty="0">
                <a:latin typeface="Times New Roman"/>
                <a:cs typeface="Times New Roman"/>
              </a:rPr>
              <a:t>installations</a:t>
            </a:r>
            <a:endParaRPr sz="1200" dirty="0">
              <a:latin typeface="Times New Roman"/>
              <a:cs typeface="Times New Roman"/>
            </a:endParaRPr>
          </a:p>
          <a:p>
            <a:pPr>
              <a:lnSpc>
                <a:spcPct val="100000"/>
              </a:lnSpc>
              <a:spcBef>
                <a:spcPts val="425"/>
              </a:spcBef>
            </a:pPr>
            <a:endParaRPr sz="1200" dirty="0">
              <a:latin typeface="Times New Roman"/>
              <a:cs typeface="Times New Roman"/>
            </a:endParaRPr>
          </a:p>
          <a:p>
            <a:pPr marL="12700">
              <a:lnSpc>
                <a:spcPct val="100000"/>
              </a:lnSpc>
            </a:pPr>
            <a:r>
              <a:rPr lang="en-US" sz="1400" b="1" dirty="0">
                <a:latin typeface="Times New Roman"/>
                <a:cs typeface="Times New Roman"/>
              </a:rPr>
              <a:t>2. </a:t>
            </a:r>
            <a:r>
              <a:rPr sz="1400" b="1" dirty="0">
                <a:latin typeface="Times New Roman"/>
                <a:cs typeface="Times New Roman"/>
              </a:rPr>
              <a:t>OpenCV</a:t>
            </a:r>
            <a:r>
              <a:rPr sz="1400" b="1" spc="-60" dirty="0">
                <a:latin typeface="Times New Roman"/>
                <a:cs typeface="Times New Roman"/>
              </a:rPr>
              <a:t> </a:t>
            </a:r>
            <a:r>
              <a:rPr sz="1400" b="1" spc="-10" dirty="0">
                <a:latin typeface="Times New Roman"/>
                <a:cs typeface="Times New Roman"/>
              </a:rPr>
              <a:t>Functionality</a:t>
            </a:r>
            <a:endParaRPr lang="en-IN" sz="1400" dirty="0">
              <a:latin typeface="Times New Roman"/>
              <a:cs typeface="Times New Roman"/>
            </a:endParaRPr>
          </a:p>
          <a:p>
            <a:pPr>
              <a:lnSpc>
                <a:spcPct val="100000"/>
              </a:lnSpc>
              <a:spcBef>
                <a:spcPts val="440"/>
              </a:spcBef>
            </a:pPr>
            <a:endParaRPr lang="en-IN" sz="1400" dirty="0">
              <a:latin typeface="Times New Roman"/>
              <a:cs typeface="Times New Roman"/>
            </a:endParaRPr>
          </a:p>
          <a:p>
            <a:pPr marL="12700">
              <a:lnSpc>
                <a:spcPct val="100000"/>
              </a:lnSpc>
              <a:tabLst>
                <a:tab pos="240665" algn="l"/>
              </a:tabLst>
            </a:pPr>
            <a:r>
              <a:rPr lang="en-US" sz="1200" spc="-10" dirty="0">
                <a:latin typeface="Times New Roman"/>
                <a:cs typeface="Times New Roman"/>
              </a:rPr>
              <a:t>              - </a:t>
            </a:r>
            <a:r>
              <a:rPr sz="1200" spc="-10" dirty="0">
                <a:latin typeface="Times New Roman"/>
                <a:cs typeface="Times New Roman"/>
              </a:rPr>
              <a:t>Image/image</a:t>
            </a:r>
            <a:r>
              <a:rPr sz="1200" spc="-30" dirty="0">
                <a:latin typeface="Times New Roman"/>
                <a:cs typeface="Times New Roman"/>
              </a:rPr>
              <a:t> </a:t>
            </a:r>
            <a:r>
              <a:rPr sz="1200" dirty="0">
                <a:latin typeface="Times New Roman"/>
                <a:cs typeface="Times New Roman"/>
              </a:rPr>
              <a:t>I/O,</a:t>
            </a:r>
            <a:r>
              <a:rPr sz="1200" spc="-25" dirty="0">
                <a:latin typeface="Times New Roman"/>
                <a:cs typeface="Times New Roman"/>
              </a:rPr>
              <a:t> </a:t>
            </a:r>
            <a:r>
              <a:rPr sz="1200" dirty="0">
                <a:latin typeface="Times New Roman"/>
                <a:cs typeface="Times New Roman"/>
              </a:rPr>
              <a:t>processing,</a:t>
            </a:r>
            <a:r>
              <a:rPr sz="1200" spc="-20" dirty="0">
                <a:latin typeface="Times New Roman"/>
                <a:cs typeface="Times New Roman"/>
              </a:rPr>
              <a:t> </a:t>
            </a:r>
            <a:r>
              <a:rPr sz="1200" dirty="0">
                <a:latin typeface="Times New Roman"/>
                <a:cs typeface="Times New Roman"/>
              </a:rPr>
              <a:t>display</a:t>
            </a:r>
            <a:r>
              <a:rPr sz="1200" spc="-20" dirty="0">
                <a:latin typeface="Times New Roman"/>
                <a:cs typeface="Times New Roman"/>
              </a:rPr>
              <a:t> </a:t>
            </a:r>
            <a:r>
              <a:rPr sz="1200" dirty="0">
                <a:latin typeface="Times New Roman"/>
                <a:cs typeface="Times New Roman"/>
              </a:rPr>
              <a:t>(core,</a:t>
            </a:r>
            <a:r>
              <a:rPr sz="1200" spc="-20" dirty="0">
                <a:latin typeface="Times New Roman"/>
                <a:cs typeface="Times New Roman"/>
              </a:rPr>
              <a:t> </a:t>
            </a:r>
            <a:r>
              <a:rPr sz="1200" dirty="0">
                <a:latin typeface="Times New Roman"/>
                <a:cs typeface="Times New Roman"/>
              </a:rPr>
              <a:t>imgproc,</a:t>
            </a:r>
            <a:r>
              <a:rPr sz="1200" spc="-20" dirty="0">
                <a:latin typeface="Times New Roman"/>
                <a:cs typeface="Times New Roman"/>
              </a:rPr>
              <a:t> </a:t>
            </a:r>
            <a:r>
              <a:rPr sz="1200" spc="-10" dirty="0">
                <a:latin typeface="Times New Roman"/>
                <a:cs typeface="Times New Roman"/>
              </a:rPr>
              <a:t>highgui)</a:t>
            </a:r>
            <a:endParaRPr sz="1200" dirty="0">
              <a:latin typeface="Times New Roman"/>
              <a:cs typeface="Times New Roman"/>
            </a:endParaRPr>
          </a:p>
          <a:p>
            <a:pPr marL="12700">
              <a:lnSpc>
                <a:spcPct val="100000"/>
              </a:lnSpc>
              <a:spcBef>
                <a:spcPts val="710"/>
              </a:spcBef>
              <a:tabLst>
                <a:tab pos="240665" algn="l"/>
              </a:tabLst>
            </a:pPr>
            <a:r>
              <a:rPr lang="en-US" sz="1200" spc="-10" dirty="0">
                <a:latin typeface="Times New Roman"/>
                <a:cs typeface="Times New Roman"/>
              </a:rPr>
              <a:t>              - </a:t>
            </a:r>
            <a:r>
              <a:rPr sz="1200" spc="-10" dirty="0">
                <a:latin typeface="Times New Roman"/>
                <a:cs typeface="Times New Roman"/>
              </a:rPr>
              <a:t>Object/feature</a:t>
            </a:r>
            <a:r>
              <a:rPr sz="1200" spc="-40" dirty="0">
                <a:latin typeface="Times New Roman"/>
                <a:cs typeface="Times New Roman"/>
              </a:rPr>
              <a:t> </a:t>
            </a:r>
            <a:r>
              <a:rPr sz="1200" dirty="0">
                <a:latin typeface="Times New Roman"/>
                <a:cs typeface="Times New Roman"/>
              </a:rPr>
              <a:t>detection</a:t>
            </a:r>
            <a:r>
              <a:rPr sz="1200" spc="-25" dirty="0">
                <a:latin typeface="Times New Roman"/>
                <a:cs typeface="Times New Roman"/>
              </a:rPr>
              <a:t> </a:t>
            </a:r>
            <a:r>
              <a:rPr sz="1200" dirty="0">
                <a:latin typeface="Times New Roman"/>
                <a:cs typeface="Times New Roman"/>
              </a:rPr>
              <a:t>(objdetect,</a:t>
            </a:r>
            <a:r>
              <a:rPr sz="1200" spc="-25" dirty="0">
                <a:latin typeface="Times New Roman"/>
                <a:cs typeface="Times New Roman"/>
              </a:rPr>
              <a:t> </a:t>
            </a:r>
            <a:r>
              <a:rPr sz="1200" dirty="0">
                <a:latin typeface="Times New Roman"/>
                <a:cs typeface="Times New Roman"/>
              </a:rPr>
              <a:t>features2d,</a:t>
            </a:r>
            <a:r>
              <a:rPr sz="1200" spc="-25" dirty="0">
                <a:latin typeface="Times New Roman"/>
                <a:cs typeface="Times New Roman"/>
              </a:rPr>
              <a:t> </a:t>
            </a:r>
            <a:r>
              <a:rPr sz="1200" spc="-10" dirty="0">
                <a:latin typeface="Times New Roman"/>
                <a:cs typeface="Times New Roman"/>
              </a:rPr>
              <a:t>nonfree)</a:t>
            </a:r>
            <a:endParaRPr sz="1200" dirty="0">
              <a:latin typeface="Times New Roman"/>
              <a:cs typeface="Times New Roman"/>
            </a:endParaRPr>
          </a:p>
          <a:p>
            <a:pPr marL="12700">
              <a:lnSpc>
                <a:spcPct val="100000"/>
              </a:lnSpc>
              <a:spcBef>
                <a:spcPts val="720"/>
              </a:spcBef>
              <a:tabLst>
                <a:tab pos="240665" algn="l"/>
              </a:tabLst>
            </a:pPr>
            <a:r>
              <a:rPr lang="en-US" sz="1200" spc="-10" dirty="0">
                <a:latin typeface="Times New Roman"/>
                <a:cs typeface="Times New Roman"/>
              </a:rPr>
              <a:t>              - </a:t>
            </a:r>
            <a:r>
              <a:rPr sz="1200" spc="-10" dirty="0">
                <a:latin typeface="Times New Roman"/>
                <a:cs typeface="Times New Roman"/>
              </a:rPr>
              <a:t>Geometry-</a:t>
            </a:r>
            <a:r>
              <a:rPr sz="1200" dirty="0">
                <a:latin typeface="Times New Roman"/>
                <a:cs typeface="Times New Roman"/>
              </a:rPr>
              <a:t>based</a:t>
            </a:r>
            <a:r>
              <a:rPr sz="1200" spc="-35" dirty="0">
                <a:latin typeface="Times New Roman"/>
                <a:cs typeface="Times New Roman"/>
              </a:rPr>
              <a:t> </a:t>
            </a:r>
            <a:r>
              <a:rPr sz="1200" dirty="0">
                <a:latin typeface="Times New Roman"/>
                <a:cs typeface="Times New Roman"/>
              </a:rPr>
              <a:t>monocular</a:t>
            </a:r>
            <a:r>
              <a:rPr sz="1200" spc="-35" dirty="0">
                <a:latin typeface="Times New Roman"/>
                <a:cs typeface="Times New Roman"/>
              </a:rPr>
              <a:t> </a:t>
            </a:r>
            <a:r>
              <a:rPr sz="1200" dirty="0">
                <a:latin typeface="Times New Roman"/>
                <a:cs typeface="Times New Roman"/>
              </a:rPr>
              <a:t>or</a:t>
            </a:r>
            <a:r>
              <a:rPr sz="1200" spc="-35" dirty="0">
                <a:latin typeface="Times New Roman"/>
                <a:cs typeface="Times New Roman"/>
              </a:rPr>
              <a:t> </a:t>
            </a:r>
            <a:r>
              <a:rPr sz="1200" dirty="0">
                <a:latin typeface="Times New Roman"/>
                <a:cs typeface="Times New Roman"/>
              </a:rPr>
              <a:t>stereo</a:t>
            </a:r>
            <a:r>
              <a:rPr sz="1200" spc="-30" dirty="0">
                <a:latin typeface="Times New Roman"/>
                <a:cs typeface="Times New Roman"/>
              </a:rPr>
              <a:t> </a:t>
            </a:r>
            <a:r>
              <a:rPr sz="1200" dirty="0">
                <a:latin typeface="Times New Roman"/>
                <a:cs typeface="Times New Roman"/>
              </a:rPr>
              <a:t>computer</a:t>
            </a:r>
            <a:r>
              <a:rPr sz="1200" spc="-30" dirty="0">
                <a:latin typeface="Times New Roman"/>
                <a:cs typeface="Times New Roman"/>
              </a:rPr>
              <a:t> </a:t>
            </a:r>
            <a:r>
              <a:rPr sz="1200" dirty="0">
                <a:latin typeface="Times New Roman"/>
                <a:cs typeface="Times New Roman"/>
              </a:rPr>
              <a:t>vision</a:t>
            </a:r>
            <a:r>
              <a:rPr sz="1200" spc="-30" dirty="0">
                <a:latin typeface="Times New Roman"/>
                <a:cs typeface="Times New Roman"/>
              </a:rPr>
              <a:t> </a:t>
            </a:r>
            <a:r>
              <a:rPr sz="1200" dirty="0">
                <a:latin typeface="Times New Roman"/>
                <a:cs typeface="Times New Roman"/>
              </a:rPr>
              <a:t>(calib3d,</a:t>
            </a:r>
            <a:r>
              <a:rPr sz="1200" spc="-30" dirty="0">
                <a:latin typeface="Times New Roman"/>
                <a:cs typeface="Times New Roman"/>
              </a:rPr>
              <a:t> </a:t>
            </a:r>
            <a:r>
              <a:rPr sz="1200" dirty="0">
                <a:latin typeface="Times New Roman"/>
                <a:cs typeface="Times New Roman"/>
              </a:rPr>
              <a:t>stitching,</a:t>
            </a:r>
            <a:r>
              <a:rPr sz="1200" spc="-30" dirty="0">
                <a:latin typeface="Times New Roman"/>
                <a:cs typeface="Times New Roman"/>
              </a:rPr>
              <a:t> </a:t>
            </a:r>
            <a:r>
              <a:rPr sz="1200" spc="-10" dirty="0">
                <a:latin typeface="Times New Roman"/>
                <a:cs typeface="Times New Roman"/>
              </a:rPr>
              <a:t>imagestab)</a:t>
            </a:r>
            <a:endParaRPr sz="1200" dirty="0">
              <a:latin typeface="Times New Roman"/>
              <a:cs typeface="Times New Roman"/>
            </a:endParaRPr>
          </a:p>
          <a:p>
            <a:pPr marL="12700">
              <a:lnSpc>
                <a:spcPct val="100000"/>
              </a:lnSpc>
              <a:spcBef>
                <a:spcPts val="720"/>
              </a:spcBef>
              <a:tabLst>
                <a:tab pos="240665" algn="l"/>
              </a:tabLst>
            </a:pPr>
            <a:r>
              <a:rPr lang="en-US" sz="1200" spc="-10" dirty="0">
                <a:latin typeface="Times New Roman"/>
                <a:cs typeface="Times New Roman"/>
              </a:rPr>
              <a:t>              - </a:t>
            </a:r>
            <a:r>
              <a:rPr sz="1200" spc="-10" dirty="0">
                <a:latin typeface="Times New Roman"/>
                <a:cs typeface="Times New Roman"/>
              </a:rPr>
              <a:t>Computational</a:t>
            </a:r>
            <a:r>
              <a:rPr sz="1200" spc="-25" dirty="0">
                <a:latin typeface="Times New Roman"/>
                <a:cs typeface="Times New Roman"/>
              </a:rPr>
              <a:t> </a:t>
            </a:r>
            <a:r>
              <a:rPr sz="1200" dirty="0">
                <a:latin typeface="Times New Roman"/>
                <a:cs typeface="Times New Roman"/>
              </a:rPr>
              <a:t>photography</a:t>
            </a:r>
            <a:r>
              <a:rPr sz="1200" spc="-20" dirty="0">
                <a:latin typeface="Times New Roman"/>
                <a:cs typeface="Times New Roman"/>
              </a:rPr>
              <a:t> </a:t>
            </a:r>
            <a:r>
              <a:rPr sz="1200" dirty="0">
                <a:latin typeface="Times New Roman"/>
                <a:cs typeface="Times New Roman"/>
              </a:rPr>
              <a:t>(photo,</a:t>
            </a:r>
            <a:r>
              <a:rPr sz="1200" spc="-25" dirty="0">
                <a:latin typeface="Times New Roman"/>
                <a:cs typeface="Times New Roman"/>
              </a:rPr>
              <a:t> </a:t>
            </a:r>
            <a:r>
              <a:rPr sz="1200" dirty="0">
                <a:latin typeface="Times New Roman"/>
                <a:cs typeface="Times New Roman"/>
              </a:rPr>
              <a:t>image,</a:t>
            </a:r>
            <a:r>
              <a:rPr sz="1200" spc="-20" dirty="0">
                <a:latin typeface="Times New Roman"/>
                <a:cs typeface="Times New Roman"/>
              </a:rPr>
              <a:t> </a:t>
            </a:r>
            <a:r>
              <a:rPr sz="1200" spc="-10" dirty="0">
                <a:latin typeface="Times New Roman"/>
                <a:cs typeface="Times New Roman"/>
              </a:rPr>
              <a:t>superres)</a:t>
            </a:r>
            <a:endParaRPr sz="1200" dirty="0">
              <a:latin typeface="Times New Roman"/>
              <a:cs typeface="Times New Roman"/>
            </a:endParaRPr>
          </a:p>
          <a:p>
            <a:pPr marL="12700">
              <a:lnSpc>
                <a:spcPct val="100000"/>
              </a:lnSpc>
              <a:spcBef>
                <a:spcPts val="705"/>
              </a:spcBef>
              <a:tabLst>
                <a:tab pos="240665" algn="l"/>
              </a:tabLst>
            </a:pPr>
            <a:r>
              <a:rPr lang="en-US" sz="1200" dirty="0">
                <a:latin typeface="Times New Roman"/>
                <a:cs typeface="Times New Roman"/>
              </a:rPr>
              <a:t>              - </a:t>
            </a:r>
            <a:r>
              <a:rPr sz="1200" dirty="0">
                <a:latin typeface="Times New Roman"/>
                <a:cs typeface="Times New Roman"/>
              </a:rPr>
              <a:t>Machine</a:t>
            </a:r>
            <a:r>
              <a:rPr sz="1200" spc="-40" dirty="0">
                <a:latin typeface="Times New Roman"/>
                <a:cs typeface="Times New Roman"/>
              </a:rPr>
              <a:t> </a:t>
            </a:r>
            <a:r>
              <a:rPr sz="1200" dirty="0">
                <a:latin typeface="Times New Roman"/>
                <a:cs typeface="Times New Roman"/>
              </a:rPr>
              <a:t>learning</a:t>
            </a:r>
            <a:r>
              <a:rPr sz="1200" spc="-35" dirty="0">
                <a:latin typeface="Times New Roman"/>
                <a:cs typeface="Times New Roman"/>
              </a:rPr>
              <a:t> </a:t>
            </a:r>
            <a:r>
              <a:rPr sz="1200" dirty="0">
                <a:latin typeface="Times New Roman"/>
                <a:cs typeface="Times New Roman"/>
              </a:rPr>
              <a:t>&amp;</a:t>
            </a:r>
            <a:r>
              <a:rPr sz="1200" spc="-40" dirty="0">
                <a:latin typeface="Times New Roman"/>
                <a:cs typeface="Times New Roman"/>
              </a:rPr>
              <a:t> </a:t>
            </a:r>
            <a:r>
              <a:rPr sz="1200" dirty="0">
                <a:latin typeface="Times New Roman"/>
                <a:cs typeface="Times New Roman"/>
              </a:rPr>
              <a:t>clustering</a:t>
            </a:r>
            <a:r>
              <a:rPr sz="1200" spc="-35" dirty="0">
                <a:latin typeface="Times New Roman"/>
                <a:cs typeface="Times New Roman"/>
              </a:rPr>
              <a:t> </a:t>
            </a:r>
            <a:r>
              <a:rPr sz="1200" dirty="0">
                <a:latin typeface="Times New Roman"/>
                <a:cs typeface="Times New Roman"/>
              </a:rPr>
              <a:t>(ml,</a:t>
            </a:r>
            <a:r>
              <a:rPr sz="1200" spc="-35" dirty="0">
                <a:latin typeface="Times New Roman"/>
                <a:cs typeface="Times New Roman"/>
              </a:rPr>
              <a:t> </a:t>
            </a:r>
            <a:r>
              <a:rPr sz="1200" spc="-10" dirty="0">
                <a:latin typeface="Times New Roman"/>
                <a:cs typeface="Times New Roman"/>
              </a:rPr>
              <a:t>flann)</a:t>
            </a:r>
            <a:endParaRPr sz="1200" dirty="0">
              <a:latin typeface="Times New Roman"/>
              <a:cs typeface="Times New Roman"/>
            </a:endParaRPr>
          </a:p>
          <a:p>
            <a:pPr marL="12700">
              <a:lnSpc>
                <a:spcPct val="100000"/>
              </a:lnSpc>
              <a:spcBef>
                <a:spcPts val="720"/>
              </a:spcBef>
              <a:tabLst>
                <a:tab pos="240665" algn="l"/>
              </a:tabLst>
            </a:pPr>
            <a:r>
              <a:rPr lang="en-US" sz="1200" dirty="0">
                <a:latin typeface="Times New Roman"/>
                <a:cs typeface="Times New Roman"/>
              </a:rPr>
              <a:t>              - </a:t>
            </a:r>
            <a:r>
              <a:rPr sz="1200" dirty="0">
                <a:latin typeface="Times New Roman"/>
                <a:cs typeface="Times New Roman"/>
              </a:rPr>
              <a:t>CUDA</a:t>
            </a:r>
            <a:r>
              <a:rPr sz="1200" spc="-55" dirty="0">
                <a:latin typeface="Times New Roman"/>
                <a:cs typeface="Times New Roman"/>
              </a:rPr>
              <a:t> </a:t>
            </a:r>
            <a:r>
              <a:rPr sz="1200" spc="-10" dirty="0">
                <a:latin typeface="Times New Roman"/>
                <a:cs typeface="Times New Roman"/>
              </a:rPr>
              <a:t>acceleration</a:t>
            </a:r>
            <a:r>
              <a:rPr sz="1200" spc="15" dirty="0">
                <a:latin typeface="Times New Roman"/>
                <a:cs typeface="Times New Roman"/>
              </a:rPr>
              <a:t> </a:t>
            </a:r>
            <a:r>
              <a:rPr sz="1200" spc="-20" dirty="0">
                <a:latin typeface="Times New Roman"/>
                <a:cs typeface="Times New Roman"/>
              </a:rPr>
              <a:t>(gpu)</a:t>
            </a:r>
            <a:endParaRPr sz="1200" dirty="0">
              <a:latin typeface="Times New Roman"/>
              <a:cs typeface="Times New Roman"/>
            </a:endParaRPr>
          </a:p>
          <a:p>
            <a:pPr>
              <a:lnSpc>
                <a:spcPct val="100000"/>
              </a:lnSpc>
              <a:spcBef>
                <a:spcPts val="440"/>
              </a:spcBef>
            </a:pPr>
            <a:endParaRPr sz="1200" dirty="0">
              <a:latin typeface="Times New Roman"/>
              <a:cs typeface="Times New Roman"/>
            </a:endParaRPr>
          </a:p>
          <a:p>
            <a:pPr marL="12700">
              <a:lnSpc>
                <a:spcPct val="100000"/>
              </a:lnSpc>
            </a:pPr>
            <a:r>
              <a:rPr sz="1400" b="1" dirty="0">
                <a:latin typeface="Times New Roman"/>
                <a:cs typeface="Times New Roman"/>
              </a:rPr>
              <a:t>6.1.</a:t>
            </a:r>
            <a:r>
              <a:rPr lang="en-US" sz="1400" b="1" dirty="0">
                <a:latin typeface="Times New Roman"/>
                <a:cs typeface="Times New Roman"/>
              </a:rPr>
              <a:t>9 </a:t>
            </a:r>
            <a:r>
              <a:rPr sz="1600" b="1" spc="-15" dirty="0">
                <a:latin typeface="Times New Roman"/>
                <a:cs typeface="Times New Roman"/>
              </a:rPr>
              <a:t> </a:t>
            </a:r>
            <a:r>
              <a:rPr sz="1400" b="1" spc="-10" dirty="0">
                <a:latin typeface="Times New Roman"/>
                <a:cs typeface="Times New Roman"/>
              </a:rPr>
              <a:t>MediaPipe</a:t>
            </a:r>
            <a:endParaRPr sz="1400" dirty="0">
              <a:latin typeface="Times New Roman"/>
              <a:cs typeface="Times New Roman"/>
            </a:endParaRPr>
          </a:p>
          <a:p>
            <a:pPr marL="20320" marR="5080" indent="456565" algn="just">
              <a:lnSpc>
                <a:spcPct val="143700"/>
              </a:lnSpc>
              <a:spcBef>
                <a:spcPts val="1310"/>
              </a:spcBef>
            </a:pPr>
            <a:r>
              <a:rPr sz="1200" dirty="0">
                <a:latin typeface="Times New Roman"/>
                <a:cs typeface="Times New Roman"/>
              </a:rPr>
              <a:t>MediaPipe</a:t>
            </a:r>
            <a:r>
              <a:rPr sz="1200" spc="1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framework</a:t>
            </a:r>
            <a:r>
              <a:rPr sz="1200" spc="20"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used</a:t>
            </a:r>
            <a:r>
              <a:rPr sz="1200" spc="20"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applying</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machine</a:t>
            </a:r>
            <a:r>
              <a:rPr sz="1200" spc="15" dirty="0">
                <a:latin typeface="Times New Roman"/>
                <a:cs typeface="Times New Roman"/>
              </a:rPr>
              <a:t> </a:t>
            </a:r>
            <a:r>
              <a:rPr sz="1200" dirty="0">
                <a:latin typeface="Times New Roman"/>
                <a:cs typeface="Times New Roman"/>
              </a:rPr>
              <a:t>learning</a:t>
            </a:r>
            <a:r>
              <a:rPr sz="1200" spc="15" dirty="0">
                <a:latin typeface="Times New Roman"/>
                <a:cs typeface="Times New Roman"/>
              </a:rPr>
              <a:t> </a:t>
            </a:r>
            <a:r>
              <a:rPr sz="1200" dirty="0">
                <a:latin typeface="Times New Roman"/>
                <a:cs typeface="Times New Roman"/>
              </a:rPr>
              <a:t>pipeline,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25" dirty="0">
                <a:latin typeface="Times New Roman"/>
                <a:cs typeface="Times New Roman"/>
              </a:rPr>
              <a:t>it </a:t>
            </a:r>
            <a:r>
              <a:rPr sz="1200" dirty="0">
                <a:latin typeface="Times New Roman"/>
                <a:cs typeface="Times New Roman"/>
              </a:rPr>
              <a:t>is</a:t>
            </a:r>
            <a:r>
              <a:rPr sz="1200" spc="175" dirty="0">
                <a:latin typeface="Times New Roman"/>
                <a:cs typeface="Times New Roman"/>
              </a:rPr>
              <a:t> </a:t>
            </a:r>
            <a:r>
              <a:rPr sz="1200" dirty="0">
                <a:latin typeface="Times New Roman"/>
                <a:cs typeface="Times New Roman"/>
              </a:rPr>
              <a:t>an</a:t>
            </a:r>
            <a:r>
              <a:rPr sz="1200" spc="175" dirty="0">
                <a:latin typeface="Times New Roman"/>
                <a:cs typeface="Times New Roman"/>
              </a:rPr>
              <a:t> </a:t>
            </a:r>
            <a:r>
              <a:rPr sz="1200" dirty="0">
                <a:latin typeface="Times New Roman"/>
                <a:cs typeface="Times New Roman"/>
              </a:rPr>
              <a:t>opensource</a:t>
            </a:r>
            <a:r>
              <a:rPr sz="1200" spc="185" dirty="0">
                <a:latin typeface="Times New Roman"/>
                <a:cs typeface="Times New Roman"/>
              </a:rPr>
              <a:t> </a:t>
            </a:r>
            <a:r>
              <a:rPr sz="1200" dirty="0">
                <a:latin typeface="Times New Roman"/>
                <a:cs typeface="Times New Roman"/>
              </a:rPr>
              <a:t>framework</a:t>
            </a:r>
            <a:r>
              <a:rPr sz="1200" spc="175" dirty="0">
                <a:latin typeface="Times New Roman"/>
                <a:cs typeface="Times New Roman"/>
              </a:rPr>
              <a:t> </a:t>
            </a:r>
            <a:r>
              <a:rPr sz="1200" dirty="0">
                <a:latin typeface="Times New Roman"/>
                <a:cs typeface="Times New Roman"/>
              </a:rPr>
              <a:t>of</a:t>
            </a:r>
            <a:r>
              <a:rPr sz="1200" spc="180" dirty="0">
                <a:latin typeface="Times New Roman"/>
                <a:cs typeface="Times New Roman"/>
              </a:rPr>
              <a:t> </a:t>
            </a:r>
            <a:r>
              <a:rPr sz="1200" dirty="0">
                <a:latin typeface="Times New Roman"/>
                <a:cs typeface="Times New Roman"/>
              </a:rPr>
              <a:t>Google.</a:t>
            </a:r>
            <a:r>
              <a:rPr sz="1200" spc="150" dirty="0">
                <a:latin typeface="Times New Roman"/>
                <a:cs typeface="Times New Roman"/>
              </a:rPr>
              <a:t> </a:t>
            </a:r>
            <a:r>
              <a:rPr sz="1200" dirty="0">
                <a:latin typeface="Times New Roman"/>
                <a:cs typeface="Times New Roman"/>
              </a:rPr>
              <a:t>The</a:t>
            </a:r>
            <a:r>
              <a:rPr sz="1200" spc="180" dirty="0">
                <a:latin typeface="Times New Roman"/>
                <a:cs typeface="Times New Roman"/>
              </a:rPr>
              <a:t> </a:t>
            </a:r>
            <a:r>
              <a:rPr sz="1200" dirty="0">
                <a:latin typeface="Times New Roman"/>
                <a:cs typeface="Times New Roman"/>
              </a:rPr>
              <a:t>MediaPipe</a:t>
            </a:r>
            <a:r>
              <a:rPr sz="1200" spc="170" dirty="0">
                <a:latin typeface="Times New Roman"/>
                <a:cs typeface="Times New Roman"/>
              </a:rPr>
              <a:t> </a:t>
            </a:r>
            <a:r>
              <a:rPr sz="1200" dirty="0">
                <a:latin typeface="Times New Roman"/>
                <a:cs typeface="Times New Roman"/>
              </a:rPr>
              <a:t>framework</a:t>
            </a:r>
            <a:r>
              <a:rPr sz="1200" spc="185" dirty="0">
                <a:latin typeface="Times New Roman"/>
                <a:cs typeface="Times New Roman"/>
              </a:rPr>
              <a:t> </a:t>
            </a:r>
            <a:r>
              <a:rPr sz="1200" dirty="0">
                <a:latin typeface="Times New Roman"/>
                <a:cs typeface="Times New Roman"/>
              </a:rPr>
              <a:t>is</a:t>
            </a:r>
            <a:r>
              <a:rPr sz="1200" spc="190" dirty="0">
                <a:latin typeface="Times New Roman"/>
                <a:cs typeface="Times New Roman"/>
              </a:rPr>
              <a:t> </a:t>
            </a:r>
            <a:r>
              <a:rPr sz="1200" dirty="0">
                <a:latin typeface="Times New Roman"/>
                <a:cs typeface="Times New Roman"/>
              </a:rPr>
              <a:t>useful</a:t>
            </a:r>
            <a:r>
              <a:rPr sz="1200" spc="170" dirty="0">
                <a:latin typeface="Times New Roman"/>
                <a:cs typeface="Times New Roman"/>
              </a:rPr>
              <a:t> </a:t>
            </a:r>
            <a:r>
              <a:rPr sz="1200" dirty="0">
                <a:latin typeface="Times New Roman"/>
                <a:cs typeface="Times New Roman"/>
              </a:rPr>
              <a:t>for</a:t>
            </a:r>
            <a:r>
              <a:rPr sz="1200" spc="180" dirty="0">
                <a:latin typeface="Times New Roman"/>
                <a:cs typeface="Times New Roman"/>
              </a:rPr>
              <a:t> </a:t>
            </a:r>
            <a:r>
              <a:rPr sz="1200" dirty="0">
                <a:latin typeface="Times New Roman"/>
                <a:cs typeface="Times New Roman"/>
              </a:rPr>
              <a:t>cross</a:t>
            </a:r>
            <a:r>
              <a:rPr sz="1200" spc="175" dirty="0">
                <a:latin typeface="Times New Roman"/>
                <a:cs typeface="Times New Roman"/>
              </a:rPr>
              <a:t> </a:t>
            </a:r>
            <a:r>
              <a:rPr sz="1200" spc="-10" dirty="0">
                <a:latin typeface="Times New Roman"/>
                <a:cs typeface="Times New Roman"/>
              </a:rPr>
              <a:t>platform </a:t>
            </a:r>
            <a:r>
              <a:rPr sz="1200" dirty="0">
                <a:latin typeface="Times New Roman"/>
                <a:cs typeface="Times New Roman"/>
              </a:rPr>
              <a:t>development</a:t>
            </a:r>
            <a:r>
              <a:rPr sz="1200" spc="50" dirty="0">
                <a:latin typeface="Times New Roman"/>
                <a:cs typeface="Times New Roman"/>
              </a:rPr>
              <a:t> </a:t>
            </a:r>
            <a:r>
              <a:rPr sz="1200" dirty="0">
                <a:latin typeface="Times New Roman"/>
                <a:cs typeface="Times New Roman"/>
              </a:rPr>
              <a:t>since</a:t>
            </a:r>
            <a:r>
              <a:rPr sz="1200" spc="4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framework</a:t>
            </a:r>
            <a:r>
              <a:rPr sz="1200" spc="45" dirty="0">
                <a:latin typeface="Times New Roman"/>
                <a:cs typeface="Times New Roman"/>
              </a:rPr>
              <a:t> </a:t>
            </a:r>
            <a:r>
              <a:rPr sz="1200" dirty="0">
                <a:latin typeface="Times New Roman"/>
                <a:cs typeface="Times New Roman"/>
              </a:rPr>
              <a:t>is</a:t>
            </a:r>
            <a:r>
              <a:rPr sz="1200" spc="55" dirty="0">
                <a:latin typeface="Times New Roman"/>
                <a:cs typeface="Times New Roman"/>
              </a:rPr>
              <a:t> </a:t>
            </a:r>
            <a:r>
              <a:rPr sz="1200" dirty="0">
                <a:latin typeface="Times New Roman"/>
                <a:cs typeface="Times New Roman"/>
              </a:rPr>
              <a:t>built</a:t>
            </a:r>
            <a:r>
              <a:rPr sz="1200" spc="55" dirty="0">
                <a:latin typeface="Times New Roman"/>
                <a:cs typeface="Times New Roman"/>
              </a:rPr>
              <a:t> </a:t>
            </a:r>
            <a:r>
              <a:rPr sz="1200" dirty="0">
                <a:latin typeface="Times New Roman"/>
                <a:cs typeface="Times New Roman"/>
              </a:rPr>
              <a:t>using</a:t>
            </a:r>
            <a:r>
              <a:rPr sz="1200" spc="5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time</a:t>
            </a:r>
            <a:r>
              <a:rPr sz="1200" spc="45" dirty="0">
                <a:latin typeface="Times New Roman"/>
                <a:cs typeface="Times New Roman"/>
              </a:rPr>
              <a:t> </a:t>
            </a:r>
            <a:r>
              <a:rPr sz="1200" dirty="0">
                <a:latin typeface="Times New Roman"/>
                <a:cs typeface="Times New Roman"/>
              </a:rPr>
              <a:t>series</a:t>
            </a:r>
            <a:r>
              <a:rPr sz="1200" spc="50" dirty="0">
                <a:latin typeface="Times New Roman"/>
                <a:cs typeface="Times New Roman"/>
              </a:rPr>
              <a:t> </a:t>
            </a:r>
            <a:r>
              <a:rPr sz="1200" dirty="0">
                <a:latin typeface="Times New Roman"/>
                <a:cs typeface="Times New Roman"/>
              </a:rPr>
              <a:t>data.</a:t>
            </a:r>
            <a:r>
              <a:rPr sz="1200" spc="30"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MediaPipe</a:t>
            </a:r>
            <a:r>
              <a:rPr sz="1200" spc="45" dirty="0">
                <a:latin typeface="Times New Roman"/>
                <a:cs typeface="Times New Roman"/>
              </a:rPr>
              <a:t> </a:t>
            </a:r>
            <a:r>
              <a:rPr sz="1200" dirty="0">
                <a:latin typeface="Times New Roman"/>
                <a:cs typeface="Times New Roman"/>
              </a:rPr>
              <a:t>framework</a:t>
            </a:r>
            <a:r>
              <a:rPr sz="1200" spc="50" dirty="0">
                <a:latin typeface="Times New Roman"/>
                <a:cs typeface="Times New Roman"/>
              </a:rPr>
              <a:t> </a:t>
            </a:r>
            <a:r>
              <a:rPr sz="1200" spc="-25" dirty="0">
                <a:latin typeface="Times New Roman"/>
                <a:cs typeface="Times New Roman"/>
              </a:rPr>
              <a:t>is </a:t>
            </a:r>
            <a:r>
              <a:rPr sz="1200" dirty="0">
                <a:latin typeface="Times New Roman"/>
                <a:cs typeface="Times New Roman"/>
              </a:rPr>
              <a:t>multimodal,</a:t>
            </a:r>
            <a:r>
              <a:rPr sz="1200" spc="105" dirty="0">
                <a:latin typeface="Times New Roman"/>
                <a:cs typeface="Times New Roman"/>
              </a:rPr>
              <a:t> </a:t>
            </a:r>
            <a:r>
              <a:rPr sz="1200" dirty="0">
                <a:latin typeface="Times New Roman"/>
                <a:cs typeface="Times New Roman"/>
              </a:rPr>
              <a:t>where</a:t>
            </a:r>
            <a:r>
              <a:rPr sz="1200" spc="105" dirty="0">
                <a:latin typeface="Times New Roman"/>
                <a:cs typeface="Times New Roman"/>
              </a:rPr>
              <a:t> </a:t>
            </a:r>
            <a:r>
              <a:rPr sz="1200" dirty="0">
                <a:latin typeface="Times New Roman"/>
                <a:cs typeface="Times New Roman"/>
              </a:rPr>
              <a:t>this</a:t>
            </a:r>
            <a:r>
              <a:rPr sz="1200" spc="110" dirty="0">
                <a:latin typeface="Times New Roman"/>
                <a:cs typeface="Times New Roman"/>
              </a:rPr>
              <a:t> </a:t>
            </a:r>
            <a:r>
              <a:rPr sz="1200" dirty="0">
                <a:latin typeface="Times New Roman"/>
                <a:cs typeface="Times New Roman"/>
              </a:rPr>
              <a:t>framework</a:t>
            </a:r>
            <a:r>
              <a:rPr sz="1200" spc="114" dirty="0">
                <a:latin typeface="Times New Roman"/>
                <a:cs typeface="Times New Roman"/>
              </a:rPr>
              <a:t> </a:t>
            </a:r>
            <a:r>
              <a:rPr sz="1200" dirty="0">
                <a:latin typeface="Times New Roman"/>
                <a:cs typeface="Times New Roman"/>
              </a:rPr>
              <a:t>can</a:t>
            </a:r>
            <a:r>
              <a:rPr sz="1200" spc="120" dirty="0">
                <a:latin typeface="Times New Roman"/>
                <a:cs typeface="Times New Roman"/>
              </a:rPr>
              <a:t> </a:t>
            </a:r>
            <a:r>
              <a:rPr sz="1200" dirty="0">
                <a:latin typeface="Times New Roman"/>
                <a:cs typeface="Times New Roman"/>
              </a:rPr>
              <a:t>be</a:t>
            </a:r>
            <a:r>
              <a:rPr sz="1200" spc="120" dirty="0">
                <a:latin typeface="Times New Roman"/>
                <a:cs typeface="Times New Roman"/>
              </a:rPr>
              <a:t> </a:t>
            </a:r>
            <a:r>
              <a:rPr sz="1200" dirty="0">
                <a:latin typeface="Times New Roman"/>
                <a:cs typeface="Times New Roman"/>
              </a:rPr>
              <a:t>applied</a:t>
            </a:r>
            <a:r>
              <a:rPr sz="1200" spc="110" dirty="0">
                <a:latin typeface="Times New Roman"/>
                <a:cs typeface="Times New Roman"/>
              </a:rPr>
              <a:t> </a:t>
            </a:r>
            <a:r>
              <a:rPr sz="1200" dirty="0">
                <a:latin typeface="Times New Roman"/>
                <a:cs typeface="Times New Roman"/>
              </a:rPr>
              <a:t>to</a:t>
            </a:r>
            <a:r>
              <a:rPr sz="1200" spc="114" dirty="0">
                <a:latin typeface="Times New Roman"/>
                <a:cs typeface="Times New Roman"/>
              </a:rPr>
              <a:t> </a:t>
            </a:r>
            <a:r>
              <a:rPr sz="1200" dirty="0">
                <a:latin typeface="Times New Roman"/>
                <a:cs typeface="Times New Roman"/>
              </a:rPr>
              <a:t>various</a:t>
            </a:r>
            <a:r>
              <a:rPr sz="1200" spc="110" dirty="0">
                <a:latin typeface="Times New Roman"/>
                <a:cs typeface="Times New Roman"/>
              </a:rPr>
              <a:t> </a:t>
            </a:r>
            <a:r>
              <a:rPr sz="1200" dirty="0">
                <a:latin typeface="Times New Roman"/>
                <a:cs typeface="Times New Roman"/>
              </a:rPr>
              <a:t>audios</a:t>
            </a:r>
            <a:r>
              <a:rPr sz="1200" spc="114" dirty="0">
                <a:latin typeface="Times New Roman"/>
                <a:cs typeface="Times New Roman"/>
              </a:rPr>
              <a:t> </a:t>
            </a:r>
            <a:r>
              <a:rPr sz="1200" dirty="0">
                <a:latin typeface="Times New Roman"/>
                <a:cs typeface="Times New Roman"/>
              </a:rPr>
              <a:t>and</a:t>
            </a:r>
            <a:r>
              <a:rPr sz="1200" spc="130" dirty="0">
                <a:latin typeface="Times New Roman"/>
                <a:cs typeface="Times New Roman"/>
              </a:rPr>
              <a:t> </a:t>
            </a:r>
            <a:r>
              <a:rPr sz="1200" dirty="0">
                <a:latin typeface="Times New Roman"/>
                <a:cs typeface="Times New Roman"/>
              </a:rPr>
              <a:t>videos</a:t>
            </a:r>
            <a:r>
              <a:rPr sz="1200" spc="110" dirty="0">
                <a:latin typeface="Times New Roman"/>
                <a:cs typeface="Times New Roman"/>
              </a:rPr>
              <a:t> </a:t>
            </a:r>
            <a:r>
              <a:rPr sz="1200" dirty="0">
                <a:latin typeface="Times New Roman"/>
                <a:cs typeface="Times New Roman"/>
              </a:rPr>
              <a:t>.</a:t>
            </a:r>
            <a:r>
              <a:rPr sz="1200" spc="80" dirty="0">
                <a:latin typeface="Times New Roman"/>
                <a:cs typeface="Times New Roman"/>
              </a:rPr>
              <a:t> </a:t>
            </a:r>
            <a:r>
              <a:rPr sz="1200" dirty="0">
                <a:latin typeface="Times New Roman"/>
                <a:cs typeface="Times New Roman"/>
              </a:rPr>
              <a:t>The</a:t>
            </a:r>
            <a:r>
              <a:rPr sz="1200" spc="105" dirty="0">
                <a:latin typeface="Times New Roman"/>
                <a:cs typeface="Times New Roman"/>
              </a:rPr>
              <a:t> </a:t>
            </a:r>
            <a:r>
              <a:rPr sz="1200" spc="-10" dirty="0">
                <a:latin typeface="Times New Roman"/>
                <a:cs typeface="Times New Roman"/>
              </a:rPr>
              <a:t>MediaPipe </a:t>
            </a:r>
            <a:r>
              <a:rPr sz="1200" dirty="0">
                <a:latin typeface="Times New Roman"/>
                <a:cs typeface="Times New Roman"/>
              </a:rPr>
              <a:t>framework</a:t>
            </a:r>
            <a:r>
              <a:rPr sz="1200" spc="50" dirty="0">
                <a:latin typeface="Times New Roman"/>
                <a:cs typeface="Times New Roman"/>
              </a:rPr>
              <a:t> </a:t>
            </a:r>
            <a:r>
              <a:rPr sz="1200" dirty="0">
                <a:latin typeface="Times New Roman"/>
                <a:cs typeface="Times New Roman"/>
              </a:rPr>
              <a:t>is</a:t>
            </a:r>
            <a:r>
              <a:rPr sz="1200" spc="60" dirty="0">
                <a:latin typeface="Times New Roman"/>
                <a:cs typeface="Times New Roman"/>
              </a:rPr>
              <a:t> </a:t>
            </a:r>
            <a:r>
              <a:rPr sz="1200" dirty="0">
                <a:latin typeface="Times New Roman"/>
                <a:cs typeface="Times New Roman"/>
              </a:rPr>
              <a:t>used</a:t>
            </a:r>
            <a:r>
              <a:rPr sz="1200" spc="55" dirty="0">
                <a:latin typeface="Times New Roman"/>
                <a:cs typeface="Times New Roman"/>
              </a:rPr>
              <a:t> </a:t>
            </a:r>
            <a:r>
              <a:rPr sz="1200" dirty="0">
                <a:latin typeface="Times New Roman"/>
                <a:cs typeface="Times New Roman"/>
              </a:rPr>
              <a:t>by</a:t>
            </a:r>
            <a:r>
              <a:rPr sz="1200" spc="6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developer</a:t>
            </a:r>
            <a:r>
              <a:rPr sz="1200" spc="50" dirty="0">
                <a:latin typeface="Times New Roman"/>
                <a:cs typeface="Times New Roman"/>
              </a:rPr>
              <a:t> </a:t>
            </a:r>
            <a:r>
              <a:rPr sz="1200" dirty="0">
                <a:latin typeface="Times New Roman"/>
                <a:cs typeface="Times New Roman"/>
              </a:rPr>
              <a:t>for</a:t>
            </a:r>
            <a:r>
              <a:rPr sz="1200" spc="60" dirty="0">
                <a:latin typeface="Times New Roman"/>
                <a:cs typeface="Times New Roman"/>
              </a:rPr>
              <a:t> </a:t>
            </a:r>
            <a:r>
              <a:rPr sz="1200" dirty="0">
                <a:latin typeface="Times New Roman"/>
                <a:cs typeface="Times New Roman"/>
              </a:rPr>
              <a:t>building</a:t>
            </a:r>
            <a:r>
              <a:rPr sz="1200" spc="65" dirty="0">
                <a:latin typeface="Times New Roman"/>
                <a:cs typeface="Times New Roman"/>
              </a:rPr>
              <a:t> </a:t>
            </a:r>
            <a:r>
              <a:rPr sz="1200" dirty="0">
                <a:latin typeface="Times New Roman"/>
                <a:cs typeface="Times New Roman"/>
              </a:rPr>
              <a:t>and</a:t>
            </a:r>
            <a:r>
              <a:rPr sz="1200" spc="55" dirty="0">
                <a:latin typeface="Times New Roman"/>
                <a:cs typeface="Times New Roman"/>
              </a:rPr>
              <a:t> </a:t>
            </a:r>
            <a:r>
              <a:rPr sz="1200" dirty="0">
                <a:latin typeface="Times New Roman"/>
                <a:cs typeface="Times New Roman"/>
              </a:rPr>
              <a:t>analyzing</a:t>
            </a:r>
            <a:r>
              <a:rPr sz="1200" spc="55"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systems</a:t>
            </a:r>
            <a:r>
              <a:rPr sz="1200" spc="60" dirty="0">
                <a:latin typeface="Times New Roman"/>
                <a:cs typeface="Times New Roman"/>
              </a:rPr>
              <a:t> </a:t>
            </a:r>
            <a:r>
              <a:rPr sz="1200" dirty="0">
                <a:latin typeface="Times New Roman"/>
                <a:cs typeface="Times New Roman"/>
              </a:rPr>
              <a:t>through</a:t>
            </a:r>
            <a:r>
              <a:rPr sz="1200" spc="55" dirty="0">
                <a:latin typeface="Times New Roman"/>
                <a:cs typeface="Times New Roman"/>
              </a:rPr>
              <a:t> </a:t>
            </a:r>
            <a:r>
              <a:rPr sz="1200" dirty="0">
                <a:latin typeface="Times New Roman"/>
                <a:cs typeface="Times New Roman"/>
              </a:rPr>
              <a:t>graphs,</a:t>
            </a:r>
            <a:r>
              <a:rPr sz="1200" spc="55" dirty="0">
                <a:latin typeface="Times New Roman"/>
                <a:cs typeface="Times New Roman"/>
              </a:rPr>
              <a:t> </a:t>
            </a:r>
            <a:r>
              <a:rPr sz="1200" dirty="0">
                <a:latin typeface="Times New Roman"/>
                <a:cs typeface="Times New Roman"/>
              </a:rPr>
              <a:t>and</a:t>
            </a:r>
            <a:r>
              <a:rPr sz="1200" spc="60" dirty="0">
                <a:latin typeface="Times New Roman"/>
                <a:cs typeface="Times New Roman"/>
              </a:rPr>
              <a:t> </a:t>
            </a:r>
            <a:r>
              <a:rPr sz="1200" spc="-25" dirty="0">
                <a:latin typeface="Times New Roman"/>
                <a:cs typeface="Times New Roman"/>
              </a:rPr>
              <a:t>it </a:t>
            </a:r>
            <a:r>
              <a:rPr sz="1200" dirty="0">
                <a:latin typeface="Times New Roman"/>
                <a:cs typeface="Times New Roman"/>
              </a:rPr>
              <a:t>also</a:t>
            </a:r>
            <a:r>
              <a:rPr sz="1200" spc="-25" dirty="0">
                <a:latin typeface="Times New Roman"/>
                <a:cs typeface="Times New Roman"/>
              </a:rPr>
              <a:t> </a:t>
            </a:r>
            <a:r>
              <a:rPr sz="1200" dirty="0">
                <a:latin typeface="Times New Roman"/>
                <a:cs typeface="Times New Roman"/>
              </a:rPr>
              <a:t>been</a:t>
            </a:r>
            <a:r>
              <a:rPr sz="1200" spc="-25" dirty="0">
                <a:latin typeface="Times New Roman"/>
                <a:cs typeface="Times New Roman"/>
              </a:rPr>
              <a:t> </a:t>
            </a:r>
            <a:r>
              <a:rPr sz="1200" dirty="0">
                <a:latin typeface="Times New Roman"/>
                <a:cs typeface="Times New Roman"/>
              </a:rPr>
              <a:t>used</a:t>
            </a:r>
            <a:r>
              <a:rPr sz="1200" spc="-1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developing</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systems</a:t>
            </a:r>
            <a:r>
              <a:rPr sz="1200" spc="-30"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application</a:t>
            </a:r>
            <a:r>
              <a:rPr sz="1200" spc="-20" dirty="0">
                <a:latin typeface="Times New Roman"/>
                <a:cs typeface="Times New Roman"/>
              </a:rPr>
              <a:t> </a:t>
            </a:r>
            <a:r>
              <a:rPr sz="1200" spc="-10" dirty="0">
                <a:latin typeface="Times New Roman"/>
                <a:cs typeface="Times New Roman"/>
              </a:rPr>
              <a:t>purpose.</a:t>
            </a:r>
            <a:endParaRPr sz="1200" dirty="0">
              <a:latin typeface="Times New Roman"/>
              <a:cs typeface="Times New Roman"/>
            </a:endParaRPr>
          </a:p>
          <a:p>
            <a:pPr marL="20320" marR="5715" indent="456565" algn="just">
              <a:lnSpc>
                <a:spcPct val="143700"/>
              </a:lnSpc>
              <a:spcBef>
                <a:spcPts val="1210"/>
              </a:spcBef>
            </a:pPr>
            <a:r>
              <a:rPr sz="1200" dirty="0">
                <a:latin typeface="Times New Roman"/>
                <a:cs typeface="Times New Roman"/>
              </a:rPr>
              <a:t>The</a:t>
            </a:r>
            <a:r>
              <a:rPr sz="1200" spc="290" dirty="0">
                <a:latin typeface="Times New Roman"/>
                <a:cs typeface="Times New Roman"/>
              </a:rPr>
              <a:t> </a:t>
            </a:r>
            <a:r>
              <a:rPr sz="1200" dirty="0">
                <a:latin typeface="Times New Roman"/>
                <a:cs typeface="Times New Roman"/>
              </a:rPr>
              <a:t>steps</a:t>
            </a:r>
            <a:r>
              <a:rPr sz="1200" spc="295" dirty="0">
                <a:latin typeface="Times New Roman"/>
                <a:cs typeface="Times New Roman"/>
              </a:rPr>
              <a:t> </a:t>
            </a:r>
            <a:r>
              <a:rPr sz="1200" dirty="0">
                <a:latin typeface="Times New Roman"/>
                <a:cs typeface="Times New Roman"/>
              </a:rPr>
              <a:t>involved</a:t>
            </a:r>
            <a:r>
              <a:rPr sz="1200" spc="300" dirty="0">
                <a:latin typeface="Times New Roman"/>
                <a:cs typeface="Times New Roman"/>
              </a:rPr>
              <a:t> </a:t>
            </a:r>
            <a:r>
              <a:rPr sz="1200" dirty="0">
                <a:latin typeface="Times New Roman"/>
                <a:cs typeface="Times New Roman"/>
              </a:rPr>
              <a:t>in</a:t>
            </a:r>
            <a:r>
              <a:rPr sz="1200" spc="300" dirty="0">
                <a:latin typeface="Times New Roman"/>
                <a:cs typeface="Times New Roman"/>
              </a:rPr>
              <a:t> </a:t>
            </a:r>
            <a:r>
              <a:rPr sz="1200" dirty="0">
                <a:latin typeface="Times New Roman"/>
                <a:cs typeface="Times New Roman"/>
              </a:rPr>
              <a:t>the</a:t>
            </a:r>
            <a:r>
              <a:rPr sz="1200" spc="295" dirty="0">
                <a:latin typeface="Times New Roman"/>
                <a:cs typeface="Times New Roman"/>
              </a:rPr>
              <a:t> </a:t>
            </a:r>
            <a:r>
              <a:rPr sz="1200" dirty="0">
                <a:latin typeface="Times New Roman"/>
                <a:cs typeface="Times New Roman"/>
              </a:rPr>
              <a:t>system</a:t>
            </a:r>
            <a:r>
              <a:rPr sz="1200" spc="300" dirty="0">
                <a:latin typeface="Times New Roman"/>
                <a:cs typeface="Times New Roman"/>
              </a:rPr>
              <a:t> </a:t>
            </a:r>
            <a:r>
              <a:rPr sz="1200" dirty="0">
                <a:latin typeface="Times New Roman"/>
                <a:cs typeface="Times New Roman"/>
              </a:rPr>
              <a:t>that</a:t>
            </a:r>
            <a:r>
              <a:rPr sz="1200" spc="295" dirty="0">
                <a:latin typeface="Times New Roman"/>
                <a:cs typeface="Times New Roman"/>
              </a:rPr>
              <a:t> </a:t>
            </a:r>
            <a:r>
              <a:rPr sz="1200" dirty="0">
                <a:latin typeface="Times New Roman"/>
                <a:cs typeface="Times New Roman"/>
              </a:rPr>
              <a:t>uses</a:t>
            </a:r>
            <a:r>
              <a:rPr sz="1200" spc="300" dirty="0">
                <a:latin typeface="Times New Roman"/>
                <a:cs typeface="Times New Roman"/>
              </a:rPr>
              <a:t> </a:t>
            </a:r>
            <a:r>
              <a:rPr sz="1200" dirty="0">
                <a:latin typeface="Times New Roman"/>
                <a:cs typeface="Times New Roman"/>
              </a:rPr>
              <a:t>MediaPipe</a:t>
            </a:r>
            <a:r>
              <a:rPr sz="1200" spc="290" dirty="0">
                <a:latin typeface="Times New Roman"/>
                <a:cs typeface="Times New Roman"/>
              </a:rPr>
              <a:t> </a:t>
            </a:r>
            <a:r>
              <a:rPr sz="1200" dirty="0">
                <a:latin typeface="Times New Roman"/>
                <a:cs typeface="Times New Roman"/>
              </a:rPr>
              <a:t>are</a:t>
            </a:r>
            <a:r>
              <a:rPr sz="1200" spc="290" dirty="0">
                <a:latin typeface="Times New Roman"/>
                <a:cs typeface="Times New Roman"/>
              </a:rPr>
              <a:t> </a:t>
            </a:r>
            <a:r>
              <a:rPr sz="1200" dirty="0">
                <a:latin typeface="Times New Roman"/>
                <a:cs typeface="Times New Roman"/>
              </a:rPr>
              <a:t>carried</a:t>
            </a:r>
            <a:r>
              <a:rPr sz="1200" spc="295" dirty="0">
                <a:latin typeface="Times New Roman"/>
                <a:cs typeface="Times New Roman"/>
              </a:rPr>
              <a:t> </a:t>
            </a:r>
            <a:r>
              <a:rPr sz="1200" dirty="0">
                <a:latin typeface="Times New Roman"/>
                <a:cs typeface="Times New Roman"/>
              </a:rPr>
              <a:t>out</a:t>
            </a:r>
            <a:r>
              <a:rPr sz="1200" spc="300" dirty="0">
                <a:latin typeface="Times New Roman"/>
                <a:cs typeface="Times New Roman"/>
              </a:rPr>
              <a:t> </a:t>
            </a:r>
            <a:r>
              <a:rPr sz="1200" dirty="0">
                <a:latin typeface="Times New Roman"/>
                <a:cs typeface="Times New Roman"/>
              </a:rPr>
              <a:t>in</a:t>
            </a:r>
            <a:r>
              <a:rPr sz="1200" spc="305" dirty="0">
                <a:latin typeface="Times New Roman"/>
                <a:cs typeface="Times New Roman"/>
              </a:rPr>
              <a:t> </a:t>
            </a:r>
            <a:r>
              <a:rPr sz="1200" dirty="0">
                <a:latin typeface="Times New Roman"/>
                <a:cs typeface="Times New Roman"/>
              </a:rPr>
              <a:t>the</a:t>
            </a:r>
            <a:r>
              <a:rPr sz="1200" spc="295" dirty="0">
                <a:latin typeface="Times New Roman"/>
                <a:cs typeface="Times New Roman"/>
              </a:rPr>
              <a:t> </a:t>
            </a:r>
            <a:r>
              <a:rPr sz="1200" spc="-10" dirty="0">
                <a:latin typeface="Times New Roman"/>
                <a:cs typeface="Times New Roman"/>
              </a:rPr>
              <a:t>pipeline </a:t>
            </a:r>
            <a:r>
              <a:rPr sz="1200" dirty="0">
                <a:latin typeface="Times New Roman"/>
                <a:cs typeface="Times New Roman"/>
              </a:rPr>
              <a:t>configuration. The</a:t>
            </a:r>
            <a:r>
              <a:rPr sz="1200" spc="30" dirty="0">
                <a:latin typeface="Times New Roman"/>
                <a:cs typeface="Times New Roman"/>
              </a:rPr>
              <a:t> </a:t>
            </a:r>
            <a:r>
              <a:rPr sz="1200" dirty="0">
                <a:latin typeface="Times New Roman"/>
                <a:cs typeface="Times New Roman"/>
              </a:rPr>
              <a:t>pipeline</a:t>
            </a:r>
            <a:r>
              <a:rPr sz="1200" spc="20" dirty="0">
                <a:latin typeface="Times New Roman"/>
                <a:cs typeface="Times New Roman"/>
              </a:rPr>
              <a:t> </a:t>
            </a:r>
            <a:r>
              <a:rPr sz="1200" dirty="0">
                <a:latin typeface="Times New Roman"/>
                <a:cs typeface="Times New Roman"/>
              </a:rPr>
              <a:t>created</a:t>
            </a:r>
            <a:r>
              <a:rPr sz="1200" spc="3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run</a:t>
            </a:r>
            <a:r>
              <a:rPr sz="1200" spc="3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various</a:t>
            </a:r>
            <a:r>
              <a:rPr sz="1200" spc="25" dirty="0">
                <a:latin typeface="Times New Roman"/>
                <a:cs typeface="Times New Roman"/>
              </a:rPr>
              <a:t> </a:t>
            </a:r>
            <a:r>
              <a:rPr sz="1200" dirty="0">
                <a:latin typeface="Times New Roman"/>
                <a:cs typeface="Times New Roman"/>
              </a:rPr>
              <a:t>platforms</a:t>
            </a:r>
            <a:r>
              <a:rPr sz="1200" spc="25" dirty="0">
                <a:latin typeface="Times New Roman"/>
                <a:cs typeface="Times New Roman"/>
              </a:rPr>
              <a:t> </a:t>
            </a:r>
            <a:r>
              <a:rPr sz="1200" dirty="0">
                <a:latin typeface="Times New Roman"/>
                <a:cs typeface="Times New Roman"/>
              </a:rPr>
              <a:t>allowing</a:t>
            </a:r>
            <a:r>
              <a:rPr sz="1200" spc="40" dirty="0">
                <a:latin typeface="Times New Roman"/>
                <a:cs typeface="Times New Roman"/>
              </a:rPr>
              <a:t> </a:t>
            </a:r>
            <a:r>
              <a:rPr sz="1200" dirty="0">
                <a:latin typeface="Times New Roman"/>
                <a:cs typeface="Times New Roman"/>
              </a:rPr>
              <a:t>scalability</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mobile</a:t>
            </a:r>
            <a:r>
              <a:rPr sz="1200" spc="25" dirty="0">
                <a:latin typeface="Times New Roman"/>
                <a:cs typeface="Times New Roman"/>
              </a:rPr>
              <a:t> </a:t>
            </a:r>
            <a:r>
              <a:rPr sz="1200" spc="-25" dirty="0">
                <a:latin typeface="Times New Roman"/>
                <a:cs typeface="Times New Roman"/>
              </a:rPr>
              <a:t>and </a:t>
            </a:r>
            <a:r>
              <a:rPr sz="1200" dirty="0">
                <a:latin typeface="Times New Roman"/>
                <a:cs typeface="Times New Roman"/>
              </a:rPr>
              <a:t>desktops.</a:t>
            </a:r>
            <a:r>
              <a:rPr sz="1200" spc="125" dirty="0">
                <a:latin typeface="Times New Roman"/>
                <a:cs typeface="Times New Roman"/>
              </a:rPr>
              <a:t> </a:t>
            </a:r>
            <a:r>
              <a:rPr sz="1200" dirty="0">
                <a:latin typeface="Times New Roman"/>
                <a:cs typeface="Times New Roman"/>
              </a:rPr>
              <a:t>The</a:t>
            </a:r>
            <a:r>
              <a:rPr sz="1200" spc="160" dirty="0">
                <a:latin typeface="Times New Roman"/>
                <a:cs typeface="Times New Roman"/>
              </a:rPr>
              <a:t> </a:t>
            </a:r>
            <a:r>
              <a:rPr sz="1200" dirty="0">
                <a:latin typeface="Times New Roman"/>
                <a:cs typeface="Times New Roman"/>
              </a:rPr>
              <a:t>MediaPipe</a:t>
            </a:r>
            <a:r>
              <a:rPr sz="1200" spc="155" dirty="0">
                <a:latin typeface="Times New Roman"/>
                <a:cs typeface="Times New Roman"/>
              </a:rPr>
              <a:t> </a:t>
            </a:r>
            <a:r>
              <a:rPr sz="1200" dirty="0">
                <a:latin typeface="Times New Roman"/>
                <a:cs typeface="Times New Roman"/>
              </a:rPr>
              <a:t>framework</a:t>
            </a:r>
            <a:r>
              <a:rPr sz="1200" spc="165" dirty="0">
                <a:latin typeface="Times New Roman"/>
                <a:cs typeface="Times New Roman"/>
              </a:rPr>
              <a:t> </a:t>
            </a:r>
            <a:r>
              <a:rPr sz="1200" dirty="0">
                <a:latin typeface="Times New Roman"/>
                <a:cs typeface="Times New Roman"/>
              </a:rPr>
              <a:t>is</a:t>
            </a:r>
            <a:r>
              <a:rPr sz="1200" spc="165" dirty="0">
                <a:latin typeface="Times New Roman"/>
                <a:cs typeface="Times New Roman"/>
              </a:rPr>
              <a:t> </a:t>
            </a:r>
            <a:r>
              <a:rPr sz="1200" dirty="0">
                <a:latin typeface="Times New Roman"/>
                <a:cs typeface="Times New Roman"/>
              </a:rPr>
              <a:t>based</a:t>
            </a:r>
            <a:r>
              <a:rPr sz="1200" spc="170" dirty="0">
                <a:latin typeface="Times New Roman"/>
                <a:cs typeface="Times New Roman"/>
              </a:rPr>
              <a:t> </a:t>
            </a:r>
            <a:r>
              <a:rPr sz="1200" dirty="0">
                <a:latin typeface="Times New Roman"/>
                <a:cs typeface="Times New Roman"/>
              </a:rPr>
              <a:t>on</a:t>
            </a:r>
            <a:r>
              <a:rPr sz="1200" spc="160" dirty="0">
                <a:latin typeface="Times New Roman"/>
                <a:cs typeface="Times New Roman"/>
              </a:rPr>
              <a:t> </a:t>
            </a:r>
            <a:r>
              <a:rPr sz="1200" dirty="0">
                <a:latin typeface="Times New Roman"/>
                <a:cs typeface="Times New Roman"/>
              </a:rPr>
              <a:t>three</a:t>
            </a:r>
            <a:r>
              <a:rPr sz="1200" spc="165" dirty="0">
                <a:latin typeface="Times New Roman"/>
                <a:cs typeface="Times New Roman"/>
              </a:rPr>
              <a:t> </a:t>
            </a:r>
            <a:r>
              <a:rPr sz="1200" dirty="0">
                <a:latin typeface="Times New Roman"/>
                <a:cs typeface="Times New Roman"/>
              </a:rPr>
              <a:t>fundamental</a:t>
            </a:r>
            <a:r>
              <a:rPr sz="1200" spc="165" dirty="0">
                <a:latin typeface="Times New Roman"/>
                <a:cs typeface="Times New Roman"/>
              </a:rPr>
              <a:t> </a:t>
            </a:r>
            <a:r>
              <a:rPr sz="1200" dirty="0">
                <a:latin typeface="Times New Roman"/>
                <a:cs typeface="Times New Roman"/>
              </a:rPr>
              <a:t>parts;</a:t>
            </a:r>
            <a:r>
              <a:rPr sz="1200" spc="195" dirty="0">
                <a:latin typeface="Times New Roman"/>
                <a:cs typeface="Times New Roman"/>
              </a:rPr>
              <a:t> </a:t>
            </a:r>
            <a:r>
              <a:rPr sz="1200" dirty="0">
                <a:latin typeface="Times New Roman"/>
                <a:cs typeface="Times New Roman"/>
              </a:rPr>
              <a:t>they</a:t>
            </a:r>
            <a:r>
              <a:rPr sz="1200" spc="155" dirty="0">
                <a:latin typeface="Times New Roman"/>
                <a:cs typeface="Times New Roman"/>
              </a:rPr>
              <a:t> </a:t>
            </a:r>
            <a:r>
              <a:rPr sz="1200" dirty="0">
                <a:latin typeface="Times New Roman"/>
                <a:cs typeface="Times New Roman"/>
              </a:rPr>
              <a:t>are</a:t>
            </a:r>
            <a:r>
              <a:rPr sz="1200" spc="160" dirty="0">
                <a:latin typeface="Times New Roman"/>
                <a:cs typeface="Times New Roman"/>
              </a:rPr>
              <a:t> </a:t>
            </a:r>
            <a:r>
              <a:rPr sz="1200" spc="-10" dirty="0">
                <a:latin typeface="Times New Roman"/>
                <a:cs typeface="Times New Roman"/>
              </a:rPr>
              <a:t>performance </a:t>
            </a:r>
            <a:r>
              <a:rPr sz="1200" dirty="0">
                <a:latin typeface="Times New Roman"/>
                <a:cs typeface="Times New Roman"/>
              </a:rPr>
              <a:t>evaluation,</a:t>
            </a:r>
            <a:r>
              <a:rPr sz="1200" spc="55" dirty="0">
                <a:latin typeface="Times New Roman"/>
                <a:cs typeface="Times New Roman"/>
              </a:rPr>
              <a:t> </a:t>
            </a:r>
            <a:r>
              <a:rPr sz="1200" dirty="0">
                <a:latin typeface="Times New Roman"/>
                <a:cs typeface="Times New Roman"/>
              </a:rPr>
              <a:t>framework</a:t>
            </a:r>
            <a:r>
              <a:rPr sz="1200" spc="55" dirty="0">
                <a:latin typeface="Times New Roman"/>
                <a:cs typeface="Times New Roman"/>
              </a:rPr>
              <a:t> </a:t>
            </a:r>
            <a:r>
              <a:rPr sz="1200" dirty="0">
                <a:latin typeface="Times New Roman"/>
                <a:cs typeface="Times New Roman"/>
              </a:rPr>
              <a:t>for</a:t>
            </a:r>
            <a:r>
              <a:rPr sz="1200" spc="55" dirty="0">
                <a:latin typeface="Times New Roman"/>
                <a:cs typeface="Times New Roman"/>
              </a:rPr>
              <a:t> </a:t>
            </a:r>
            <a:r>
              <a:rPr sz="1200" dirty="0">
                <a:latin typeface="Times New Roman"/>
                <a:cs typeface="Times New Roman"/>
              </a:rPr>
              <a:t>retrieving</a:t>
            </a:r>
            <a:r>
              <a:rPr sz="1200" spc="60" dirty="0">
                <a:latin typeface="Times New Roman"/>
                <a:cs typeface="Times New Roman"/>
              </a:rPr>
              <a:t> </a:t>
            </a:r>
            <a:r>
              <a:rPr sz="1200" dirty="0">
                <a:latin typeface="Times New Roman"/>
                <a:cs typeface="Times New Roman"/>
              </a:rPr>
              <a:t>sensor</a:t>
            </a:r>
            <a:r>
              <a:rPr sz="1200" spc="55" dirty="0">
                <a:latin typeface="Times New Roman"/>
                <a:cs typeface="Times New Roman"/>
              </a:rPr>
              <a:t> </a:t>
            </a:r>
            <a:r>
              <a:rPr sz="1200" dirty="0">
                <a:latin typeface="Times New Roman"/>
                <a:cs typeface="Times New Roman"/>
              </a:rPr>
              <a:t>data,</a:t>
            </a:r>
            <a:r>
              <a:rPr sz="1200" spc="65" dirty="0">
                <a:latin typeface="Times New Roman"/>
                <a:cs typeface="Times New Roman"/>
              </a:rPr>
              <a:t> </a:t>
            </a:r>
            <a:r>
              <a:rPr sz="1200" dirty="0">
                <a:latin typeface="Times New Roman"/>
                <a:cs typeface="Times New Roman"/>
              </a:rPr>
              <a:t>and</a:t>
            </a:r>
            <a:r>
              <a:rPr sz="1200" spc="55" dirty="0">
                <a:latin typeface="Times New Roman"/>
                <a:cs typeface="Times New Roman"/>
              </a:rPr>
              <a:t> </a:t>
            </a:r>
            <a:r>
              <a:rPr sz="1200" dirty="0">
                <a:latin typeface="Times New Roman"/>
                <a:cs typeface="Times New Roman"/>
              </a:rPr>
              <a:t>a</a:t>
            </a:r>
            <a:r>
              <a:rPr sz="1200" spc="55" dirty="0">
                <a:latin typeface="Times New Roman"/>
                <a:cs typeface="Times New Roman"/>
              </a:rPr>
              <a:t> </a:t>
            </a:r>
            <a:r>
              <a:rPr sz="1200" dirty="0">
                <a:latin typeface="Times New Roman"/>
                <a:cs typeface="Times New Roman"/>
              </a:rPr>
              <a:t>collection</a:t>
            </a:r>
            <a:r>
              <a:rPr sz="1200" spc="5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components</a:t>
            </a:r>
            <a:r>
              <a:rPr sz="1200" spc="60" dirty="0">
                <a:latin typeface="Times New Roman"/>
                <a:cs typeface="Times New Roman"/>
              </a:rPr>
              <a:t> </a:t>
            </a:r>
            <a:r>
              <a:rPr sz="1200" dirty="0">
                <a:latin typeface="Times New Roman"/>
                <a:cs typeface="Times New Roman"/>
              </a:rPr>
              <a:t>which</a:t>
            </a:r>
            <a:r>
              <a:rPr sz="1200" spc="55" dirty="0">
                <a:latin typeface="Times New Roman"/>
                <a:cs typeface="Times New Roman"/>
              </a:rPr>
              <a:t> </a:t>
            </a:r>
            <a:r>
              <a:rPr sz="1200" dirty="0">
                <a:latin typeface="Times New Roman"/>
                <a:cs typeface="Times New Roman"/>
              </a:rPr>
              <a:t>are</a:t>
            </a:r>
            <a:r>
              <a:rPr sz="1200" spc="50" dirty="0">
                <a:latin typeface="Times New Roman"/>
                <a:cs typeface="Times New Roman"/>
              </a:rPr>
              <a:t> </a:t>
            </a:r>
            <a:r>
              <a:rPr sz="1200" spc="-10" dirty="0">
                <a:latin typeface="Times New Roman"/>
                <a:cs typeface="Times New Roman"/>
              </a:rPr>
              <a:t>called </a:t>
            </a:r>
            <a:r>
              <a:rPr sz="1200" dirty="0">
                <a:latin typeface="Times New Roman"/>
                <a:cs typeface="Times New Roman"/>
              </a:rPr>
              <a:t>calculators,</a:t>
            </a:r>
            <a:r>
              <a:rPr sz="1200" spc="240" dirty="0">
                <a:latin typeface="Times New Roman"/>
                <a:cs typeface="Times New Roman"/>
              </a:rPr>
              <a:t> </a:t>
            </a:r>
            <a:r>
              <a:rPr sz="1200" dirty="0">
                <a:latin typeface="Times New Roman"/>
                <a:cs typeface="Times New Roman"/>
              </a:rPr>
              <a:t>and</a:t>
            </a:r>
            <a:r>
              <a:rPr sz="1200" spc="245" dirty="0">
                <a:latin typeface="Times New Roman"/>
                <a:cs typeface="Times New Roman"/>
              </a:rPr>
              <a:t> </a:t>
            </a:r>
            <a:r>
              <a:rPr sz="1200" dirty="0">
                <a:latin typeface="Times New Roman"/>
                <a:cs typeface="Times New Roman"/>
              </a:rPr>
              <a:t>they</a:t>
            </a:r>
            <a:r>
              <a:rPr sz="1200" spc="245" dirty="0">
                <a:latin typeface="Times New Roman"/>
                <a:cs typeface="Times New Roman"/>
              </a:rPr>
              <a:t> </a:t>
            </a:r>
            <a:r>
              <a:rPr sz="1200" dirty="0">
                <a:latin typeface="Times New Roman"/>
                <a:cs typeface="Times New Roman"/>
              </a:rPr>
              <a:t>are</a:t>
            </a:r>
            <a:r>
              <a:rPr sz="1200" spc="245" dirty="0">
                <a:latin typeface="Times New Roman"/>
                <a:cs typeface="Times New Roman"/>
              </a:rPr>
              <a:t> </a:t>
            </a:r>
            <a:r>
              <a:rPr sz="1200" dirty="0">
                <a:latin typeface="Times New Roman"/>
                <a:cs typeface="Times New Roman"/>
              </a:rPr>
              <a:t>reusable.</a:t>
            </a:r>
            <a:r>
              <a:rPr sz="1200" spc="155" dirty="0">
                <a:latin typeface="Times New Roman"/>
                <a:cs typeface="Times New Roman"/>
              </a:rPr>
              <a:t> </a:t>
            </a:r>
            <a:r>
              <a:rPr sz="1200" dirty="0">
                <a:latin typeface="Times New Roman"/>
                <a:cs typeface="Times New Roman"/>
              </a:rPr>
              <a:t>A</a:t>
            </a:r>
            <a:r>
              <a:rPr sz="1200" spc="185" dirty="0">
                <a:latin typeface="Times New Roman"/>
                <a:cs typeface="Times New Roman"/>
              </a:rPr>
              <a:t> </a:t>
            </a:r>
            <a:r>
              <a:rPr sz="1200" dirty="0">
                <a:latin typeface="Times New Roman"/>
                <a:cs typeface="Times New Roman"/>
              </a:rPr>
              <a:t>pipeline</a:t>
            </a:r>
            <a:r>
              <a:rPr sz="1200" spc="245" dirty="0">
                <a:latin typeface="Times New Roman"/>
                <a:cs typeface="Times New Roman"/>
              </a:rPr>
              <a:t> </a:t>
            </a:r>
            <a:r>
              <a:rPr sz="1200" dirty="0">
                <a:latin typeface="Times New Roman"/>
                <a:cs typeface="Times New Roman"/>
              </a:rPr>
              <a:t>is</a:t>
            </a:r>
            <a:r>
              <a:rPr sz="1200" spc="250" dirty="0">
                <a:latin typeface="Times New Roman"/>
                <a:cs typeface="Times New Roman"/>
              </a:rPr>
              <a:t> </a:t>
            </a:r>
            <a:r>
              <a:rPr sz="1200" dirty="0">
                <a:latin typeface="Times New Roman"/>
                <a:cs typeface="Times New Roman"/>
              </a:rPr>
              <a:t>a</a:t>
            </a:r>
            <a:r>
              <a:rPr sz="1200" spc="240" dirty="0">
                <a:latin typeface="Times New Roman"/>
                <a:cs typeface="Times New Roman"/>
              </a:rPr>
              <a:t> </a:t>
            </a:r>
            <a:r>
              <a:rPr sz="1200" dirty="0">
                <a:latin typeface="Times New Roman"/>
                <a:cs typeface="Times New Roman"/>
              </a:rPr>
              <a:t>graph</a:t>
            </a:r>
            <a:r>
              <a:rPr sz="1200" spc="245" dirty="0">
                <a:latin typeface="Times New Roman"/>
                <a:cs typeface="Times New Roman"/>
              </a:rPr>
              <a:t> </a:t>
            </a:r>
            <a:r>
              <a:rPr sz="1200" dirty="0">
                <a:latin typeface="Times New Roman"/>
                <a:cs typeface="Times New Roman"/>
              </a:rPr>
              <a:t>which</a:t>
            </a:r>
            <a:r>
              <a:rPr sz="1200" spc="245" dirty="0">
                <a:latin typeface="Times New Roman"/>
                <a:cs typeface="Times New Roman"/>
              </a:rPr>
              <a:t> </a:t>
            </a:r>
            <a:r>
              <a:rPr sz="1200" dirty="0">
                <a:latin typeface="Times New Roman"/>
                <a:cs typeface="Times New Roman"/>
              </a:rPr>
              <a:t>consists</a:t>
            </a:r>
            <a:r>
              <a:rPr sz="1200" spc="250" dirty="0">
                <a:latin typeface="Times New Roman"/>
                <a:cs typeface="Times New Roman"/>
              </a:rPr>
              <a:t> </a:t>
            </a:r>
            <a:r>
              <a:rPr sz="1200" dirty="0">
                <a:latin typeface="Times New Roman"/>
                <a:cs typeface="Times New Roman"/>
              </a:rPr>
              <a:t>of</a:t>
            </a:r>
            <a:r>
              <a:rPr sz="1200" spc="245" dirty="0">
                <a:latin typeface="Times New Roman"/>
                <a:cs typeface="Times New Roman"/>
              </a:rPr>
              <a:t> </a:t>
            </a:r>
            <a:r>
              <a:rPr sz="1200" dirty="0">
                <a:latin typeface="Times New Roman"/>
                <a:cs typeface="Times New Roman"/>
              </a:rPr>
              <a:t>components</a:t>
            </a:r>
            <a:r>
              <a:rPr sz="1200" spc="245" dirty="0">
                <a:latin typeface="Times New Roman"/>
                <a:cs typeface="Times New Roman"/>
              </a:rPr>
              <a:t> </a:t>
            </a:r>
            <a:r>
              <a:rPr sz="1200" spc="-10" dirty="0">
                <a:latin typeface="Times New Roman"/>
                <a:cs typeface="Times New Roman"/>
              </a:rPr>
              <a:t>called </a:t>
            </a:r>
            <a:r>
              <a:rPr sz="1200" dirty="0">
                <a:latin typeface="Times New Roman"/>
                <a:cs typeface="Times New Roman"/>
              </a:rPr>
              <a:t>calculators,</a:t>
            </a:r>
            <a:r>
              <a:rPr sz="1200" spc="-45" dirty="0">
                <a:latin typeface="Times New Roman"/>
                <a:cs typeface="Times New Roman"/>
              </a:rPr>
              <a:t> </a:t>
            </a:r>
            <a:r>
              <a:rPr sz="1200" dirty="0">
                <a:latin typeface="Times New Roman"/>
                <a:cs typeface="Times New Roman"/>
              </a:rPr>
              <a:t>where</a:t>
            </a:r>
            <a:r>
              <a:rPr sz="1200" spc="-50" dirty="0">
                <a:latin typeface="Times New Roman"/>
                <a:cs typeface="Times New Roman"/>
              </a:rPr>
              <a:t> </a:t>
            </a:r>
            <a:r>
              <a:rPr sz="1200" dirty="0">
                <a:latin typeface="Times New Roman"/>
                <a:cs typeface="Times New Roman"/>
              </a:rPr>
              <a:t>each</a:t>
            </a:r>
            <a:r>
              <a:rPr sz="1200" spc="-40" dirty="0">
                <a:latin typeface="Times New Roman"/>
                <a:cs typeface="Times New Roman"/>
              </a:rPr>
              <a:t> </a:t>
            </a:r>
            <a:r>
              <a:rPr sz="1200" spc="-10" dirty="0">
                <a:latin typeface="Times New Roman"/>
                <a:cs typeface="Times New Roman"/>
              </a:rPr>
              <a:t>calculator</a:t>
            </a:r>
            <a:r>
              <a:rPr sz="1200" spc="-45" dirty="0">
                <a:latin typeface="Times New Roman"/>
                <a:cs typeface="Times New Roman"/>
              </a:rPr>
              <a:t> </a:t>
            </a:r>
            <a:r>
              <a:rPr sz="1200" dirty="0">
                <a:latin typeface="Times New Roman"/>
                <a:cs typeface="Times New Roman"/>
              </a:rPr>
              <a:t>is</a:t>
            </a:r>
            <a:r>
              <a:rPr sz="1200" spc="-45" dirty="0">
                <a:latin typeface="Times New Roman"/>
                <a:cs typeface="Times New Roman"/>
              </a:rPr>
              <a:t> </a:t>
            </a:r>
            <a:r>
              <a:rPr sz="1200" spc="-10" dirty="0">
                <a:latin typeface="Times New Roman"/>
                <a:cs typeface="Times New Roman"/>
              </a:rPr>
              <a:t>connected</a:t>
            </a:r>
            <a:r>
              <a:rPr sz="1200" spc="-45"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streams</a:t>
            </a:r>
            <a:r>
              <a:rPr sz="1200" spc="-45"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which</a:t>
            </a:r>
            <a:r>
              <a:rPr sz="1200" spc="-4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packets</a:t>
            </a:r>
            <a:r>
              <a:rPr sz="1200" spc="-4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data</a:t>
            </a:r>
            <a:r>
              <a:rPr sz="1200" spc="-45" dirty="0">
                <a:latin typeface="Times New Roman"/>
                <a:cs typeface="Times New Roman"/>
              </a:rPr>
              <a:t> </a:t>
            </a:r>
            <a:r>
              <a:rPr sz="1200" dirty="0">
                <a:latin typeface="Times New Roman"/>
                <a:cs typeface="Times New Roman"/>
              </a:rPr>
              <a:t>flow</a:t>
            </a:r>
            <a:r>
              <a:rPr sz="1200" spc="-50" dirty="0">
                <a:latin typeface="Times New Roman"/>
                <a:cs typeface="Times New Roman"/>
              </a:rPr>
              <a:t> </a:t>
            </a:r>
            <a:r>
              <a:rPr sz="1200" spc="-10" dirty="0">
                <a:latin typeface="Times New Roman"/>
                <a:cs typeface="Times New Roman"/>
              </a:rPr>
              <a:t>through.</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8" name="object 8"/>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25</a:t>
            </a:r>
            <a:endParaRPr spc="-25" dirty="0"/>
          </a:p>
        </p:txBody>
      </p:sp>
      <p:sp>
        <p:nvSpPr>
          <p:cNvPr id="9" name="object 9"/>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3" name="object 3"/>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4" name="object 4"/>
          <p:cNvSpPr txBox="1"/>
          <p:nvPr/>
        </p:nvSpPr>
        <p:spPr>
          <a:xfrm>
            <a:off x="886764" y="540511"/>
            <a:ext cx="6146800" cy="9232527"/>
          </a:xfrm>
          <a:prstGeom prst="rect">
            <a:avLst/>
          </a:prstGeom>
        </p:spPr>
        <p:txBody>
          <a:bodyPr vert="horz" wrap="square" lIns="0" tIns="96520" rIns="0" bIns="0" rtlCol="0">
            <a:spAutoFit/>
          </a:bodyPr>
          <a:lstStyle/>
          <a:p>
            <a:pPr marL="50800">
              <a:lnSpc>
                <a:spcPct val="100000"/>
              </a:lnSpc>
              <a:spcBef>
                <a:spcPts val="760"/>
              </a:spcBef>
              <a:tabLst>
                <a:tab pos="5168900"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a:t>
            </a:r>
            <a:r>
              <a:rPr sz="1200" spc="-10" dirty="0">
                <a:latin typeface="Times New Roman"/>
                <a:cs typeface="Times New Roman"/>
              </a:rPr>
              <a:t>Implementation</a:t>
            </a:r>
            <a:endParaRPr sz="1200" dirty="0">
              <a:latin typeface="Times New Roman"/>
              <a:cs typeface="Times New Roman"/>
            </a:endParaRPr>
          </a:p>
          <a:p>
            <a:pPr marL="12700">
              <a:lnSpc>
                <a:spcPct val="100000"/>
              </a:lnSpc>
              <a:spcBef>
                <a:spcPts val="660"/>
              </a:spcBef>
            </a:pPr>
            <a:r>
              <a:rPr sz="1200" b="1" spc="-10" dirty="0">
                <a:latin typeface="Times New Roman"/>
                <a:cs typeface="Times New Roman"/>
              </a:rPr>
              <a:t>Benefits:</a:t>
            </a:r>
            <a:endParaRPr sz="1200" dirty="0">
              <a:latin typeface="Times New Roman"/>
              <a:cs typeface="Times New Roman"/>
            </a:endParaRPr>
          </a:p>
          <a:p>
            <a:pPr marL="469265" marR="6985" indent="-228600" algn="just">
              <a:lnSpc>
                <a:spcPct val="143300"/>
              </a:lnSpc>
              <a:spcBef>
                <a:spcPts val="95"/>
              </a:spcBef>
              <a:buFont typeface="Symbol"/>
              <a:buChar char=""/>
              <a:tabLst>
                <a:tab pos="469265" algn="l"/>
              </a:tabLst>
            </a:pPr>
            <a:r>
              <a:rPr sz="1200" b="1" u="sng" dirty="0">
                <a:uFill>
                  <a:solidFill>
                    <a:srgbClr val="000000"/>
                  </a:solidFill>
                </a:uFill>
                <a:latin typeface="Times New Roman"/>
                <a:cs typeface="Times New Roman"/>
              </a:rPr>
              <a:t>Faster</a:t>
            </a:r>
            <a:r>
              <a:rPr sz="1200" b="1" u="sng" spc="110"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Development:</a:t>
            </a:r>
            <a:r>
              <a:rPr sz="1200" b="1" spc="140" dirty="0">
                <a:latin typeface="Times New Roman"/>
                <a:cs typeface="Times New Roman"/>
              </a:rPr>
              <a:t> </a:t>
            </a:r>
            <a:r>
              <a:rPr sz="1200" dirty="0">
                <a:latin typeface="Times New Roman"/>
                <a:cs typeface="Times New Roman"/>
              </a:rPr>
              <a:t>MediaPipe's</a:t>
            </a:r>
            <a:r>
              <a:rPr sz="1200" spc="130" dirty="0">
                <a:latin typeface="Times New Roman"/>
                <a:cs typeface="Times New Roman"/>
              </a:rPr>
              <a:t> </a:t>
            </a:r>
            <a:r>
              <a:rPr sz="1200" dirty="0">
                <a:latin typeface="Times New Roman"/>
                <a:cs typeface="Times New Roman"/>
              </a:rPr>
              <a:t>modular</a:t>
            </a:r>
            <a:r>
              <a:rPr sz="1200" spc="140" dirty="0">
                <a:latin typeface="Times New Roman"/>
                <a:cs typeface="Times New Roman"/>
              </a:rPr>
              <a:t> </a:t>
            </a:r>
            <a:r>
              <a:rPr sz="1200" dirty="0">
                <a:latin typeface="Times New Roman"/>
                <a:cs typeface="Times New Roman"/>
              </a:rPr>
              <a:t>architecture</a:t>
            </a:r>
            <a:r>
              <a:rPr sz="1200" spc="130" dirty="0">
                <a:latin typeface="Times New Roman"/>
                <a:cs typeface="Times New Roman"/>
              </a:rPr>
              <a:t> </a:t>
            </a:r>
            <a:r>
              <a:rPr sz="1200" dirty="0">
                <a:latin typeface="Times New Roman"/>
                <a:cs typeface="Times New Roman"/>
              </a:rPr>
              <a:t>and</a:t>
            </a:r>
            <a:r>
              <a:rPr sz="1200" spc="125" dirty="0">
                <a:latin typeface="Times New Roman"/>
                <a:cs typeface="Times New Roman"/>
              </a:rPr>
              <a:t> </a:t>
            </a:r>
            <a:r>
              <a:rPr sz="1200" spc="-10" dirty="0">
                <a:latin typeface="Times New Roman"/>
                <a:cs typeface="Times New Roman"/>
              </a:rPr>
              <a:t>pre-</a:t>
            </a:r>
            <a:r>
              <a:rPr sz="1200" dirty="0">
                <a:latin typeface="Times New Roman"/>
                <a:cs typeface="Times New Roman"/>
              </a:rPr>
              <a:t>built</a:t>
            </a:r>
            <a:r>
              <a:rPr sz="1200" spc="140" dirty="0">
                <a:latin typeface="Times New Roman"/>
                <a:cs typeface="Times New Roman"/>
              </a:rPr>
              <a:t> </a:t>
            </a:r>
            <a:r>
              <a:rPr sz="1200" dirty="0">
                <a:latin typeface="Times New Roman"/>
                <a:cs typeface="Times New Roman"/>
              </a:rPr>
              <a:t>components</a:t>
            </a:r>
            <a:r>
              <a:rPr sz="1200" spc="125" dirty="0">
                <a:latin typeface="Times New Roman"/>
                <a:cs typeface="Times New Roman"/>
              </a:rPr>
              <a:t> </a:t>
            </a:r>
            <a:r>
              <a:rPr sz="1200" spc="-10" dirty="0">
                <a:latin typeface="Times New Roman"/>
                <a:cs typeface="Times New Roman"/>
              </a:rPr>
              <a:t>enable </a:t>
            </a:r>
            <a:r>
              <a:rPr sz="1200" dirty="0">
                <a:latin typeface="Times New Roman"/>
                <a:cs typeface="Times New Roman"/>
              </a:rPr>
              <a:t>faster</a:t>
            </a:r>
            <a:r>
              <a:rPr sz="1200" spc="-45" dirty="0">
                <a:latin typeface="Times New Roman"/>
                <a:cs typeface="Times New Roman"/>
              </a:rPr>
              <a:t> </a:t>
            </a:r>
            <a:r>
              <a:rPr sz="1200" dirty="0">
                <a:latin typeface="Times New Roman"/>
                <a:cs typeface="Times New Roman"/>
              </a:rPr>
              <a:t>development</a:t>
            </a:r>
            <a:r>
              <a:rPr sz="1200" spc="-3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prototyping</a:t>
            </a:r>
            <a:r>
              <a:rPr sz="1200" spc="-3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machine</a:t>
            </a:r>
            <a:r>
              <a:rPr sz="1200" spc="-40" dirty="0">
                <a:latin typeface="Times New Roman"/>
                <a:cs typeface="Times New Roman"/>
              </a:rPr>
              <a:t> </a:t>
            </a:r>
            <a:r>
              <a:rPr sz="1200" dirty="0">
                <a:latin typeface="Times New Roman"/>
                <a:cs typeface="Times New Roman"/>
              </a:rPr>
              <a:t>learning</a:t>
            </a:r>
            <a:r>
              <a:rPr sz="1200" spc="-35" dirty="0">
                <a:latin typeface="Times New Roman"/>
                <a:cs typeface="Times New Roman"/>
              </a:rPr>
              <a:t> </a:t>
            </a:r>
            <a:r>
              <a:rPr sz="1200" spc="-10" dirty="0">
                <a:latin typeface="Times New Roman"/>
                <a:cs typeface="Times New Roman"/>
              </a:rPr>
              <a:t>pipelines.</a:t>
            </a:r>
            <a:endParaRPr sz="1200" dirty="0">
              <a:latin typeface="Times New Roman"/>
              <a:cs typeface="Times New Roman"/>
            </a:endParaRPr>
          </a:p>
          <a:p>
            <a:pPr marL="469265" marR="6350" indent="-228600" algn="just">
              <a:lnSpc>
                <a:spcPct val="142500"/>
              </a:lnSpc>
              <a:spcBef>
                <a:spcPts val="120"/>
              </a:spcBef>
              <a:buFont typeface="Symbol"/>
              <a:buChar char=""/>
              <a:tabLst>
                <a:tab pos="469265" algn="l"/>
              </a:tabLst>
            </a:pPr>
            <a:r>
              <a:rPr sz="1200" b="1" u="sng" dirty="0">
                <a:uFill>
                  <a:solidFill>
                    <a:srgbClr val="000000"/>
                  </a:solidFill>
                </a:uFill>
                <a:latin typeface="Times New Roman"/>
                <a:cs typeface="Times New Roman"/>
              </a:rPr>
              <a:t>Improved</a:t>
            </a:r>
            <a:r>
              <a:rPr sz="1200" b="1" u="sng" spc="360"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Performance:</a:t>
            </a:r>
            <a:r>
              <a:rPr sz="1200" b="1" spc="365" dirty="0">
                <a:latin typeface="Times New Roman"/>
                <a:cs typeface="Times New Roman"/>
              </a:rPr>
              <a:t> </a:t>
            </a:r>
            <a:r>
              <a:rPr sz="1200" dirty="0">
                <a:latin typeface="Times New Roman"/>
                <a:cs typeface="Times New Roman"/>
              </a:rPr>
              <a:t>MediaPipe's</a:t>
            </a:r>
            <a:r>
              <a:rPr sz="1200" spc="360" dirty="0">
                <a:latin typeface="Times New Roman"/>
                <a:cs typeface="Times New Roman"/>
              </a:rPr>
              <a:t> </a:t>
            </a:r>
            <a:r>
              <a:rPr sz="1200" dirty="0">
                <a:latin typeface="Times New Roman"/>
                <a:cs typeface="Times New Roman"/>
              </a:rPr>
              <a:t>optimized</a:t>
            </a:r>
            <a:r>
              <a:rPr sz="1200" spc="355" dirty="0">
                <a:latin typeface="Times New Roman"/>
                <a:cs typeface="Times New Roman"/>
              </a:rPr>
              <a:t> </a:t>
            </a:r>
            <a:r>
              <a:rPr sz="1200" dirty="0">
                <a:latin typeface="Times New Roman"/>
                <a:cs typeface="Times New Roman"/>
              </a:rPr>
              <a:t>architecture</a:t>
            </a:r>
            <a:r>
              <a:rPr sz="1200" spc="355" dirty="0">
                <a:latin typeface="Times New Roman"/>
                <a:cs typeface="Times New Roman"/>
              </a:rPr>
              <a:t> </a:t>
            </a:r>
            <a:r>
              <a:rPr sz="1200" dirty="0">
                <a:latin typeface="Times New Roman"/>
                <a:cs typeface="Times New Roman"/>
              </a:rPr>
              <a:t>and</a:t>
            </a:r>
            <a:r>
              <a:rPr sz="1200" spc="37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55" dirty="0">
                <a:latin typeface="Times New Roman"/>
                <a:cs typeface="Times New Roman"/>
              </a:rPr>
              <a:t> </a:t>
            </a:r>
            <a:r>
              <a:rPr sz="1200" spc="-10" dirty="0">
                <a:latin typeface="Times New Roman"/>
                <a:cs typeface="Times New Roman"/>
              </a:rPr>
              <a:t>processing capabilities</a:t>
            </a:r>
            <a:r>
              <a:rPr sz="1200" spc="-30" dirty="0">
                <a:latin typeface="Times New Roman"/>
                <a:cs typeface="Times New Roman"/>
              </a:rPr>
              <a:t> </a:t>
            </a:r>
            <a:r>
              <a:rPr sz="1200" dirty="0">
                <a:latin typeface="Times New Roman"/>
                <a:cs typeface="Times New Roman"/>
              </a:rPr>
              <a:t>enable</a:t>
            </a:r>
            <a:r>
              <a:rPr sz="1200" spc="-15" dirty="0">
                <a:latin typeface="Times New Roman"/>
                <a:cs typeface="Times New Roman"/>
              </a:rPr>
              <a:t> </a:t>
            </a:r>
            <a:r>
              <a:rPr sz="1200" dirty="0">
                <a:latin typeface="Times New Roman"/>
                <a:cs typeface="Times New Roman"/>
              </a:rPr>
              <a:t>faster</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dirty="0">
                <a:latin typeface="Times New Roman"/>
                <a:cs typeface="Times New Roman"/>
              </a:rPr>
              <a:t>accurate</a:t>
            </a:r>
            <a:r>
              <a:rPr sz="1200" spc="-20" dirty="0">
                <a:latin typeface="Times New Roman"/>
                <a:cs typeface="Times New Roman"/>
              </a:rPr>
              <a:t> </a:t>
            </a:r>
            <a:r>
              <a:rPr sz="1200" dirty="0">
                <a:latin typeface="Times New Roman"/>
                <a:cs typeface="Times New Roman"/>
              </a:rPr>
              <a:t>processing</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large</a:t>
            </a:r>
            <a:r>
              <a:rPr sz="1200" spc="-25" dirty="0">
                <a:latin typeface="Times New Roman"/>
                <a:cs typeface="Times New Roman"/>
              </a:rPr>
              <a:t> </a:t>
            </a:r>
            <a:r>
              <a:rPr sz="1200" spc="-10" dirty="0">
                <a:latin typeface="Times New Roman"/>
                <a:cs typeface="Times New Roman"/>
              </a:rPr>
              <a:t>datasets.</a:t>
            </a:r>
            <a:endParaRPr sz="1200" dirty="0">
              <a:latin typeface="Times New Roman"/>
              <a:cs typeface="Times New Roman"/>
            </a:endParaRPr>
          </a:p>
          <a:p>
            <a:pPr marL="469265" marR="6985" indent="-228600" algn="just">
              <a:lnSpc>
                <a:spcPct val="143300"/>
              </a:lnSpc>
              <a:spcBef>
                <a:spcPts val="110"/>
              </a:spcBef>
              <a:buFont typeface="Symbol"/>
              <a:buChar char=""/>
              <a:tabLst>
                <a:tab pos="469265" algn="l"/>
              </a:tabLst>
            </a:pPr>
            <a:r>
              <a:rPr sz="1200" b="1" u="sng" dirty="0">
                <a:uFill>
                  <a:solidFill>
                    <a:srgbClr val="000000"/>
                  </a:solidFill>
                </a:uFill>
                <a:latin typeface="Times New Roman"/>
                <a:cs typeface="Times New Roman"/>
              </a:rPr>
              <a:t>Increased</a:t>
            </a:r>
            <a:r>
              <a:rPr sz="1200" b="1" u="sng" spc="195"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Flexibility:</a:t>
            </a:r>
            <a:r>
              <a:rPr sz="1200" b="1" spc="195" dirty="0">
                <a:latin typeface="Times New Roman"/>
                <a:cs typeface="Times New Roman"/>
              </a:rPr>
              <a:t> </a:t>
            </a:r>
            <a:r>
              <a:rPr sz="1200" dirty="0">
                <a:latin typeface="Times New Roman"/>
                <a:cs typeface="Times New Roman"/>
              </a:rPr>
              <a:t>MediaPipe's</a:t>
            </a:r>
            <a:r>
              <a:rPr sz="1200" spc="195" dirty="0">
                <a:latin typeface="Times New Roman"/>
                <a:cs typeface="Times New Roman"/>
              </a:rPr>
              <a:t> </a:t>
            </a:r>
            <a:r>
              <a:rPr sz="1200" dirty="0">
                <a:latin typeface="Times New Roman"/>
                <a:cs typeface="Times New Roman"/>
              </a:rPr>
              <a:t>extensible</a:t>
            </a:r>
            <a:r>
              <a:rPr sz="1200" spc="200" dirty="0">
                <a:latin typeface="Times New Roman"/>
                <a:cs typeface="Times New Roman"/>
              </a:rPr>
              <a:t> </a:t>
            </a:r>
            <a:r>
              <a:rPr sz="1200" dirty="0">
                <a:latin typeface="Times New Roman"/>
                <a:cs typeface="Times New Roman"/>
              </a:rPr>
              <a:t>architecture</a:t>
            </a:r>
            <a:r>
              <a:rPr sz="1200" spc="190" dirty="0">
                <a:latin typeface="Times New Roman"/>
                <a:cs typeface="Times New Roman"/>
              </a:rPr>
              <a:t> </a:t>
            </a:r>
            <a:r>
              <a:rPr sz="1200" dirty="0">
                <a:latin typeface="Times New Roman"/>
                <a:cs typeface="Times New Roman"/>
              </a:rPr>
              <a:t>and</a:t>
            </a:r>
            <a:r>
              <a:rPr sz="1200" spc="200" dirty="0">
                <a:latin typeface="Times New Roman"/>
                <a:cs typeface="Times New Roman"/>
              </a:rPr>
              <a:t> </a:t>
            </a:r>
            <a:r>
              <a:rPr sz="1200" dirty="0">
                <a:latin typeface="Times New Roman"/>
                <a:cs typeface="Times New Roman"/>
              </a:rPr>
              <a:t>support</a:t>
            </a:r>
            <a:r>
              <a:rPr sz="1200" spc="200" dirty="0">
                <a:latin typeface="Times New Roman"/>
                <a:cs typeface="Times New Roman"/>
              </a:rPr>
              <a:t> </a:t>
            </a:r>
            <a:r>
              <a:rPr sz="1200" dirty="0">
                <a:latin typeface="Times New Roman"/>
                <a:cs typeface="Times New Roman"/>
              </a:rPr>
              <a:t>for</a:t>
            </a:r>
            <a:r>
              <a:rPr sz="1200" spc="190" dirty="0">
                <a:latin typeface="Times New Roman"/>
                <a:cs typeface="Times New Roman"/>
              </a:rPr>
              <a:t> </a:t>
            </a:r>
            <a:r>
              <a:rPr sz="1200" dirty="0">
                <a:latin typeface="Times New Roman"/>
                <a:cs typeface="Times New Roman"/>
              </a:rPr>
              <a:t>multiple</a:t>
            </a:r>
            <a:r>
              <a:rPr sz="1200" spc="190" dirty="0">
                <a:latin typeface="Times New Roman"/>
                <a:cs typeface="Times New Roman"/>
              </a:rPr>
              <a:t> </a:t>
            </a:r>
            <a:r>
              <a:rPr sz="1200" spc="-20" dirty="0">
                <a:latin typeface="Times New Roman"/>
                <a:cs typeface="Times New Roman"/>
              </a:rPr>
              <a:t>data </a:t>
            </a:r>
            <a:r>
              <a:rPr sz="1200" dirty="0">
                <a:latin typeface="Times New Roman"/>
                <a:cs typeface="Times New Roman"/>
              </a:rPr>
              <a:t>modalities</a:t>
            </a:r>
            <a:r>
              <a:rPr sz="1200" spc="220" dirty="0">
                <a:latin typeface="Times New Roman"/>
                <a:cs typeface="Times New Roman"/>
              </a:rPr>
              <a:t> </a:t>
            </a:r>
            <a:r>
              <a:rPr sz="1200" dirty="0">
                <a:latin typeface="Times New Roman"/>
                <a:cs typeface="Times New Roman"/>
              </a:rPr>
              <a:t>enable</a:t>
            </a:r>
            <a:r>
              <a:rPr sz="1200" spc="225" dirty="0">
                <a:latin typeface="Times New Roman"/>
                <a:cs typeface="Times New Roman"/>
              </a:rPr>
              <a:t> </a:t>
            </a:r>
            <a:r>
              <a:rPr sz="1200" dirty="0">
                <a:latin typeface="Times New Roman"/>
                <a:cs typeface="Times New Roman"/>
              </a:rPr>
              <a:t>developers</a:t>
            </a:r>
            <a:r>
              <a:rPr sz="1200" spc="220" dirty="0">
                <a:latin typeface="Times New Roman"/>
                <a:cs typeface="Times New Roman"/>
              </a:rPr>
              <a:t> </a:t>
            </a:r>
            <a:r>
              <a:rPr sz="1200" dirty="0">
                <a:latin typeface="Times New Roman"/>
                <a:cs typeface="Times New Roman"/>
              </a:rPr>
              <a:t>to</a:t>
            </a:r>
            <a:r>
              <a:rPr sz="1200" spc="229" dirty="0">
                <a:latin typeface="Times New Roman"/>
                <a:cs typeface="Times New Roman"/>
              </a:rPr>
              <a:t> </a:t>
            </a:r>
            <a:r>
              <a:rPr sz="1200" dirty="0">
                <a:latin typeface="Times New Roman"/>
                <a:cs typeface="Times New Roman"/>
              </a:rPr>
              <a:t>adapt</a:t>
            </a:r>
            <a:r>
              <a:rPr sz="1200" spc="229" dirty="0">
                <a:latin typeface="Times New Roman"/>
                <a:cs typeface="Times New Roman"/>
              </a:rPr>
              <a:t> </a:t>
            </a:r>
            <a:r>
              <a:rPr sz="1200" dirty="0">
                <a:latin typeface="Times New Roman"/>
                <a:cs typeface="Times New Roman"/>
              </a:rPr>
              <a:t>to</a:t>
            </a:r>
            <a:r>
              <a:rPr sz="1200" spc="225" dirty="0">
                <a:latin typeface="Times New Roman"/>
                <a:cs typeface="Times New Roman"/>
              </a:rPr>
              <a:t> </a:t>
            </a:r>
            <a:r>
              <a:rPr sz="1200" dirty="0">
                <a:latin typeface="Times New Roman"/>
                <a:cs typeface="Times New Roman"/>
              </a:rPr>
              <a:t>changing</a:t>
            </a:r>
            <a:r>
              <a:rPr sz="1200" spc="229" dirty="0">
                <a:latin typeface="Times New Roman"/>
                <a:cs typeface="Times New Roman"/>
              </a:rPr>
              <a:t> </a:t>
            </a:r>
            <a:r>
              <a:rPr sz="1200" dirty="0">
                <a:latin typeface="Times New Roman"/>
                <a:cs typeface="Times New Roman"/>
              </a:rPr>
              <a:t>requirements</a:t>
            </a:r>
            <a:r>
              <a:rPr sz="1200" spc="220" dirty="0">
                <a:latin typeface="Times New Roman"/>
                <a:cs typeface="Times New Roman"/>
              </a:rPr>
              <a:t> </a:t>
            </a:r>
            <a:r>
              <a:rPr sz="1200" dirty="0">
                <a:latin typeface="Times New Roman"/>
                <a:cs typeface="Times New Roman"/>
              </a:rPr>
              <a:t>and</a:t>
            </a:r>
            <a:r>
              <a:rPr sz="1200" spc="225" dirty="0">
                <a:latin typeface="Times New Roman"/>
                <a:cs typeface="Times New Roman"/>
              </a:rPr>
              <a:t> </a:t>
            </a:r>
            <a:r>
              <a:rPr sz="1200" dirty="0">
                <a:latin typeface="Times New Roman"/>
                <a:cs typeface="Times New Roman"/>
              </a:rPr>
              <a:t>integrate</a:t>
            </a:r>
            <a:r>
              <a:rPr sz="1200" spc="225" dirty="0">
                <a:latin typeface="Times New Roman"/>
                <a:cs typeface="Times New Roman"/>
              </a:rPr>
              <a:t> </a:t>
            </a:r>
            <a:r>
              <a:rPr sz="1200" dirty="0">
                <a:latin typeface="Times New Roman"/>
                <a:cs typeface="Times New Roman"/>
              </a:rPr>
              <a:t>new</a:t>
            </a:r>
            <a:r>
              <a:rPr sz="1200" spc="220" dirty="0">
                <a:latin typeface="Times New Roman"/>
                <a:cs typeface="Times New Roman"/>
              </a:rPr>
              <a:t> </a:t>
            </a:r>
            <a:r>
              <a:rPr sz="1200" spc="-20" dirty="0">
                <a:latin typeface="Times New Roman"/>
                <a:cs typeface="Times New Roman"/>
              </a:rPr>
              <a:t>data </a:t>
            </a:r>
            <a:r>
              <a:rPr sz="1200" spc="-10" dirty="0">
                <a:latin typeface="Times New Roman"/>
                <a:cs typeface="Times New Roman"/>
              </a:rPr>
              <a:t>sources.</a:t>
            </a:r>
            <a:endParaRPr sz="1200" dirty="0">
              <a:latin typeface="Times New Roman"/>
              <a:cs typeface="Times New Roman"/>
            </a:endParaRPr>
          </a:p>
          <a:p>
            <a:pPr>
              <a:lnSpc>
                <a:spcPct val="100000"/>
              </a:lnSpc>
              <a:spcBef>
                <a:spcPts val="440"/>
              </a:spcBef>
            </a:pPr>
            <a:endParaRPr sz="1200" dirty="0">
              <a:latin typeface="Times New Roman"/>
              <a:cs typeface="Times New Roman"/>
            </a:endParaRPr>
          </a:p>
          <a:p>
            <a:pPr marL="50800" lvl="2" algn="just">
              <a:lnSpc>
                <a:spcPct val="150000"/>
              </a:lnSpc>
              <a:tabLst>
                <a:tab pos="450215" algn="l"/>
              </a:tabLst>
            </a:pPr>
            <a:r>
              <a:rPr lang="en-US" sz="1400" b="1" spc="-10" dirty="0">
                <a:latin typeface="Times New Roman"/>
                <a:cs typeface="Times New Roman"/>
              </a:rPr>
              <a:t>6.1.10 </a:t>
            </a:r>
            <a:r>
              <a:rPr lang="en-US" sz="1400" b="1" spc="-10" dirty="0" err="1">
                <a:latin typeface="Times New Roman"/>
                <a:cs typeface="Times New Roman"/>
              </a:rPr>
              <a:t>Pyautogui</a:t>
            </a:r>
            <a:endParaRPr lang="en-US" sz="1400" dirty="0">
              <a:latin typeface="Times New Roman"/>
              <a:cs typeface="Times New Roman"/>
            </a:endParaRPr>
          </a:p>
          <a:p>
            <a:pPr marL="12700" lvl="2" algn="just">
              <a:lnSpc>
                <a:spcPct val="150000"/>
              </a:lnSpc>
              <a:spcBef>
                <a:spcPts val="630"/>
              </a:spcBef>
              <a:tabLst>
                <a:tab pos="412115" algn="l"/>
              </a:tabLst>
            </a:pPr>
            <a:r>
              <a:rPr lang="en-US" sz="1200" spc="-10" dirty="0">
                <a:latin typeface="Times New Roman" panose="02020603050405020304" pitchFamily="18" charset="0"/>
                <a:cs typeface="Times New Roman" panose="02020603050405020304" pitchFamily="18" charset="0"/>
              </a:rPr>
              <a:t>	</a:t>
            </a:r>
            <a:r>
              <a:rPr lang="en-US" sz="1200" spc="-10" dirty="0" err="1">
                <a:latin typeface="Times New Roman" panose="02020603050405020304" pitchFamily="18" charset="0"/>
                <a:cs typeface="Times New Roman" panose="02020603050405020304" pitchFamily="18" charset="0"/>
              </a:rPr>
              <a:t>PyAutoGUI</a:t>
            </a:r>
            <a:r>
              <a:rPr lang="en-US" sz="1200" spc="-10" dirty="0">
                <a:latin typeface="Times New Roman" panose="02020603050405020304" pitchFamily="18" charset="0"/>
                <a:cs typeface="Times New Roman" panose="02020603050405020304" pitchFamily="18" charset="0"/>
              </a:rPr>
              <a:t> is a Python library used for automating mouse and keyboard actions on a computer. It allows programs to control the system just like a human user by moving the cursor, clicking, typing, scrolling, and taking screenshots. The library works on Windows, macOS, and Linux and does not require complex setup, which makes it ideal for beginners and small automation </a:t>
            </a:r>
            <a:r>
              <a:rPr lang="en-US" sz="1200" spc="-10" dirty="0" err="1">
                <a:latin typeface="Times New Roman" panose="02020603050405020304" pitchFamily="18" charset="0"/>
                <a:cs typeface="Times New Roman" panose="02020603050405020304" pitchFamily="18" charset="0"/>
              </a:rPr>
              <a:t>projects.One</a:t>
            </a:r>
            <a:r>
              <a:rPr lang="en-US" sz="1200" spc="-10" dirty="0">
                <a:latin typeface="Times New Roman" panose="02020603050405020304" pitchFamily="18" charset="0"/>
                <a:cs typeface="Times New Roman" panose="02020603050405020304" pitchFamily="18" charset="0"/>
              </a:rPr>
              <a:t> of the main features of </a:t>
            </a:r>
            <a:r>
              <a:rPr lang="en-US" sz="1200" spc="-10" dirty="0" err="1">
                <a:latin typeface="Times New Roman" panose="02020603050405020304" pitchFamily="18" charset="0"/>
                <a:cs typeface="Times New Roman" panose="02020603050405020304" pitchFamily="18" charset="0"/>
              </a:rPr>
              <a:t>PyAutoGUI</a:t>
            </a:r>
            <a:r>
              <a:rPr lang="en-US" sz="1200" spc="-10" dirty="0">
                <a:latin typeface="Times New Roman" panose="02020603050405020304" pitchFamily="18" charset="0"/>
                <a:cs typeface="Times New Roman" panose="02020603050405020304" pitchFamily="18" charset="0"/>
              </a:rPr>
              <a:t> is mouse and keyboard automation. It can move the cursor to specific coordinates, perform left or right clicks, drag objects on the screen, type characters, press special keys, and use key combinations like </a:t>
            </a:r>
            <a:r>
              <a:rPr lang="en-US" sz="1200" spc="-10" dirty="0" err="1">
                <a:latin typeface="Times New Roman" panose="02020603050405020304" pitchFamily="18" charset="0"/>
                <a:cs typeface="Times New Roman" panose="02020603050405020304" pitchFamily="18" charset="0"/>
              </a:rPr>
              <a:t>Ctrl+C</a:t>
            </a:r>
            <a:r>
              <a:rPr lang="en-US" sz="1200" spc="-10" dirty="0">
                <a:latin typeface="Times New Roman" panose="02020603050405020304" pitchFamily="18" charset="0"/>
                <a:cs typeface="Times New Roman" panose="02020603050405020304" pitchFamily="18" charset="0"/>
              </a:rPr>
              <a:t> or </a:t>
            </a:r>
            <a:r>
              <a:rPr lang="en-US" sz="1200" spc="-10" dirty="0" err="1">
                <a:latin typeface="Times New Roman" panose="02020603050405020304" pitchFamily="18" charset="0"/>
                <a:cs typeface="Times New Roman" panose="02020603050405020304" pitchFamily="18" charset="0"/>
              </a:rPr>
              <a:t>Ctrl+V</a:t>
            </a:r>
            <a:r>
              <a:rPr lang="en-US" sz="1200" spc="-10" dirty="0">
                <a:latin typeface="Times New Roman" panose="02020603050405020304" pitchFamily="18" charset="0"/>
                <a:cs typeface="Times New Roman" panose="02020603050405020304" pitchFamily="18" charset="0"/>
              </a:rPr>
              <a:t>. It also includes screenshot functionality, allowing scripts to capture the screen and analyze pixel data. Using image recognition, </a:t>
            </a:r>
            <a:r>
              <a:rPr lang="en-US" sz="1200" spc="-10" dirty="0" err="1">
                <a:latin typeface="Times New Roman" panose="02020603050405020304" pitchFamily="18" charset="0"/>
                <a:cs typeface="Times New Roman" panose="02020603050405020304" pitchFamily="18" charset="0"/>
              </a:rPr>
              <a:t>PyAutoGUI</a:t>
            </a:r>
            <a:r>
              <a:rPr lang="en-US" sz="1200" spc="-10" dirty="0">
                <a:latin typeface="Times New Roman" panose="02020603050405020304" pitchFamily="18" charset="0"/>
                <a:cs typeface="Times New Roman" panose="02020603050405020304" pitchFamily="18" charset="0"/>
              </a:rPr>
              <a:t> can locate images or icons on the screen and interact with them </a:t>
            </a:r>
            <a:r>
              <a:rPr lang="en-US" sz="1200" spc="-10" dirty="0" err="1">
                <a:latin typeface="Times New Roman" panose="02020603050405020304" pitchFamily="18" charset="0"/>
                <a:cs typeface="Times New Roman" panose="02020603050405020304" pitchFamily="18" charset="0"/>
              </a:rPr>
              <a:t>automatically.The</a:t>
            </a:r>
            <a:r>
              <a:rPr lang="en-US" sz="1200" spc="-10" dirty="0">
                <a:latin typeface="Times New Roman" panose="02020603050405020304" pitchFamily="18" charset="0"/>
                <a:cs typeface="Times New Roman" panose="02020603050405020304" pitchFamily="18" charset="0"/>
              </a:rPr>
              <a:t> library uses operating system–level APIs to send virtual input events that the system interprets as real user actions. It also includes safety features like a fail-safe mechanism: moving the mouse to the top-left corner immediately stops the script. .</a:t>
            </a:r>
          </a:p>
          <a:p>
            <a:pPr marL="12700" lvl="2" algn="just">
              <a:lnSpc>
                <a:spcPct val="150000"/>
              </a:lnSpc>
              <a:spcBef>
                <a:spcPts val="630"/>
              </a:spcBef>
              <a:tabLst>
                <a:tab pos="412115" algn="l"/>
              </a:tabLst>
            </a:pPr>
            <a:r>
              <a:rPr lang="en-US" sz="1400" b="1" spc="-10" dirty="0">
                <a:latin typeface="Times New Roman" panose="02020603050405020304" pitchFamily="18" charset="0"/>
                <a:cs typeface="Times New Roman" panose="02020603050405020304" pitchFamily="18" charset="0"/>
              </a:rPr>
              <a:t>6.1.11 </a:t>
            </a:r>
            <a:r>
              <a:rPr lang="en-US" sz="1400" b="1" spc="-10" dirty="0">
                <a:latin typeface="Times New Roman"/>
                <a:cs typeface="Times New Roman"/>
              </a:rPr>
              <a:t>Random</a:t>
            </a:r>
          </a:p>
          <a:p>
            <a:pPr marL="12700" lvl="2" algn="just">
              <a:lnSpc>
                <a:spcPct val="150000"/>
              </a:lnSpc>
              <a:spcBef>
                <a:spcPts val="630"/>
              </a:spcBef>
              <a:tabLst>
                <a:tab pos="412115" algn="l"/>
              </a:tabLst>
            </a:pPr>
            <a:r>
              <a:rPr lang="en-US" sz="1200" dirty="0">
                <a:latin typeface="Times New Roman"/>
                <a:cs typeface="Times New Roman"/>
              </a:rPr>
              <a:t>	The Python random library is a built-in module used to generate pseudo-random numbers and make random selections. It is widely used in applications such as simulations, games, data sampling, cryptography (non-secure), testing, and any program requiring unpredictable behavior. Since it comes pre-installed with Python, it does not require any additional installation.</a:t>
            </a:r>
          </a:p>
          <a:p>
            <a:pPr marL="12700" lvl="2" algn="just">
              <a:lnSpc>
                <a:spcPct val="150000"/>
              </a:lnSpc>
              <a:spcBef>
                <a:spcPts val="630"/>
              </a:spcBef>
              <a:tabLst>
                <a:tab pos="412115" algn="l"/>
              </a:tabLst>
            </a:pPr>
            <a:r>
              <a:rPr lang="en-US" sz="1200" dirty="0">
                <a:latin typeface="Times New Roman"/>
                <a:cs typeface="Times New Roman"/>
              </a:rPr>
              <a:t>The library provides several functions to generate random integers, floating-point numbers, and sequences. The random() function returns a random float between 0 and 1, while </a:t>
            </a:r>
            <a:r>
              <a:rPr lang="en-US" sz="1200" dirty="0" err="1">
                <a:latin typeface="Times New Roman"/>
                <a:cs typeface="Times New Roman"/>
              </a:rPr>
              <a:t>randint</a:t>
            </a:r>
            <a:r>
              <a:rPr lang="en-US" sz="1200" dirty="0">
                <a:latin typeface="Times New Roman"/>
                <a:cs typeface="Times New Roman"/>
              </a:rPr>
              <a:t>(a, b) generates a random integer in a given range. Functions like uniform(a, b) return random floating values within specified limits.</a:t>
            </a:r>
            <a:endParaRPr sz="12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6" name="object 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26</a:t>
            </a:r>
            <a:endParaRPr spc="-25" dirty="0"/>
          </a:p>
        </p:txBody>
      </p:sp>
      <p:sp>
        <p:nvSpPr>
          <p:cNvPr id="7" name="object 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3" name="object 3"/>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4" name="object 4"/>
          <p:cNvSpPr txBox="1"/>
          <p:nvPr/>
        </p:nvSpPr>
        <p:spPr>
          <a:xfrm>
            <a:off x="886764" y="540511"/>
            <a:ext cx="6148070" cy="9683164"/>
          </a:xfrm>
          <a:prstGeom prst="rect">
            <a:avLst/>
          </a:prstGeom>
        </p:spPr>
        <p:txBody>
          <a:bodyPr vert="horz" wrap="square" lIns="0" tIns="96520" rIns="0" bIns="0" rtlCol="0">
            <a:spAutoFit/>
          </a:bodyPr>
          <a:lstStyle/>
          <a:p>
            <a:pPr marL="50800">
              <a:lnSpc>
                <a:spcPct val="100000"/>
              </a:lnSpc>
              <a:spcBef>
                <a:spcPts val="760"/>
              </a:spcBef>
              <a:tabLst>
                <a:tab pos="5168900"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a:t>
            </a:r>
            <a:r>
              <a:rPr sz="1200" spc="-10" dirty="0">
                <a:latin typeface="Times New Roman"/>
                <a:cs typeface="Times New Roman"/>
              </a:rPr>
              <a:t>Implementation</a:t>
            </a:r>
            <a:endParaRPr sz="1200" dirty="0">
              <a:latin typeface="Times New Roman"/>
              <a:cs typeface="Times New Roman"/>
            </a:endParaRPr>
          </a:p>
          <a:p>
            <a:pPr marL="20320" marR="10795" indent="448945">
              <a:lnSpc>
                <a:spcPct val="143500"/>
              </a:lnSpc>
              <a:spcBef>
                <a:spcPts val="30"/>
              </a:spcBef>
            </a:pPr>
            <a:r>
              <a:rPr lang="en-US" sz="1200" dirty="0">
                <a:latin typeface="Times New Roman"/>
                <a:cs typeface="Times New Roman"/>
              </a:rPr>
              <a:t>The random library is simple, lightweight, and powerful for tasks involving randomness. Its wide range of functions makes it ideal for simulations, random testing, password generation (basic), games, and educational projects. Overall, it is an essential module for Python programming that helps introduce the concept of randomness in computing.</a:t>
            </a:r>
            <a:endParaRPr sz="1200" dirty="0">
              <a:latin typeface="Times New Roman"/>
              <a:cs typeface="Times New Roman"/>
            </a:endParaRPr>
          </a:p>
          <a:p>
            <a:pPr marL="12700">
              <a:lnSpc>
                <a:spcPct val="100000"/>
              </a:lnSpc>
              <a:spcBef>
                <a:spcPts val="595"/>
              </a:spcBef>
            </a:pPr>
            <a:r>
              <a:rPr sz="1600" b="1" dirty="0">
                <a:latin typeface="Times New Roman"/>
                <a:cs typeface="Times New Roman"/>
              </a:rPr>
              <a:t>6.2</a:t>
            </a:r>
            <a:r>
              <a:rPr sz="1600" b="1" spc="-40" dirty="0">
                <a:latin typeface="Times New Roman"/>
                <a:cs typeface="Times New Roman"/>
              </a:rPr>
              <a:t> </a:t>
            </a:r>
            <a:r>
              <a:rPr sz="1600" b="1" dirty="0">
                <a:latin typeface="Times New Roman"/>
                <a:cs typeface="Times New Roman"/>
              </a:rPr>
              <a:t>Pseudo</a:t>
            </a:r>
            <a:r>
              <a:rPr sz="1600" b="1" spc="-35" dirty="0">
                <a:latin typeface="Times New Roman"/>
                <a:cs typeface="Times New Roman"/>
              </a:rPr>
              <a:t> </a:t>
            </a:r>
            <a:r>
              <a:rPr sz="1600" b="1" spc="-20" dirty="0">
                <a:latin typeface="Times New Roman"/>
                <a:cs typeface="Times New Roman"/>
              </a:rPr>
              <a:t>Code</a:t>
            </a:r>
            <a:endParaRPr sz="1600" dirty="0">
              <a:latin typeface="Times New Roman"/>
              <a:cs typeface="Times New Roman"/>
            </a:endParaRPr>
          </a:p>
          <a:p>
            <a:pPr marL="20320" marR="5080" indent="456565" algn="just">
              <a:lnSpc>
                <a:spcPct val="143900"/>
              </a:lnSpc>
              <a:spcBef>
                <a:spcPts val="235"/>
              </a:spcBef>
            </a:pPr>
            <a:r>
              <a:rPr sz="1200" spc="-10" dirty="0">
                <a:latin typeface="Times New Roman"/>
                <a:cs typeface="Times New Roman"/>
              </a:rPr>
              <a:t>Pseudocode</a:t>
            </a:r>
            <a:r>
              <a:rPr sz="1200" spc="-25"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high-</a:t>
            </a:r>
            <a:r>
              <a:rPr sz="1200" dirty="0">
                <a:latin typeface="Times New Roman"/>
                <a:cs typeface="Times New Roman"/>
              </a:rPr>
              <a:t>level</a:t>
            </a:r>
            <a:r>
              <a:rPr sz="1200" spc="-20" dirty="0">
                <a:latin typeface="Times New Roman"/>
                <a:cs typeface="Times New Roman"/>
              </a:rPr>
              <a:t> </a:t>
            </a:r>
            <a:r>
              <a:rPr sz="1200" spc="-10" dirty="0">
                <a:latin typeface="Times New Roman"/>
                <a:cs typeface="Times New Roman"/>
              </a:rPr>
              <a:t>representation</a:t>
            </a:r>
            <a:r>
              <a:rPr sz="1200" spc="-1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programming</a:t>
            </a:r>
            <a:r>
              <a:rPr sz="1200" spc="-15" dirty="0">
                <a:latin typeface="Times New Roman"/>
                <a:cs typeface="Times New Roman"/>
              </a:rPr>
              <a:t> </a:t>
            </a:r>
            <a:r>
              <a:rPr sz="1200" spc="-10" dirty="0">
                <a:latin typeface="Times New Roman"/>
                <a:cs typeface="Times New Roman"/>
              </a:rPr>
              <a:t>algorithm</a:t>
            </a:r>
            <a:r>
              <a:rPr sz="1200" spc="-1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set</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instructions </a:t>
            </a:r>
            <a:r>
              <a:rPr sz="1200" dirty="0">
                <a:latin typeface="Times New Roman"/>
                <a:cs typeface="Times New Roman"/>
              </a:rPr>
              <a:t>that</a:t>
            </a:r>
            <a:r>
              <a:rPr sz="1200" spc="175" dirty="0">
                <a:latin typeface="Times New Roman"/>
                <a:cs typeface="Times New Roman"/>
              </a:rPr>
              <a:t> </a:t>
            </a:r>
            <a:r>
              <a:rPr sz="1200" dirty="0">
                <a:latin typeface="Times New Roman"/>
                <a:cs typeface="Times New Roman"/>
              </a:rPr>
              <a:t>is</a:t>
            </a:r>
            <a:r>
              <a:rPr sz="1200" spc="180" dirty="0">
                <a:latin typeface="Times New Roman"/>
                <a:cs typeface="Times New Roman"/>
              </a:rPr>
              <a:t> </a:t>
            </a:r>
            <a:r>
              <a:rPr sz="1200" dirty="0">
                <a:latin typeface="Times New Roman"/>
                <a:cs typeface="Times New Roman"/>
              </a:rPr>
              <a:t>written</a:t>
            </a:r>
            <a:r>
              <a:rPr sz="1200" spc="175" dirty="0">
                <a:latin typeface="Times New Roman"/>
                <a:cs typeface="Times New Roman"/>
              </a:rPr>
              <a:t> </a:t>
            </a:r>
            <a:r>
              <a:rPr sz="1200" dirty="0">
                <a:latin typeface="Times New Roman"/>
                <a:cs typeface="Times New Roman"/>
              </a:rPr>
              <a:t>in</a:t>
            </a:r>
            <a:r>
              <a:rPr sz="1200" spc="180" dirty="0">
                <a:latin typeface="Times New Roman"/>
                <a:cs typeface="Times New Roman"/>
              </a:rPr>
              <a:t> </a:t>
            </a:r>
            <a:r>
              <a:rPr sz="1200" dirty="0">
                <a:latin typeface="Times New Roman"/>
                <a:cs typeface="Times New Roman"/>
              </a:rPr>
              <a:t>a</a:t>
            </a:r>
            <a:r>
              <a:rPr sz="1200" spc="170" dirty="0">
                <a:latin typeface="Times New Roman"/>
                <a:cs typeface="Times New Roman"/>
              </a:rPr>
              <a:t> </a:t>
            </a:r>
            <a:r>
              <a:rPr sz="1200" dirty="0">
                <a:latin typeface="Times New Roman"/>
                <a:cs typeface="Times New Roman"/>
              </a:rPr>
              <a:t>natural</a:t>
            </a:r>
            <a:r>
              <a:rPr sz="1200" spc="180" dirty="0">
                <a:latin typeface="Times New Roman"/>
                <a:cs typeface="Times New Roman"/>
              </a:rPr>
              <a:t> </a:t>
            </a:r>
            <a:r>
              <a:rPr sz="1200" dirty="0">
                <a:latin typeface="Times New Roman"/>
                <a:cs typeface="Times New Roman"/>
              </a:rPr>
              <a:t>language</a:t>
            </a:r>
            <a:r>
              <a:rPr sz="1200" spc="170" dirty="0">
                <a:latin typeface="Times New Roman"/>
                <a:cs typeface="Times New Roman"/>
              </a:rPr>
              <a:t> </a:t>
            </a:r>
            <a:r>
              <a:rPr sz="1200" dirty="0">
                <a:latin typeface="Times New Roman"/>
                <a:cs typeface="Times New Roman"/>
              </a:rPr>
              <a:t>style,</a:t>
            </a:r>
            <a:r>
              <a:rPr sz="1200" spc="175" dirty="0">
                <a:latin typeface="Times New Roman"/>
                <a:cs typeface="Times New Roman"/>
              </a:rPr>
              <a:t> </a:t>
            </a:r>
            <a:r>
              <a:rPr sz="1200" dirty="0">
                <a:latin typeface="Times New Roman"/>
                <a:cs typeface="Times New Roman"/>
              </a:rPr>
              <a:t>but</a:t>
            </a:r>
            <a:r>
              <a:rPr sz="1200" spc="180" dirty="0">
                <a:latin typeface="Times New Roman"/>
                <a:cs typeface="Times New Roman"/>
              </a:rPr>
              <a:t> </a:t>
            </a:r>
            <a:r>
              <a:rPr sz="1200" dirty="0">
                <a:latin typeface="Times New Roman"/>
                <a:cs typeface="Times New Roman"/>
              </a:rPr>
              <a:t>with</a:t>
            </a:r>
            <a:r>
              <a:rPr sz="1200" spc="180" dirty="0">
                <a:latin typeface="Times New Roman"/>
                <a:cs typeface="Times New Roman"/>
              </a:rPr>
              <a:t> </a:t>
            </a:r>
            <a:r>
              <a:rPr sz="1200" dirty="0">
                <a:latin typeface="Times New Roman"/>
                <a:cs typeface="Times New Roman"/>
              </a:rPr>
              <a:t>a</a:t>
            </a:r>
            <a:r>
              <a:rPr sz="1200" spc="170" dirty="0">
                <a:latin typeface="Times New Roman"/>
                <a:cs typeface="Times New Roman"/>
              </a:rPr>
              <a:t> </a:t>
            </a:r>
            <a:r>
              <a:rPr sz="1200" dirty="0">
                <a:latin typeface="Times New Roman"/>
                <a:cs typeface="Times New Roman"/>
              </a:rPr>
              <a:t>structured</a:t>
            </a:r>
            <a:r>
              <a:rPr sz="1200" spc="175" dirty="0">
                <a:latin typeface="Times New Roman"/>
                <a:cs typeface="Times New Roman"/>
              </a:rPr>
              <a:t> </a:t>
            </a:r>
            <a:r>
              <a:rPr sz="1200" dirty="0">
                <a:latin typeface="Times New Roman"/>
                <a:cs typeface="Times New Roman"/>
              </a:rPr>
              <a:t>syntax</a:t>
            </a:r>
            <a:r>
              <a:rPr sz="1200" spc="175" dirty="0">
                <a:latin typeface="Times New Roman"/>
                <a:cs typeface="Times New Roman"/>
              </a:rPr>
              <a:t> </a:t>
            </a:r>
            <a:r>
              <a:rPr sz="1200" dirty="0">
                <a:latin typeface="Times New Roman"/>
                <a:cs typeface="Times New Roman"/>
              </a:rPr>
              <a:t>similar</a:t>
            </a:r>
            <a:r>
              <a:rPr sz="1200" spc="170" dirty="0">
                <a:latin typeface="Times New Roman"/>
                <a:cs typeface="Times New Roman"/>
              </a:rPr>
              <a:t> </a:t>
            </a:r>
            <a:r>
              <a:rPr sz="1200" dirty="0">
                <a:latin typeface="Times New Roman"/>
                <a:cs typeface="Times New Roman"/>
              </a:rPr>
              <a:t>to</a:t>
            </a:r>
            <a:r>
              <a:rPr sz="1200" spc="204" dirty="0">
                <a:latin typeface="Times New Roman"/>
                <a:cs typeface="Times New Roman"/>
              </a:rPr>
              <a:t> </a:t>
            </a:r>
            <a:r>
              <a:rPr sz="1200" spc="-10" dirty="0">
                <a:latin typeface="Times New Roman"/>
                <a:cs typeface="Times New Roman"/>
              </a:rPr>
              <a:t>programming </a:t>
            </a:r>
            <a:r>
              <a:rPr sz="1200" dirty="0">
                <a:latin typeface="Times New Roman"/>
                <a:cs typeface="Times New Roman"/>
              </a:rPr>
              <a:t>languages.</a:t>
            </a:r>
            <a:r>
              <a:rPr sz="1200" spc="-25" dirty="0">
                <a:latin typeface="Times New Roman"/>
                <a:cs typeface="Times New Roman"/>
              </a:rPr>
              <a:t> </a:t>
            </a:r>
            <a:r>
              <a:rPr sz="1200" dirty="0">
                <a:latin typeface="Times New Roman"/>
                <a:cs typeface="Times New Roman"/>
              </a:rPr>
              <a:t>It</a:t>
            </a:r>
            <a:r>
              <a:rPr sz="1200" spc="-2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describe</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logic</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flow</a:t>
            </a:r>
            <a:r>
              <a:rPr sz="1200" spc="-2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program</a:t>
            </a:r>
            <a:r>
              <a:rPr sz="1200" spc="-25" dirty="0">
                <a:latin typeface="Times New Roman"/>
                <a:cs typeface="Times New Roman"/>
              </a:rPr>
              <a:t> </a:t>
            </a:r>
            <a:r>
              <a:rPr sz="1200" dirty="0">
                <a:latin typeface="Times New Roman"/>
                <a:cs typeface="Times New Roman"/>
              </a:rPr>
              <a:t>without</a:t>
            </a:r>
            <a:r>
              <a:rPr sz="1200" spc="-25" dirty="0">
                <a:latin typeface="Times New Roman"/>
                <a:cs typeface="Times New Roman"/>
              </a:rPr>
              <a:t> </a:t>
            </a:r>
            <a:r>
              <a:rPr sz="1200" dirty="0">
                <a:latin typeface="Times New Roman"/>
                <a:cs typeface="Times New Roman"/>
              </a:rPr>
              <a:t>worrying</a:t>
            </a:r>
            <a:r>
              <a:rPr sz="1200" spc="-20" dirty="0">
                <a:latin typeface="Times New Roman"/>
                <a:cs typeface="Times New Roman"/>
              </a:rPr>
              <a:t> </a:t>
            </a:r>
            <a:r>
              <a:rPr sz="1200" dirty="0">
                <a:latin typeface="Times New Roman"/>
                <a:cs typeface="Times New Roman"/>
              </a:rPr>
              <a:t>about</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specific </a:t>
            </a:r>
            <a:r>
              <a:rPr sz="1200" dirty="0">
                <a:latin typeface="Times New Roman"/>
                <a:cs typeface="Times New Roman"/>
              </a:rPr>
              <a:t>syntax</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programming</a:t>
            </a:r>
            <a:r>
              <a:rPr sz="1200" spc="-25" dirty="0">
                <a:latin typeface="Times New Roman"/>
                <a:cs typeface="Times New Roman"/>
              </a:rPr>
              <a:t> </a:t>
            </a:r>
            <a:r>
              <a:rPr sz="1200" spc="-10" dirty="0">
                <a:latin typeface="Times New Roman"/>
                <a:cs typeface="Times New Roman"/>
              </a:rPr>
              <a:t>language.</a:t>
            </a:r>
            <a:endParaRPr sz="1200" dirty="0">
              <a:latin typeface="Times New Roman"/>
              <a:cs typeface="Times New Roman"/>
            </a:endParaRPr>
          </a:p>
          <a:p>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import</a:t>
            </a:r>
            <a:r>
              <a:rPr sz="1200" spc="-15" dirty="0">
                <a:latin typeface="Times New Roman"/>
                <a:cs typeface="Times New Roman"/>
              </a:rPr>
              <a:t> </a:t>
            </a:r>
            <a:r>
              <a:rPr sz="1200" spc="-10" dirty="0">
                <a:latin typeface="Times New Roman"/>
                <a:cs typeface="Times New Roman"/>
              </a:rPr>
              <a:t>libraries</a:t>
            </a:r>
            <a:endParaRPr lang="en-US" sz="1200" spc="-10" dirty="0">
              <a:latin typeface="Times New Roman"/>
              <a:cs typeface="Times New Roman"/>
            </a:endParaRPr>
          </a:p>
          <a:p>
            <a:endParaRPr lang="en-US" sz="1200" spc="-10" dirty="0">
              <a:latin typeface="Times New Roman"/>
              <a:cs typeface="Times New Roman"/>
            </a:endParaRPr>
          </a:p>
          <a:p>
            <a:pPr>
              <a:lnSpc>
                <a:spcPct val="150000"/>
              </a:lnSpc>
            </a:pPr>
            <a:r>
              <a:rPr lang="en-IN" sz="1200" dirty="0">
                <a:latin typeface="Times New Roman" panose="02020603050405020304" pitchFamily="18" charset="0"/>
                <a:cs typeface="Times New Roman" panose="02020603050405020304" pitchFamily="18" charset="0"/>
              </a:rPr>
              <a:t>import cv2</a:t>
            </a:r>
          </a:p>
          <a:p>
            <a:pPr>
              <a:lnSpc>
                <a:spcPct val="150000"/>
              </a:lnSpc>
            </a:pPr>
            <a:r>
              <a:rPr lang="en-IN" sz="1200" dirty="0">
                <a:latin typeface="Times New Roman" panose="02020603050405020304" pitchFamily="18" charset="0"/>
                <a:cs typeface="Times New Roman" panose="02020603050405020304" pitchFamily="18" charset="0"/>
              </a:rPr>
              <a:t>import </a:t>
            </a:r>
            <a:r>
              <a:rPr lang="en-IN" sz="1200" dirty="0" err="1">
                <a:latin typeface="Times New Roman" panose="02020603050405020304" pitchFamily="18" charset="0"/>
                <a:cs typeface="Times New Roman" panose="02020603050405020304" pitchFamily="18" charset="0"/>
              </a:rPr>
              <a:t>mediapipe</a:t>
            </a:r>
            <a:r>
              <a:rPr lang="en-IN" sz="1200" dirty="0">
                <a:latin typeface="Times New Roman" panose="02020603050405020304" pitchFamily="18" charset="0"/>
                <a:cs typeface="Times New Roman" panose="02020603050405020304" pitchFamily="18" charset="0"/>
              </a:rPr>
              <a:t> as </a:t>
            </a:r>
            <a:r>
              <a:rPr lang="en-IN" sz="1200" dirty="0" err="1">
                <a:latin typeface="Times New Roman" panose="02020603050405020304" pitchFamily="18" charset="0"/>
                <a:cs typeface="Times New Roman" panose="02020603050405020304" pitchFamily="18" charset="0"/>
              </a:rPr>
              <a:t>mp</a:t>
            </a:r>
            <a:endParaRPr lang="en-IN" sz="1200" dirty="0">
              <a:latin typeface="Times New Roman" panose="02020603050405020304" pitchFamily="18" charset="0"/>
              <a:cs typeface="Times New Roman" panose="02020603050405020304" pitchFamily="18" charset="0"/>
            </a:endParaRPr>
          </a:p>
          <a:p>
            <a:pPr>
              <a:lnSpc>
                <a:spcPct val="150000"/>
              </a:lnSpc>
            </a:pPr>
            <a:r>
              <a:rPr lang="en-IN" sz="1200" dirty="0">
                <a:latin typeface="Times New Roman" panose="02020603050405020304" pitchFamily="18" charset="0"/>
                <a:cs typeface="Times New Roman" panose="02020603050405020304" pitchFamily="18" charset="0"/>
              </a:rPr>
              <a:t>import </a:t>
            </a:r>
            <a:r>
              <a:rPr lang="en-IN" sz="1200" dirty="0" err="1">
                <a:latin typeface="Times New Roman" panose="02020603050405020304" pitchFamily="18" charset="0"/>
                <a:cs typeface="Times New Roman" panose="02020603050405020304" pitchFamily="18" charset="0"/>
              </a:rPr>
              <a:t>pyautogui</a:t>
            </a:r>
            <a:endParaRPr lang="en-IN" sz="1200" dirty="0">
              <a:latin typeface="Times New Roman" panose="02020603050405020304" pitchFamily="18" charset="0"/>
              <a:cs typeface="Times New Roman" panose="02020603050405020304" pitchFamily="18" charset="0"/>
            </a:endParaRPr>
          </a:p>
          <a:p>
            <a:pPr>
              <a:lnSpc>
                <a:spcPct val="150000"/>
              </a:lnSpc>
            </a:pPr>
            <a:r>
              <a:rPr lang="en-IN" sz="1200" dirty="0">
                <a:latin typeface="Times New Roman" panose="02020603050405020304" pitchFamily="18" charset="0"/>
                <a:cs typeface="Times New Roman" panose="02020603050405020304" pitchFamily="18" charset="0"/>
              </a:rPr>
              <a:t>import random</a:t>
            </a:r>
          </a:p>
          <a:p>
            <a:pPr>
              <a:lnSpc>
                <a:spcPct val="150000"/>
              </a:lnSpc>
            </a:pPr>
            <a:r>
              <a:rPr lang="en-IN" sz="1200" dirty="0">
                <a:latin typeface="Times New Roman" panose="02020603050405020304" pitchFamily="18" charset="0"/>
                <a:cs typeface="Times New Roman" panose="02020603050405020304" pitchFamily="18" charset="0"/>
              </a:rPr>
              <a:t>import util</a:t>
            </a:r>
          </a:p>
          <a:p>
            <a:pPr>
              <a:lnSpc>
                <a:spcPct val="150000"/>
              </a:lnSpc>
            </a:pPr>
            <a:r>
              <a:rPr lang="en-IN" sz="1200" dirty="0">
                <a:latin typeface="Times New Roman" panose="02020603050405020304" pitchFamily="18" charset="0"/>
                <a:cs typeface="Times New Roman" panose="02020603050405020304" pitchFamily="18" charset="0"/>
              </a:rPr>
              <a:t>from </a:t>
            </a:r>
            <a:r>
              <a:rPr lang="en-IN" sz="1200" dirty="0" err="1">
                <a:latin typeface="Times New Roman" panose="02020603050405020304" pitchFamily="18" charset="0"/>
                <a:cs typeface="Times New Roman" panose="02020603050405020304" pitchFamily="18" charset="0"/>
              </a:rPr>
              <a:t>pynput.mouse</a:t>
            </a:r>
            <a:r>
              <a:rPr lang="en-IN" sz="1200" dirty="0">
                <a:latin typeface="Times New Roman" panose="02020603050405020304" pitchFamily="18" charset="0"/>
                <a:cs typeface="Times New Roman" panose="02020603050405020304" pitchFamily="18" charset="0"/>
              </a:rPr>
              <a:t> import Button, Controller</a:t>
            </a:r>
          </a:p>
          <a:p>
            <a:pPr>
              <a:lnSpc>
                <a:spcPct val="150000"/>
              </a:lnSpc>
            </a:pPr>
            <a:r>
              <a:rPr lang="en-IN" sz="1200" dirty="0">
                <a:latin typeface="Times New Roman" panose="02020603050405020304" pitchFamily="18" charset="0"/>
                <a:cs typeface="Times New Roman" panose="02020603050405020304" pitchFamily="18" charset="0"/>
              </a:rPr>
              <a:t>mouse = Controller()</a:t>
            </a:r>
          </a:p>
          <a:p>
            <a:pPr>
              <a:lnSpc>
                <a:spcPct val="150000"/>
              </a:lnSpc>
            </a:pPr>
            <a:r>
              <a:rPr lang="en-IN" sz="1200" dirty="0" err="1">
                <a:latin typeface="Times New Roman" panose="02020603050405020304" pitchFamily="18" charset="0"/>
                <a:cs typeface="Times New Roman" panose="02020603050405020304" pitchFamily="18" charset="0"/>
              </a:rPr>
              <a:t>screen_width</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screen_height</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pyautogui.size</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err="1">
                <a:latin typeface="Times New Roman" panose="02020603050405020304" pitchFamily="18" charset="0"/>
                <a:cs typeface="Times New Roman" panose="02020603050405020304" pitchFamily="18" charset="0"/>
              </a:rPr>
              <a:t>mpHands</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mp.solutions.hands</a:t>
            </a:r>
            <a:endParaRPr lang="en-IN" sz="1200" dirty="0">
              <a:latin typeface="Times New Roman" panose="02020603050405020304" pitchFamily="18" charset="0"/>
              <a:cs typeface="Times New Roman" panose="02020603050405020304" pitchFamily="18" charset="0"/>
            </a:endParaRPr>
          </a:p>
          <a:p>
            <a:pPr>
              <a:lnSpc>
                <a:spcPct val="150000"/>
              </a:lnSpc>
            </a:pPr>
            <a:r>
              <a:rPr lang="en-IN" sz="1200" dirty="0">
                <a:latin typeface="Times New Roman" panose="02020603050405020304" pitchFamily="18" charset="0"/>
                <a:cs typeface="Times New Roman" panose="02020603050405020304" pitchFamily="18" charset="0"/>
              </a:rPr>
              <a:t>hands = </a:t>
            </a:r>
            <a:r>
              <a:rPr lang="en-IN" sz="1200" dirty="0" err="1">
                <a:latin typeface="Times New Roman" panose="02020603050405020304" pitchFamily="18" charset="0"/>
                <a:cs typeface="Times New Roman" panose="02020603050405020304" pitchFamily="18" charset="0"/>
              </a:rPr>
              <a:t>mpHands.Hands</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err="1">
                <a:latin typeface="Times New Roman" panose="02020603050405020304" pitchFamily="18" charset="0"/>
                <a:cs typeface="Times New Roman" panose="02020603050405020304" pitchFamily="18" charset="0"/>
              </a:rPr>
              <a:t>static_image_mode</a:t>
            </a:r>
            <a:r>
              <a:rPr lang="en-IN" sz="1200" dirty="0">
                <a:latin typeface="Times New Roman" panose="02020603050405020304" pitchFamily="18" charset="0"/>
                <a:cs typeface="Times New Roman" panose="02020603050405020304" pitchFamily="18" charset="0"/>
              </a:rPr>
              <a:t>=False,</a:t>
            </a:r>
          </a:p>
          <a:p>
            <a:pPr>
              <a:lnSpc>
                <a:spcPct val="150000"/>
              </a:lnSpc>
            </a:pPr>
            <a:r>
              <a:rPr lang="en-IN" sz="1200" dirty="0" err="1">
                <a:latin typeface="Times New Roman" panose="02020603050405020304" pitchFamily="18" charset="0"/>
                <a:cs typeface="Times New Roman" panose="02020603050405020304" pitchFamily="18" charset="0"/>
              </a:rPr>
              <a:t>model_complexity</a:t>
            </a:r>
            <a:r>
              <a:rPr lang="en-IN" sz="1200" dirty="0">
                <a:latin typeface="Times New Roman" panose="02020603050405020304" pitchFamily="18" charset="0"/>
                <a:cs typeface="Times New Roman" panose="02020603050405020304" pitchFamily="18" charset="0"/>
              </a:rPr>
              <a:t>=1,</a:t>
            </a:r>
          </a:p>
          <a:p>
            <a:pPr>
              <a:lnSpc>
                <a:spcPct val="150000"/>
              </a:lnSpc>
            </a:pPr>
            <a:r>
              <a:rPr lang="en-IN" sz="1200" dirty="0" err="1">
                <a:latin typeface="Times New Roman" panose="02020603050405020304" pitchFamily="18" charset="0"/>
                <a:cs typeface="Times New Roman" panose="02020603050405020304" pitchFamily="18" charset="0"/>
              </a:rPr>
              <a:t>min_detection_confidence</a:t>
            </a:r>
            <a:r>
              <a:rPr lang="en-IN" sz="1200" dirty="0">
                <a:latin typeface="Times New Roman" panose="02020603050405020304" pitchFamily="18" charset="0"/>
                <a:cs typeface="Times New Roman" panose="02020603050405020304" pitchFamily="18" charset="0"/>
              </a:rPr>
              <a:t>=0.7,</a:t>
            </a:r>
          </a:p>
          <a:p>
            <a:pPr>
              <a:lnSpc>
                <a:spcPct val="150000"/>
              </a:lnSpc>
            </a:pPr>
            <a:r>
              <a:rPr lang="en-IN" sz="1200" dirty="0" err="1">
                <a:latin typeface="Times New Roman" panose="02020603050405020304" pitchFamily="18" charset="0"/>
                <a:cs typeface="Times New Roman" panose="02020603050405020304" pitchFamily="18" charset="0"/>
              </a:rPr>
              <a:t>min_tracking_confidence</a:t>
            </a:r>
            <a:r>
              <a:rPr lang="en-IN" sz="1200" dirty="0">
                <a:latin typeface="Times New Roman" panose="02020603050405020304" pitchFamily="18" charset="0"/>
                <a:cs typeface="Times New Roman" panose="02020603050405020304" pitchFamily="18" charset="0"/>
              </a:rPr>
              <a:t>=0.7,</a:t>
            </a:r>
          </a:p>
          <a:p>
            <a:pPr>
              <a:lnSpc>
                <a:spcPct val="150000"/>
              </a:lnSpc>
            </a:pPr>
            <a:r>
              <a:rPr lang="en-IN" sz="1200" dirty="0" err="1">
                <a:latin typeface="Times New Roman" panose="02020603050405020304" pitchFamily="18" charset="0"/>
                <a:cs typeface="Times New Roman" panose="02020603050405020304" pitchFamily="18" charset="0"/>
              </a:rPr>
              <a:t>max_num_hands</a:t>
            </a:r>
            <a:r>
              <a:rPr lang="en-IN" sz="1200" dirty="0">
                <a:latin typeface="Times New Roman" panose="02020603050405020304" pitchFamily="18" charset="0"/>
                <a:cs typeface="Times New Roman" panose="02020603050405020304" pitchFamily="18" charset="0"/>
              </a:rPr>
              <a:t>=1</a:t>
            </a:r>
          </a:p>
          <a:p>
            <a:pPr>
              <a:lnSpc>
                <a:spcPct val="150000"/>
              </a:lnSpc>
            </a:pP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def </a:t>
            </a:r>
            <a:r>
              <a:rPr lang="en-IN" sz="1200" dirty="0" err="1">
                <a:latin typeface="Times New Roman" panose="02020603050405020304" pitchFamily="18" charset="0"/>
                <a:cs typeface="Times New Roman" panose="02020603050405020304" pitchFamily="18" charset="0"/>
              </a:rPr>
              <a:t>find_finger_tip</a:t>
            </a:r>
            <a:r>
              <a:rPr lang="en-IN" sz="1200" dirty="0">
                <a:latin typeface="Times New Roman" panose="02020603050405020304" pitchFamily="18" charset="0"/>
                <a:cs typeface="Times New Roman" panose="02020603050405020304" pitchFamily="18" charset="0"/>
              </a:rPr>
              <a:t>(processed):</a:t>
            </a:r>
          </a:p>
          <a:p>
            <a:pPr>
              <a:lnSpc>
                <a:spcPct val="150000"/>
              </a:lnSpc>
            </a:pPr>
            <a:r>
              <a:rPr lang="en-IN" sz="1200" dirty="0">
                <a:latin typeface="Times New Roman" panose="02020603050405020304" pitchFamily="18" charset="0"/>
                <a:cs typeface="Times New Roman" panose="02020603050405020304" pitchFamily="18" charset="0"/>
              </a:rPr>
              <a:t>if </a:t>
            </a:r>
            <a:r>
              <a:rPr lang="en-IN" sz="1200" dirty="0" err="1">
                <a:latin typeface="Times New Roman" panose="02020603050405020304" pitchFamily="18" charset="0"/>
                <a:cs typeface="Times New Roman" panose="02020603050405020304" pitchFamily="18" charset="0"/>
              </a:rPr>
              <a:t>processed.multi_hand_landmarks</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err="1">
                <a:latin typeface="Times New Roman" panose="02020603050405020304" pitchFamily="18" charset="0"/>
                <a:cs typeface="Times New Roman" panose="02020603050405020304" pitchFamily="18" charset="0"/>
              </a:rPr>
              <a:t>hand_landmarks</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processed.multi_hand_landmarks</a:t>
            </a:r>
            <a:r>
              <a:rPr lang="en-IN" sz="1200" dirty="0">
                <a:latin typeface="Times New Roman" panose="02020603050405020304" pitchFamily="18" charset="0"/>
                <a:cs typeface="Times New Roman" panose="02020603050405020304" pitchFamily="18" charset="0"/>
              </a:rPr>
              <a:t>[0]  # Assuming only one hand is detected</a:t>
            </a:r>
          </a:p>
          <a:p>
            <a:pPr>
              <a:lnSpc>
                <a:spcPct val="150000"/>
              </a:lnSpc>
            </a:pPr>
            <a:r>
              <a:rPr lang="en-IN" sz="1200" dirty="0" err="1">
                <a:latin typeface="Times New Roman" panose="02020603050405020304" pitchFamily="18" charset="0"/>
                <a:cs typeface="Times New Roman" panose="02020603050405020304" pitchFamily="18" charset="0"/>
              </a:rPr>
              <a:t>index_finger_tip</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hand_landmarks.landmark</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mpHands.HandLandmark.INDEX_FINGER_TIP</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return </a:t>
            </a:r>
            <a:r>
              <a:rPr lang="en-IN" sz="1200" dirty="0" err="1">
                <a:latin typeface="Times New Roman" panose="02020603050405020304" pitchFamily="18" charset="0"/>
                <a:cs typeface="Times New Roman" panose="02020603050405020304" pitchFamily="18" charset="0"/>
              </a:rPr>
              <a:t>index_finger_tip</a:t>
            </a:r>
            <a:endParaRPr lang="en-IN" sz="1200" dirty="0">
              <a:latin typeface="Times New Roman" panose="02020603050405020304" pitchFamily="18" charset="0"/>
              <a:cs typeface="Times New Roman" panose="02020603050405020304" pitchFamily="18" charset="0"/>
            </a:endParaRPr>
          </a:p>
          <a:p>
            <a:pPr>
              <a:lnSpc>
                <a:spcPct val="150000"/>
              </a:lnSpc>
            </a:pPr>
            <a:r>
              <a:rPr lang="en-IN" sz="1200" dirty="0">
                <a:latin typeface="Times New Roman" panose="02020603050405020304" pitchFamily="18" charset="0"/>
                <a:cs typeface="Times New Roman" panose="02020603050405020304" pitchFamily="18" charset="0"/>
              </a:rPr>
              <a:t>return None, None</a:t>
            </a:r>
          </a:p>
          <a:p>
            <a:pPr>
              <a:lnSpc>
                <a:spcPct val="150000"/>
              </a:lnSpc>
            </a:pPr>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6" name="object 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27</a:t>
            </a:r>
            <a:endParaRPr spc="-25" dirty="0"/>
          </a:p>
        </p:txBody>
      </p:sp>
      <p:sp>
        <p:nvSpPr>
          <p:cNvPr id="7" name="object 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6043421" y="624331"/>
            <a:ext cx="99060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Implementation</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6" name="object 6"/>
          <p:cNvSpPr txBox="1"/>
          <p:nvPr/>
        </p:nvSpPr>
        <p:spPr>
          <a:xfrm>
            <a:off x="886764" y="891031"/>
            <a:ext cx="6015686" cy="8692123"/>
          </a:xfrm>
          <a:prstGeom prst="rect">
            <a:avLst/>
          </a:prstGeom>
        </p:spPr>
        <p:txBody>
          <a:bodyPr vert="horz" wrap="square" lIns="0" tIns="12700" rIns="0" bIns="0" rtlCol="0">
            <a:spAutoFit/>
          </a:bodyPr>
          <a:lstStyle/>
          <a:p>
            <a:pPr>
              <a:lnSpc>
                <a:spcPct val="150000"/>
              </a:lnSpc>
            </a:pPr>
            <a:r>
              <a:rPr lang="en-IN" sz="1200" dirty="0">
                <a:latin typeface="Times New Roman" panose="02020603050405020304" pitchFamily="18" charset="0"/>
                <a:cs typeface="Times New Roman" panose="02020603050405020304" pitchFamily="18" charset="0"/>
              </a:rPr>
              <a:t>def </a:t>
            </a:r>
            <a:r>
              <a:rPr lang="en-IN" sz="1200" dirty="0" err="1">
                <a:latin typeface="Times New Roman" panose="02020603050405020304" pitchFamily="18" charset="0"/>
                <a:cs typeface="Times New Roman" panose="02020603050405020304" pitchFamily="18" charset="0"/>
              </a:rPr>
              <a:t>move_mouse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index_finger_tip</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if </a:t>
            </a:r>
            <a:r>
              <a:rPr lang="en-IN" sz="1200" dirty="0" err="1">
                <a:latin typeface="Times New Roman" panose="02020603050405020304" pitchFamily="18" charset="0"/>
                <a:cs typeface="Times New Roman" panose="02020603050405020304" pitchFamily="18" charset="0"/>
              </a:rPr>
              <a:t>index_finger_tip</a:t>
            </a:r>
            <a:r>
              <a:rPr lang="en-IN" sz="1200" dirty="0">
                <a:latin typeface="Times New Roman" panose="02020603050405020304" pitchFamily="18" charset="0"/>
                <a:cs typeface="Times New Roman" panose="02020603050405020304" pitchFamily="18" charset="0"/>
              </a:rPr>
              <a:t> is not None:</a:t>
            </a:r>
          </a:p>
          <a:p>
            <a:pPr>
              <a:lnSpc>
                <a:spcPct val="150000"/>
              </a:lnSpc>
            </a:pPr>
            <a:r>
              <a:rPr lang="en-IN" sz="1200" dirty="0">
                <a:latin typeface="Times New Roman" panose="02020603050405020304" pitchFamily="18" charset="0"/>
                <a:cs typeface="Times New Roman" panose="02020603050405020304" pitchFamily="18" charset="0"/>
              </a:rPr>
              <a:t>x = int(</a:t>
            </a:r>
            <a:r>
              <a:rPr lang="en-IN" sz="1200" dirty="0" err="1">
                <a:latin typeface="Times New Roman" panose="02020603050405020304" pitchFamily="18" charset="0"/>
                <a:cs typeface="Times New Roman" panose="02020603050405020304" pitchFamily="18" charset="0"/>
              </a:rPr>
              <a:t>index_finger_tip.x</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screen_width</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y = int(</a:t>
            </a:r>
            <a:r>
              <a:rPr lang="en-IN" sz="1200" dirty="0" err="1">
                <a:latin typeface="Times New Roman" panose="02020603050405020304" pitchFamily="18" charset="0"/>
                <a:cs typeface="Times New Roman" panose="02020603050405020304" pitchFamily="18" charset="0"/>
              </a:rPr>
              <a:t>index_finger_tip.y</a:t>
            </a:r>
            <a:r>
              <a:rPr lang="en-IN" sz="1200" dirty="0">
                <a:latin typeface="Times New Roman" panose="02020603050405020304" pitchFamily="18" charset="0"/>
                <a:cs typeface="Times New Roman" panose="02020603050405020304" pitchFamily="18" charset="0"/>
              </a:rPr>
              <a:t> / 2 * </a:t>
            </a:r>
            <a:r>
              <a:rPr lang="en-IN" sz="1200" dirty="0" err="1">
                <a:latin typeface="Times New Roman" panose="02020603050405020304" pitchFamily="18" charset="0"/>
                <a:cs typeface="Times New Roman" panose="02020603050405020304" pitchFamily="18" charset="0"/>
              </a:rPr>
              <a:t>screen_height</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err="1">
                <a:latin typeface="Times New Roman" panose="02020603050405020304" pitchFamily="18" charset="0"/>
                <a:cs typeface="Times New Roman" panose="02020603050405020304" pitchFamily="18" charset="0"/>
              </a:rPr>
              <a:t>pyautogui.moveTo</a:t>
            </a:r>
            <a:r>
              <a:rPr lang="en-IN" sz="1200" dirty="0">
                <a:latin typeface="Times New Roman" panose="02020603050405020304" pitchFamily="18" charset="0"/>
                <a:cs typeface="Times New Roman" panose="02020603050405020304" pitchFamily="18" charset="0"/>
              </a:rPr>
              <a:t>(x, y)</a:t>
            </a:r>
          </a:p>
          <a:p>
            <a:pPr>
              <a:lnSpc>
                <a:spcPct val="150000"/>
              </a:lnSpc>
            </a:pPr>
            <a:r>
              <a:rPr lang="en-IN" sz="1200" dirty="0">
                <a:latin typeface="Times New Roman" panose="02020603050405020304" pitchFamily="18" charset="0"/>
                <a:cs typeface="Times New Roman" panose="02020603050405020304" pitchFamily="18" charset="0"/>
              </a:rPr>
              <a:t>def </a:t>
            </a:r>
            <a:r>
              <a:rPr lang="en-IN" sz="1200" dirty="0" err="1">
                <a:latin typeface="Times New Roman" panose="02020603050405020304" pitchFamily="18" charset="0"/>
                <a:cs typeface="Times New Roman" panose="02020603050405020304" pitchFamily="18" charset="0"/>
              </a:rPr>
              <a:t>is_left_click</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    return (</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util.get_angle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[5],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[6],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[8]) &lt; 50 and</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util.get_angle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[9],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[10],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[12]) &gt; 90 and</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 &gt; 50</a:t>
            </a:r>
          </a:p>
          <a:p>
            <a:pPr>
              <a:lnSpc>
                <a:spcPct val="150000"/>
              </a:lnSpc>
            </a:pPr>
            <a:r>
              <a:rPr lang="en-IN" sz="1200" dirty="0">
                <a:latin typeface="Times New Roman" panose="02020603050405020304" pitchFamily="18" charset="0"/>
                <a:cs typeface="Times New Roman" panose="02020603050405020304" pitchFamily="18" charset="0"/>
              </a:rPr>
              <a:t>    )</a:t>
            </a:r>
          </a:p>
          <a:p>
            <a:pPr>
              <a:lnSpc>
                <a:spcPct val="150000"/>
              </a:lnSpc>
            </a:pPr>
            <a:r>
              <a:rPr lang="en-IN" sz="1200" dirty="0">
                <a:latin typeface="Times New Roman" panose="02020603050405020304" pitchFamily="18" charset="0"/>
                <a:cs typeface="Times New Roman" panose="02020603050405020304" pitchFamily="18" charset="0"/>
              </a:rPr>
              <a:t>def </a:t>
            </a:r>
            <a:r>
              <a:rPr lang="en-IN" sz="1200" dirty="0" err="1">
                <a:latin typeface="Times New Roman" panose="02020603050405020304" pitchFamily="18" charset="0"/>
                <a:cs typeface="Times New Roman" panose="02020603050405020304" pitchFamily="18" charset="0"/>
              </a:rPr>
              <a:t>is_right_click</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    return (</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util.get_angle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[9],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[10],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[12]) &lt; 50 and</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util.get_angle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[5],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[6],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[8]) &gt; 90  and</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 &gt; 50</a:t>
            </a:r>
          </a:p>
          <a:p>
            <a:pPr>
              <a:lnSpc>
                <a:spcPct val="150000"/>
              </a:lnSpc>
            </a:pPr>
            <a:r>
              <a:rPr lang="en-IN" sz="1200" dirty="0">
                <a:latin typeface="Times New Roman" panose="02020603050405020304" pitchFamily="18" charset="0"/>
                <a:cs typeface="Times New Roman" panose="02020603050405020304" pitchFamily="18" charset="0"/>
              </a:rPr>
              <a:t>    )</a:t>
            </a:r>
          </a:p>
          <a:p>
            <a:pPr>
              <a:lnSpc>
                <a:spcPct val="150000"/>
              </a:lnSpc>
            </a:pPr>
            <a:r>
              <a:rPr lang="en-IN" sz="1200" dirty="0">
                <a:latin typeface="Times New Roman" panose="02020603050405020304" pitchFamily="18" charset="0"/>
                <a:cs typeface="Times New Roman" panose="02020603050405020304" pitchFamily="18" charset="0"/>
              </a:rPr>
              <a:t>def </a:t>
            </a:r>
            <a:r>
              <a:rPr lang="en-IN" sz="1200" dirty="0" err="1">
                <a:latin typeface="Times New Roman" panose="02020603050405020304" pitchFamily="18" charset="0"/>
                <a:cs typeface="Times New Roman" panose="02020603050405020304" pitchFamily="18" charset="0"/>
              </a:rPr>
              <a:t>is_double_click</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    return (</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util.get_angle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[5],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[6],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[8]) &lt; 50 and</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util.get_angle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[9],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[10],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[12]) &lt; 50 and</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 &gt; 50</a:t>
            </a:r>
          </a:p>
          <a:p>
            <a:pPr>
              <a:lnSpc>
                <a:spcPct val="150000"/>
              </a:lnSpc>
            </a:pP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def </a:t>
            </a:r>
            <a:r>
              <a:rPr lang="en-IN" sz="1200" dirty="0" err="1">
                <a:latin typeface="Times New Roman" panose="02020603050405020304" pitchFamily="18" charset="0"/>
                <a:cs typeface="Times New Roman" panose="02020603050405020304" pitchFamily="18" charset="0"/>
              </a:rPr>
              <a:t>is_screenshot</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    return (</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util.get_angle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[5],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[6],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[8]) &lt; 50 and</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util.get_angle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[9],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[10],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[12]) &lt; 50 and</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 &lt; 50</a:t>
            </a:r>
          </a:p>
          <a:p>
            <a:r>
              <a:rPr lang="en-IN" sz="1200" dirty="0">
                <a:latin typeface="Times New Roman" panose="02020603050405020304" pitchFamily="18" charset="0"/>
                <a:cs typeface="Times New Roman" panose="02020603050405020304" pitchFamily="18" charset="0"/>
              </a:rPr>
              <a:t>    )</a:t>
            </a:r>
          </a:p>
          <a:p>
            <a:r>
              <a:rPr lang="en-IN" sz="1200" dirty="0">
                <a:latin typeface="Times New Roman" panose="02020603050405020304" pitchFamily="18" charset="0"/>
                <a:cs typeface="Times New Roman" panose="02020603050405020304" pitchFamily="18" charset="0"/>
              </a:rPr>
              <a:t>def </a:t>
            </a:r>
            <a:r>
              <a:rPr lang="en-IN" sz="1200" dirty="0" err="1">
                <a:latin typeface="Times New Roman" panose="02020603050405020304" pitchFamily="18" charset="0"/>
                <a:cs typeface="Times New Roman" panose="02020603050405020304" pitchFamily="18" charset="0"/>
              </a:rPr>
              <a:t>detect_gesture</a:t>
            </a:r>
            <a:r>
              <a:rPr lang="en-IN" sz="1200" dirty="0">
                <a:latin typeface="Times New Roman" panose="02020603050405020304" pitchFamily="18" charset="0"/>
                <a:cs typeface="Times New Roman" panose="02020603050405020304" pitchFamily="18" charset="0"/>
              </a:rPr>
              <a:t>(frame,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processed):</a:t>
            </a:r>
          </a:p>
          <a:p>
            <a:r>
              <a:rPr lang="en-IN" sz="1200" dirty="0">
                <a:latin typeface="Times New Roman" panose="02020603050405020304" pitchFamily="18" charset="0"/>
                <a:cs typeface="Times New Roman" panose="02020603050405020304" pitchFamily="18" charset="0"/>
              </a:rPr>
              <a:t>    if </a:t>
            </a:r>
            <a:r>
              <a:rPr lang="en-IN" sz="1200" dirty="0" err="1">
                <a:latin typeface="Times New Roman" panose="02020603050405020304" pitchFamily="18" charset="0"/>
                <a:cs typeface="Times New Roman" panose="02020603050405020304" pitchFamily="18" charset="0"/>
              </a:rPr>
              <a:t>len</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&gt;= 21:</a:t>
            </a:r>
          </a:p>
          <a:p>
            <a:endParaRPr lang="en-IN" sz="1200" dirty="0">
              <a:latin typeface="Times New Roman" panose="02020603050405020304" pitchFamily="18" charset="0"/>
              <a:cs typeface="Times New Roman" panose="02020603050405020304" pitchFamily="18" charset="0"/>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8" name="object 8"/>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28</a:t>
            </a:r>
            <a:endParaRPr spc="-25" dirty="0"/>
          </a:p>
        </p:txBody>
      </p:sp>
      <p:sp>
        <p:nvSpPr>
          <p:cNvPr id="9" name="object 9"/>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6043421" y="624331"/>
            <a:ext cx="99060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Implementation</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6" name="object 6"/>
          <p:cNvSpPr txBox="1"/>
          <p:nvPr/>
        </p:nvSpPr>
        <p:spPr>
          <a:xfrm>
            <a:off x="918135" y="1201911"/>
            <a:ext cx="5720229" cy="8289577"/>
          </a:xfrm>
          <a:prstGeom prst="rect">
            <a:avLst/>
          </a:prstGeom>
        </p:spPr>
        <p:txBody>
          <a:bodyPr vert="horz" wrap="square" lIns="0" tIns="12700" rIns="0" bIns="0" rtlCol="0">
            <a:spAutoFit/>
          </a:bodyPr>
          <a:lstStyle/>
          <a:p>
            <a:pPr lvl="1" algn="just">
              <a:lnSpc>
                <a:spcPct val="150000"/>
              </a:lnSpc>
            </a:pPr>
            <a:r>
              <a:rPr lang="en-IN" sz="1200" dirty="0" err="1">
                <a:latin typeface="Times New Roman" panose="02020603050405020304" pitchFamily="18" charset="0"/>
                <a:cs typeface="Times New Roman" panose="02020603050405020304" pitchFamily="18" charset="0"/>
              </a:rPr>
              <a:t>index_finger_tip</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find_finger_tip</a:t>
            </a:r>
            <a:r>
              <a:rPr lang="en-IN" sz="1200" dirty="0">
                <a:latin typeface="Times New Roman" panose="02020603050405020304" pitchFamily="18" charset="0"/>
                <a:cs typeface="Times New Roman" panose="02020603050405020304" pitchFamily="18" charset="0"/>
              </a:rPr>
              <a:t>(processed)</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util.get_distance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[4],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[5]])</a:t>
            </a:r>
          </a:p>
          <a:p>
            <a:pPr lvl="1" algn="just">
              <a:lnSpc>
                <a:spcPct val="150000"/>
              </a:lnSpc>
            </a:pPr>
            <a:br>
              <a:rPr lang="en-IN" sz="1200" dirty="0">
                <a:latin typeface="Times New Roman" panose="02020603050405020304" pitchFamily="18" charset="0"/>
                <a:cs typeface="Times New Roman" panose="02020603050405020304" pitchFamily="18" charset="0"/>
              </a:rPr>
            </a:br>
            <a:endParaRPr lang="en-IN" sz="1200" dirty="0">
              <a:latin typeface="Times New Roman" panose="02020603050405020304" pitchFamily="18" charset="0"/>
              <a:cs typeface="Times New Roman" panose="02020603050405020304" pitchFamily="18" charset="0"/>
            </a:endParaRPr>
          </a:p>
          <a:p>
            <a:pPr lvl="1" algn="just">
              <a:lnSpc>
                <a:spcPct val="150000"/>
              </a:lnSpc>
            </a:pPr>
            <a:r>
              <a:rPr lang="en-IN" sz="1200" dirty="0">
                <a:latin typeface="Times New Roman" panose="02020603050405020304" pitchFamily="18" charset="0"/>
                <a:cs typeface="Times New Roman" panose="02020603050405020304" pitchFamily="18" charset="0"/>
              </a:rPr>
              <a:t>        if </a:t>
            </a:r>
            <a:r>
              <a:rPr lang="en-IN" sz="1200" dirty="0" err="1">
                <a:latin typeface="Times New Roman" panose="02020603050405020304" pitchFamily="18" charset="0"/>
                <a:cs typeface="Times New Roman" panose="02020603050405020304" pitchFamily="18" charset="0"/>
              </a:rPr>
              <a:t>util.get_distance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[4],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[5]]) &lt; 50  and </a:t>
            </a:r>
            <a:r>
              <a:rPr lang="en-IN" sz="1200" dirty="0" err="1">
                <a:latin typeface="Times New Roman" panose="02020603050405020304" pitchFamily="18" charset="0"/>
                <a:cs typeface="Times New Roman" panose="02020603050405020304" pitchFamily="18" charset="0"/>
              </a:rPr>
              <a:t>util.get_angle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[5],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[6],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[8]) &gt; 90:</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move_mouse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index_finger_tip</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elif</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is_left_click</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mouse.press</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Button.left</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mouse.release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Button.left</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cv2.putText(frame, "Left Click", (50, 50), cv2.FONT_HERSHEY_SIMPLEX, 1, (0, 255, 0), 2)</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elif</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is_right_click</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mouse.press</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Button.right</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mouse.release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Button.right</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cv2.putText(frame, "Right Click", (50, 50), cv2.FONT_HERSHEY_SIMPLEX, 1, (0, 0, 255), 2)</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elif</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is_double_click</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thumb_index_dist</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pyautogui.doubleClick</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cv2.putText(frame, "Double Click", (50, 50), cv2.FONT_HERSHEY_SIMPLEX, 1, (255, 255, 0), 2)</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elif</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is_screenshot</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landmark_list,thumb_index_dist</a:t>
            </a:r>
            <a:r>
              <a:rPr lang="en-IN" sz="1200" dirty="0">
                <a:latin typeface="Times New Roman" panose="02020603050405020304" pitchFamily="18" charset="0"/>
                <a:cs typeface="Times New Roman" panose="02020603050405020304" pitchFamily="18" charset="0"/>
              </a:rPr>
              <a:t> ):</a:t>
            </a:r>
          </a:p>
          <a:p>
            <a:pPr lvl="1" algn="just">
              <a:lnSpc>
                <a:spcPct val="150000"/>
              </a:lnSpc>
            </a:pPr>
            <a:r>
              <a:rPr lang="en-IN" sz="1200" dirty="0">
                <a:latin typeface="Times New Roman" panose="02020603050405020304" pitchFamily="18" charset="0"/>
                <a:cs typeface="Times New Roman" panose="02020603050405020304" pitchFamily="18" charset="0"/>
              </a:rPr>
              <a:t>            im1 = </a:t>
            </a:r>
            <a:r>
              <a:rPr lang="en-IN" sz="1200" dirty="0" err="1">
                <a:latin typeface="Times New Roman" panose="02020603050405020304" pitchFamily="18" charset="0"/>
                <a:cs typeface="Times New Roman" panose="02020603050405020304" pitchFamily="18" charset="0"/>
              </a:rPr>
              <a:t>pyautogui.screenshot</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label = </a:t>
            </a:r>
            <a:r>
              <a:rPr lang="en-IN" sz="1200" dirty="0" err="1">
                <a:latin typeface="Times New Roman" panose="02020603050405020304" pitchFamily="18" charset="0"/>
                <a:cs typeface="Times New Roman" panose="02020603050405020304" pitchFamily="18" charset="0"/>
              </a:rPr>
              <a:t>random.randint</a:t>
            </a:r>
            <a:r>
              <a:rPr lang="en-IN" sz="1200" dirty="0">
                <a:latin typeface="Times New Roman" panose="02020603050405020304" pitchFamily="18" charset="0"/>
                <a:cs typeface="Times New Roman" panose="02020603050405020304" pitchFamily="18" charset="0"/>
              </a:rPr>
              <a:t>(1, 1000)</a:t>
            </a:r>
          </a:p>
          <a:p>
            <a:pPr lvl="1" algn="just">
              <a:lnSpc>
                <a:spcPct val="150000"/>
              </a:lnSpc>
            </a:pPr>
            <a:r>
              <a:rPr lang="en-IN" sz="1200" dirty="0">
                <a:latin typeface="Times New Roman" panose="02020603050405020304" pitchFamily="18" charset="0"/>
                <a:cs typeface="Times New Roman" panose="02020603050405020304" pitchFamily="18" charset="0"/>
              </a:rPr>
              <a:t>            im1.save(</a:t>
            </a:r>
            <a:r>
              <a:rPr lang="en-IN" sz="1200" dirty="0" err="1">
                <a:latin typeface="Times New Roman" panose="02020603050405020304" pitchFamily="18" charset="0"/>
                <a:cs typeface="Times New Roman" panose="02020603050405020304" pitchFamily="18" charset="0"/>
              </a:rPr>
              <a:t>f'my_screenshot</a:t>
            </a:r>
            <a:r>
              <a:rPr lang="en-IN" sz="1200" dirty="0">
                <a:latin typeface="Times New Roman" panose="02020603050405020304" pitchFamily="18" charset="0"/>
                <a:cs typeface="Times New Roman" panose="02020603050405020304" pitchFamily="18" charset="0"/>
              </a:rPr>
              <a:t>_{label}.</a:t>
            </a:r>
            <a:r>
              <a:rPr lang="en-IN" sz="1200" dirty="0" err="1">
                <a:latin typeface="Times New Roman" panose="02020603050405020304" pitchFamily="18" charset="0"/>
                <a:cs typeface="Times New Roman" panose="02020603050405020304" pitchFamily="18" charset="0"/>
              </a:rPr>
              <a:t>png</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cv2.putText(frame, "Screenshot Taken", (50, 50), cv2.FONT_HERSHEY_SIMPLEX, 1, (255, 255, 0), 2)</a:t>
            </a:r>
          </a:p>
          <a:p>
            <a:pPr lvl="1" algn="just">
              <a:lnSpc>
                <a:spcPct val="150000"/>
              </a:lnSpc>
            </a:pPr>
            <a:r>
              <a:rPr lang="en-IN" sz="1200" dirty="0">
                <a:latin typeface="Times New Roman" panose="02020603050405020304" pitchFamily="18" charset="0"/>
                <a:cs typeface="Times New Roman" panose="02020603050405020304" pitchFamily="18" charset="0"/>
              </a:rPr>
              <a:t>def main():</a:t>
            </a:r>
          </a:p>
          <a:p>
            <a:pPr lvl="1" algn="just">
              <a:lnSpc>
                <a:spcPct val="150000"/>
              </a:lnSpc>
            </a:pPr>
            <a:r>
              <a:rPr lang="en-IN" sz="1200" dirty="0">
                <a:latin typeface="Times New Roman" panose="02020603050405020304" pitchFamily="18" charset="0"/>
                <a:cs typeface="Times New Roman" panose="02020603050405020304" pitchFamily="18" charset="0"/>
              </a:rPr>
              <a:t>    draw = </a:t>
            </a:r>
            <a:r>
              <a:rPr lang="en-IN" sz="1200" dirty="0" err="1">
                <a:latin typeface="Times New Roman" panose="02020603050405020304" pitchFamily="18" charset="0"/>
                <a:cs typeface="Times New Roman" panose="02020603050405020304" pitchFamily="18" charset="0"/>
              </a:rPr>
              <a:t>mp.solutions.drawing_utils</a:t>
            </a:r>
            <a:endParaRPr lang="en-IN" sz="1200" dirty="0">
              <a:latin typeface="Times New Roman" panose="02020603050405020304" pitchFamily="18" charset="0"/>
              <a:cs typeface="Times New Roman" panose="02020603050405020304" pitchFamily="18" charset="0"/>
            </a:endParaRPr>
          </a:p>
          <a:p>
            <a:pPr lvl="1" algn="just">
              <a:lnSpc>
                <a:spcPct val="150000"/>
              </a:lnSpc>
            </a:pPr>
            <a:r>
              <a:rPr lang="en-IN" sz="1200" dirty="0">
                <a:latin typeface="Times New Roman" panose="02020603050405020304" pitchFamily="18" charset="0"/>
                <a:cs typeface="Times New Roman" panose="02020603050405020304" pitchFamily="18" charset="0"/>
              </a:rPr>
              <a:t>    cap = cv2.VideoCapture(0)</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8" name="object 8"/>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29</a:t>
            </a:r>
            <a:endParaRPr spc="-25" dirty="0"/>
          </a:p>
        </p:txBody>
      </p:sp>
      <p:sp>
        <p:nvSpPr>
          <p:cNvPr id="9" name="object 9"/>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6043421" y="624331"/>
            <a:ext cx="99060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Implementation</a:t>
            </a:r>
            <a:endParaRPr sz="120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6" name="object 6"/>
          <p:cNvSpPr txBox="1"/>
          <p:nvPr/>
        </p:nvSpPr>
        <p:spPr>
          <a:xfrm>
            <a:off x="1001064" y="891031"/>
            <a:ext cx="5425440" cy="7735579"/>
          </a:xfrm>
          <a:prstGeom prst="rect">
            <a:avLst/>
          </a:prstGeom>
        </p:spPr>
        <p:txBody>
          <a:bodyPr vert="horz" wrap="square" lIns="0" tIns="12700" rIns="0" bIns="0" rtlCol="0">
            <a:spAutoFit/>
          </a:bodyPr>
          <a:lstStyle/>
          <a:p>
            <a:pPr lvl="1" algn="just">
              <a:lnSpc>
                <a:spcPct val="150000"/>
              </a:lnSpc>
            </a:pP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try:</a:t>
            </a:r>
          </a:p>
          <a:p>
            <a:pPr lvl="1" algn="just">
              <a:lnSpc>
                <a:spcPct val="150000"/>
              </a:lnSpc>
            </a:pPr>
            <a:r>
              <a:rPr lang="en-IN" sz="1200" dirty="0">
                <a:latin typeface="Times New Roman" panose="02020603050405020304" pitchFamily="18" charset="0"/>
                <a:cs typeface="Times New Roman" panose="02020603050405020304" pitchFamily="18" charset="0"/>
              </a:rPr>
              <a:t>        while </a:t>
            </a:r>
            <a:r>
              <a:rPr lang="en-IN" sz="1200" dirty="0" err="1">
                <a:latin typeface="Times New Roman" panose="02020603050405020304" pitchFamily="18" charset="0"/>
                <a:cs typeface="Times New Roman" panose="02020603050405020304" pitchFamily="18" charset="0"/>
              </a:rPr>
              <a:t>cap.isOpened</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ret, frame = </a:t>
            </a:r>
            <a:r>
              <a:rPr lang="en-IN" sz="1200" dirty="0" err="1">
                <a:latin typeface="Times New Roman" panose="02020603050405020304" pitchFamily="18" charset="0"/>
                <a:cs typeface="Times New Roman" panose="02020603050405020304" pitchFamily="18" charset="0"/>
              </a:rPr>
              <a:t>cap.read</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if not ret:</a:t>
            </a:r>
          </a:p>
          <a:p>
            <a:pPr lvl="1" algn="just">
              <a:lnSpc>
                <a:spcPct val="150000"/>
              </a:lnSpc>
            </a:pPr>
            <a:r>
              <a:rPr lang="en-IN" sz="1200" dirty="0">
                <a:latin typeface="Times New Roman" panose="02020603050405020304" pitchFamily="18" charset="0"/>
                <a:cs typeface="Times New Roman" panose="02020603050405020304" pitchFamily="18" charset="0"/>
              </a:rPr>
              <a:t>                break</a:t>
            </a:r>
          </a:p>
          <a:p>
            <a:pPr lvl="1" algn="just">
              <a:lnSpc>
                <a:spcPct val="150000"/>
              </a:lnSpc>
            </a:pPr>
            <a:r>
              <a:rPr lang="en-IN" sz="1200" dirty="0">
                <a:latin typeface="Times New Roman" panose="02020603050405020304" pitchFamily="18" charset="0"/>
                <a:cs typeface="Times New Roman" panose="02020603050405020304" pitchFamily="18" charset="0"/>
              </a:rPr>
              <a:t>            frame = cv2.flip(frame, 1)</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frameRGB</a:t>
            </a:r>
            <a:r>
              <a:rPr lang="en-IN" sz="1200" dirty="0">
                <a:latin typeface="Times New Roman" panose="02020603050405020304" pitchFamily="18" charset="0"/>
                <a:cs typeface="Times New Roman" panose="02020603050405020304" pitchFamily="18" charset="0"/>
              </a:rPr>
              <a:t> = cv2.cvtColor(frame, cv2.COLOR_BGR2RGB)</a:t>
            </a:r>
          </a:p>
          <a:p>
            <a:pPr lvl="1" algn="just">
              <a:lnSpc>
                <a:spcPct val="150000"/>
              </a:lnSpc>
            </a:pPr>
            <a:r>
              <a:rPr lang="en-IN" sz="1200" dirty="0">
                <a:latin typeface="Times New Roman" panose="02020603050405020304" pitchFamily="18" charset="0"/>
                <a:cs typeface="Times New Roman" panose="02020603050405020304" pitchFamily="18" charset="0"/>
              </a:rPr>
              <a:t>            processed = </a:t>
            </a:r>
            <a:r>
              <a:rPr lang="en-IN" sz="1200" dirty="0" err="1">
                <a:latin typeface="Times New Roman" panose="02020603050405020304" pitchFamily="18" charset="0"/>
                <a:cs typeface="Times New Roman" panose="02020603050405020304" pitchFamily="18" charset="0"/>
              </a:rPr>
              <a:t>hands.process</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frameRGB</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 []</a:t>
            </a:r>
          </a:p>
          <a:p>
            <a:pPr lvl="1" algn="just">
              <a:lnSpc>
                <a:spcPct val="150000"/>
              </a:lnSpc>
            </a:pPr>
            <a:r>
              <a:rPr lang="en-IN" sz="1200" dirty="0">
                <a:latin typeface="Times New Roman" panose="02020603050405020304" pitchFamily="18" charset="0"/>
                <a:cs typeface="Times New Roman" panose="02020603050405020304" pitchFamily="18" charset="0"/>
              </a:rPr>
              <a:t>            if </a:t>
            </a:r>
            <a:r>
              <a:rPr lang="en-IN" sz="1200" dirty="0" err="1">
                <a:latin typeface="Times New Roman" panose="02020603050405020304" pitchFamily="18" charset="0"/>
                <a:cs typeface="Times New Roman" panose="02020603050405020304" pitchFamily="18" charset="0"/>
              </a:rPr>
              <a:t>processed.multi_hand_landma</a:t>
            </a:r>
            <a:r>
              <a:rPr lang="en-IN" sz="1200" dirty="0">
                <a:latin typeface="Times New Roman" panose="02020603050405020304" pitchFamily="18" charset="0"/>
                <a:cs typeface="Times New Roman" panose="02020603050405020304" pitchFamily="18" charset="0"/>
              </a:rPr>
              <a:t>:</a:t>
            </a:r>
          </a:p>
          <a:p>
            <a:pPr lvl="1" algn="just">
              <a:lnSpc>
                <a:spcPct val="150000"/>
              </a:lnSpc>
            </a:pPr>
            <a:r>
              <a:rPr lang="en-IN" sz="1200" dirty="0" err="1">
                <a:latin typeface="Times New Roman" panose="02020603050405020304" pitchFamily="18" charset="0"/>
                <a:cs typeface="Times New Roman" panose="02020603050405020304" pitchFamily="18" charset="0"/>
              </a:rPr>
              <a:t>rks</a:t>
            </a:r>
            <a:endParaRPr lang="en-IN" sz="1200" dirty="0">
              <a:latin typeface="Times New Roman" panose="02020603050405020304" pitchFamily="18" charset="0"/>
              <a:cs typeface="Times New Roman" panose="02020603050405020304" pitchFamily="18" charset="0"/>
            </a:endParaRP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hand_landmarks</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processed.multi_hand_landmarks</a:t>
            </a:r>
            <a:r>
              <a:rPr lang="en-IN" sz="1200" dirty="0">
                <a:latin typeface="Times New Roman" panose="02020603050405020304" pitchFamily="18" charset="0"/>
                <a:cs typeface="Times New Roman" panose="02020603050405020304" pitchFamily="18" charset="0"/>
              </a:rPr>
              <a:t>[0]  # Assuming only one hand is detected</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draw.draw_landmarks</a:t>
            </a:r>
            <a:r>
              <a:rPr lang="en-IN" sz="1200" dirty="0">
                <a:latin typeface="Times New Roman" panose="02020603050405020304" pitchFamily="18" charset="0"/>
                <a:cs typeface="Times New Roman" panose="02020603050405020304" pitchFamily="18" charset="0"/>
              </a:rPr>
              <a:t>(frame, </a:t>
            </a:r>
            <a:r>
              <a:rPr lang="en-IN" sz="1200" dirty="0" err="1">
                <a:latin typeface="Times New Roman" panose="02020603050405020304" pitchFamily="18" charset="0"/>
                <a:cs typeface="Times New Roman" panose="02020603050405020304" pitchFamily="18" charset="0"/>
              </a:rPr>
              <a:t>hand_landmarks</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mpHands.HAND_CONNECTIONS</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                for </a:t>
            </a:r>
            <a:r>
              <a:rPr lang="en-IN" sz="1200" dirty="0" err="1">
                <a:latin typeface="Times New Roman" panose="02020603050405020304" pitchFamily="18" charset="0"/>
                <a:cs typeface="Times New Roman" panose="02020603050405020304" pitchFamily="18" charset="0"/>
              </a:rPr>
              <a:t>lm</a:t>
            </a:r>
            <a:r>
              <a:rPr lang="en-IN" sz="1200" dirty="0">
                <a:latin typeface="Times New Roman" panose="02020603050405020304" pitchFamily="18" charset="0"/>
                <a:cs typeface="Times New Roman" panose="02020603050405020304" pitchFamily="18" charset="0"/>
              </a:rPr>
              <a:t> in </a:t>
            </a:r>
            <a:r>
              <a:rPr lang="en-IN" sz="1200" dirty="0" err="1">
                <a:latin typeface="Times New Roman" panose="02020603050405020304" pitchFamily="18" charset="0"/>
                <a:cs typeface="Times New Roman" panose="02020603050405020304" pitchFamily="18" charset="0"/>
              </a:rPr>
              <a:t>hand_landmarks.landmark</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landmark_list.append</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lm.x</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lm.y</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detect_gesture</a:t>
            </a:r>
            <a:r>
              <a:rPr lang="en-IN" sz="1200" dirty="0">
                <a:latin typeface="Times New Roman" panose="02020603050405020304" pitchFamily="18" charset="0"/>
                <a:cs typeface="Times New Roman" panose="02020603050405020304" pitchFamily="18" charset="0"/>
              </a:rPr>
              <a:t>(frame, </a:t>
            </a:r>
            <a:r>
              <a:rPr lang="en-IN" sz="1200" dirty="0" err="1">
                <a:latin typeface="Times New Roman" panose="02020603050405020304" pitchFamily="18" charset="0"/>
                <a:cs typeface="Times New Roman" panose="02020603050405020304" pitchFamily="18" charset="0"/>
              </a:rPr>
              <a:t>landmark_list</a:t>
            </a:r>
            <a:r>
              <a:rPr lang="en-IN" sz="1200" dirty="0">
                <a:latin typeface="Times New Roman" panose="02020603050405020304" pitchFamily="18" charset="0"/>
                <a:cs typeface="Times New Roman" panose="02020603050405020304" pitchFamily="18" charset="0"/>
              </a:rPr>
              <a:t>, processed)</a:t>
            </a:r>
          </a:p>
          <a:p>
            <a:pPr>
              <a:lnSpc>
                <a:spcPct val="150000"/>
              </a:lnSpc>
            </a:pPr>
            <a:r>
              <a:rPr lang="en-IN" sz="1200" dirty="0">
                <a:latin typeface="Times New Roman" panose="02020603050405020304" pitchFamily="18" charset="0"/>
                <a:cs typeface="Times New Roman" panose="02020603050405020304" pitchFamily="18" charset="0"/>
              </a:rPr>
              <a:t>            cv2.imshow('Frame', frame)</a:t>
            </a:r>
          </a:p>
          <a:p>
            <a:pPr>
              <a:lnSpc>
                <a:spcPct val="150000"/>
              </a:lnSpc>
            </a:pPr>
            <a:r>
              <a:rPr lang="en-IN" sz="1200" dirty="0">
                <a:latin typeface="Times New Roman" panose="02020603050405020304" pitchFamily="18" charset="0"/>
                <a:cs typeface="Times New Roman" panose="02020603050405020304" pitchFamily="18" charset="0"/>
              </a:rPr>
              <a:t>            if cv2.waitKey(1) &amp; 0xFF == </a:t>
            </a:r>
            <a:r>
              <a:rPr lang="en-IN" sz="1200" dirty="0" err="1">
                <a:latin typeface="Times New Roman" panose="02020603050405020304" pitchFamily="18" charset="0"/>
                <a:cs typeface="Times New Roman" panose="02020603050405020304" pitchFamily="18" charset="0"/>
              </a:rPr>
              <a:t>ord</a:t>
            </a:r>
            <a:r>
              <a:rPr lang="en-IN" sz="1200" dirty="0">
                <a:latin typeface="Times New Roman" panose="02020603050405020304" pitchFamily="18" charset="0"/>
                <a:cs typeface="Times New Roman" panose="02020603050405020304" pitchFamily="18" charset="0"/>
              </a:rPr>
              <a:t>('q'):</a:t>
            </a:r>
          </a:p>
          <a:p>
            <a:pPr>
              <a:lnSpc>
                <a:spcPct val="150000"/>
              </a:lnSpc>
            </a:pPr>
            <a:r>
              <a:rPr lang="en-IN" sz="1200" dirty="0">
                <a:latin typeface="Times New Roman" panose="02020603050405020304" pitchFamily="18" charset="0"/>
                <a:cs typeface="Times New Roman" panose="02020603050405020304" pitchFamily="18" charset="0"/>
              </a:rPr>
              <a:t>                break</a:t>
            </a:r>
          </a:p>
          <a:p>
            <a:pPr>
              <a:lnSpc>
                <a:spcPct val="150000"/>
              </a:lnSpc>
            </a:pPr>
            <a:r>
              <a:rPr lang="en-IN" sz="1200" dirty="0">
                <a:latin typeface="Times New Roman" panose="02020603050405020304" pitchFamily="18" charset="0"/>
                <a:cs typeface="Times New Roman" panose="02020603050405020304" pitchFamily="18" charset="0"/>
              </a:rPr>
              <a:t>    finally:</a:t>
            </a:r>
          </a:p>
          <a:p>
            <a:pPr>
              <a:lnSpc>
                <a:spcPct val="150000"/>
              </a:lnSpc>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cap.release</a:t>
            </a:r>
            <a:r>
              <a:rPr lang="en-IN" sz="1200" dirty="0">
                <a:latin typeface="Times New Roman" panose="02020603050405020304" pitchFamily="18" charset="0"/>
                <a:cs typeface="Times New Roman" panose="02020603050405020304" pitchFamily="18" charset="0"/>
              </a:rPr>
              <a:t>()</a:t>
            </a:r>
          </a:p>
          <a:p>
            <a:pPr>
              <a:lnSpc>
                <a:spcPct val="150000"/>
              </a:lnSpc>
            </a:pPr>
            <a:r>
              <a:rPr lang="en-IN" sz="1200" dirty="0">
                <a:latin typeface="Times New Roman" panose="02020603050405020304" pitchFamily="18" charset="0"/>
                <a:cs typeface="Times New Roman" panose="02020603050405020304" pitchFamily="18" charset="0"/>
              </a:rPr>
              <a:t>        cv2.destroyAllWindows()</a:t>
            </a:r>
          </a:p>
          <a:p>
            <a:pPr>
              <a:lnSpc>
                <a:spcPct val="150000"/>
              </a:lnSpc>
            </a:pPr>
            <a:r>
              <a:rPr lang="en-IN" sz="1200" dirty="0">
                <a:latin typeface="Times New Roman" panose="02020603050405020304" pitchFamily="18" charset="0"/>
                <a:cs typeface="Times New Roman" panose="02020603050405020304" pitchFamily="18" charset="0"/>
              </a:rPr>
              <a:t>if __name__ == '__main__':</a:t>
            </a:r>
          </a:p>
          <a:p>
            <a:pPr>
              <a:lnSpc>
                <a:spcPct val="150000"/>
              </a:lnSpc>
            </a:pPr>
            <a:r>
              <a:rPr lang="en-IN" sz="1200" dirty="0">
                <a:latin typeface="Times New Roman" panose="02020603050405020304" pitchFamily="18" charset="0"/>
                <a:cs typeface="Times New Roman" panose="02020603050405020304" pitchFamily="18" charset="0"/>
              </a:rPr>
              <a:t>    main()</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8" name="object 8"/>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30</a:t>
            </a:r>
            <a:endParaRPr spc="-25" dirty="0"/>
          </a:p>
        </p:txBody>
      </p:sp>
      <p:sp>
        <p:nvSpPr>
          <p:cNvPr id="9" name="object 9"/>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86764" y="1231900"/>
            <a:ext cx="6147435" cy="8675965"/>
          </a:xfrm>
          <a:prstGeom prst="rect">
            <a:avLst/>
          </a:prstGeom>
        </p:spPr>
        <p:txBody>
          <a:bodyPr vert="horz" wrap="square" lIns="0" tIns="12700" rIns="0" bIns="0" rtlCol="0">
            <a:spAutoFit/>
          </a:bodyPr>
          <a:lstStyle/>
          <a:p>
            <a:pPr algn="ctr">
              <a:lnSpc>
                <a:spcPct val="100000"/>
              </a:lnSpc>
              <a:spcBef>
                <a:spcPts val="100"/>
              </a:spcBef>
            </a:pPr>
            <a:r>
              <a:rPr sz="1800" b="1" spc="-10" dirty="0">
                <a:latin typeface="Times New Roman"/>
                <a:cs typeface="Times New Roman"/>
              </a:rPr>
              <a:t>TESTING</a:t>
            </a:r>
            <a:endParaRPr sz="1800" dirty="0">
              <a:latin typeface="Times New Roman"/>
              <a:cs typeface="Times New Roman"/>
            </a:endParaRPr>
          </a:p>
          <a:p>
            <a:pPr marL="12700" marR="5080" indent="464184" algn="just">
              <a:lnSpc>
                <a:spcPct val="150000"/>
              </a:lnSpc>
              <a:spcBef>
                <a:spcPts val="1725"/>
              </a:spcBef>
            </a:pP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test</a:t>
            </a:r>
            <a:r>
              <a:rPr sz="1200" spc="85" dirty="0">
                <a:latin typeface="Times New Roman"/>
                <a:cs typeface="Times New Roman"/>
              </a:rPr>
              <a:t> </a:t>
            </a:r>
            <a:r>
              <a:rPr sz="1200" dirty="0">
                <a:latin typeface="Times New Roman"/>
                <a:cs typeface="Times New Roman"/>
              </a:rPr>
              <a:t>case</a:t>
            </a:r>
            <a:r>
              <a:rPr sz="1200" spc="75" dirty="0">
                <a:latin typeface="Times New Roman"/>
                <a:cs typeface="Times New Roman"/>
              </a:rPr>
              <a:t> </a:t>
            </a:r>
            <a:r>
              <a:rPr sz="1200" dirty="0">
                <a:latin typeface="Times New Roman"/>
                <a:cs typeface="Times New Roman"/>
              </a:rPr>
              <a:t>is</a:t>
            </a:r>
            <a:r>
              <a:rPr sz="1200" spc="100" dirty="0">
                <a:latin typeface="Times New Roman"/>
                <a:cs typeface="Times New Roman"/>
              </a:rPr>
              <a:t> </a:t>
            </a:r>
            <a:r>
              <a:rPr sz="1200" dirty="0">
                <a:latin typeface="Times New Roman"/>
                <a:cs typeface="Times New Roman"/>
              </a:rPr>
              <a:t>a</a:t>
            </a:r>
            <a:r>
              <a:rPr sz="1200" spc="80" dirty="0">
                <a:latin typeface="Times New Roman"/>
                <a:cs typeface="Times New Roman"/>
              </a:rPr>
              <a:t> </a:t>
            </a:r>
            <a:r>
              <a:rPr sz="1200" dirty="0">
                <a:latin typeface="Times New Roman"/>
                <a:cs typeface="Times New Roman"/>
              </a:rPr>
              <a:t>series</a:t>
            </a:r>
            <a:r>
              <a:rPr sz="1200" spc="85" dirty="0">
                <a:latin typeface="Times New Roman"/>
                <a:cs typeface="Times New Roman"/>
              </a:rPr>
              <a:t> </a:t>
            </a:r>
            <a:r>
              <a:rPr sz="1200" dirty="0">
                <a:latin typeface="Times New Roman"/>
                <a:cs typeface="Times New Roman"/>
              </a:rPr>
              <a:t>of</a:t>
            </a:r>
            <a:r>
              <a:rPr sz="1200" spc="85" dirty="0">
                <a:latin typeface="Times New Roman"/>
                <a:cs typeface="Times New Roman"/>
              </a:rPr>
              <a:t> </a:t>
            </a:r>
            <a:r>
              <a:rPr sz="1200" dirty="0">
                <a:latin typeface="Times New Roman"/>
                <a:cs typeface="Times New Roman"/>
              </a:rPr>
              <a:t>conditions</a:t>
            </a:r>
            <a:r>
              <a:rPr sz="1200" spc="105" dirty="0">
                <a:latin typeface="Times New Roman"/>
                <a:cs typeface="Times New Roman"/>
              </a:rPr>
              <a:t> </a:t>
            </a:r>
            <a:r>
              <a:rPr sz="1200" dirty="0">
                <a:latin typeface="Times New Roman"/>
                <a:cs typeface="Times New Roman"/>
              </a:rPr>
              <a:t>where</a:t>
            </a:r>
            <a:r>
              <a:rPr sz="1200" spc="9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tester</a:t>
            </a:r>
            <a:r>
              <a:rPr sz="1200" spc="80" dirty="0">
                <a:latin typeface="Times New Roman"/>
                <a:cs typeface="Times New Roman"/>
              </a:rPr>
              <a:t> </a:t>
            </a:r>
            <a:r>
              <a:rPr sz="1200" dirty="0">
                <a:latin typeface="Times New Roman"/>
                <a:cs typeface="Times New Roman"/>
              </a:rPr>
              <a:t>decides</a:t>
            </a:r>
            <a:r>
              <a:rPr sz="1200" spc="95" dirty="0">
                <a:latin typeface="Times New Roman"/>
                <a:cs typeface="Times New Roman"/>
              </a:rPr>
              <a:t> </a:t>
            </a:r>
            <a:r>
              <a:rPr sz="1200" dirty="0">
                <a:latin typeface="Times New Roman"/>
                <a:cs typeface="Times New Roman"/>
              </a:rPr>
              <a:t>whether</a:t>
            </a:r>
            <a:r>
              <a:rPr sz="1200" spc="80" dirty="0">
                <a:latin typeface="Times New Roman"/>
                <a:cs typeface="Times New Roman"/>
              </a:rPr>
              <a:t> </a:t>
            </a:r>
            <a:r>
              <a:rPr sz="1200" dirty="0">
                <a:latin typeface="Times New Roman"/>
                <a:cs typeface="Times New Roman"/>
              </a:rPr>
              <a:t>the</a:t>
            </a:r>
            <a:r>
              <a:rPr sz="1200" spc="90" dirty="0">
                <a:latin typeface="Times New Roman"/>
                <a:cs typeface="Times New Roman"/>
              </a:rPr>
              <a:t> </a:t>
            </a:r>
            <a:r>
              <a:rPr sz="1200" dirty="0">
                <a:latin typeface="Times New Roman"/>
                <a:cs typeface="Times New Roman"/>
              </a:rPr>
              <a:t>program</a:t>
            </a:r>
            <a:r>
              <a:rPr sz="1200" spc="85" dirty="0">
                <a:latin typeface="Times New Roman"/>
                <a:cs typeface="Times New Roman"/>
              </a:rPr>
              <a:t> </a:t>
            </a:r>
            <a:r>
              <a:rPr sz="1200" dirty="0">
                <a:latin typeface="Times New Roman"/>
                <a:cs typeface="Times New Roman"/>
              </a:rPr>
              <a:t>meets</a:t>
            </a:r>
            <a:r>
              <a:rPr sz="1200" spc="9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criteria</a:t>
            </a:r>
            <a:r>
              <a:rPr sz="1200" spc="-4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operates</a:t>
            </a:r>
            <a:r>
              <a:rPr sz="1200" spc="-40" dirty="0">
                <a:latin typeface="Times New Roman"/>
                <a:cs typeface="Times New Roman"/>
              </a:rPr>
              <a:t> </a:t>
            </a:r>
            <a:r>
              <a:rPr sz="1200" spc="-20" dirty="0">
                <a:latin typeface="Times New Roman"/>
                <a:cs typeface="Times New Roman"/>
              </a:rPr>
              <a:t>correctly.</a:t>
            </a:r>
            <a:r>
              <a:rPr sz="1200" spc="-35" dirty="0">
                <a:latin typeface="Times New Roman"/>
                <a:cs typeface="Times New Roman"/>
              </a:rPr>
              <a:t> </a:t>
            </a:r>
            <a:r>
              <a:rPr sz="1200" dirty="0">
                <a:latin typeface="Times New Roman"/>
                <a:cs typeface="Times New Roman"/>
              </a:rPr>
              <a:t>Single</a:t>
            </a:r>
            <a:r>
              <a:rPr sz="1200" spc="-45" dirty="0">
                <a:latin typeface="Times New Roman"/>
                <a:cs typeface="Times New Roman"/>
              </a:rPr>
              <a:t> </a:t>
            </a:r>
            <a:r>
              <a:rPr sz="1200" spc="-10" dirty="0">
                <a:latin typeface="Times New Roman"/>
                <a:cs typeface="Times New Roman"/>
              </a:rPr>
              <a:t>functional</a:t>
            </a:r>
            <a:r>
              <a:rPr sz="1200" spc="-50" dirty="0">
                <a:latin typeface="Times New Roman"/>
                <a:cs typeface="Times New Roman"/>
              </a:rPr>
              <a:t> </a:t>
            </a:r>
            <a:r>
              <a:rPr sz="1200" dirty="0">
                <a:latin typeface="Times New Roman"/>
                <a:cs typeface="Times New Roman"/>
              </a:rPr>
              <a:t>test</a:t>
            </a:r>
            <a:r>
              <a:rPr sz="1200" spc="-3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a</a:t>
            </a:r>
            <a:r>
              <a:rPr sz="1200" spc="-55" dirty="0">
                <a:latin typeface="Times New Roman"/>
                <a:cs typeface="Times New Roman"/>
              </a:rPr>
              <a:t> </a:t>
            </a:r>
            <a:r>
              <a:rPr sz="1200" dirty="0">
                <a:latin typeface="Times New Roman"/>
                <a:cs typeface="Times New Roman"/>
              </a:rPr>
              <a:t>test</a:t>
            </a:r>
            <a:r>
              <a:rPr sz="1200" spc="-35" dirty="0">
                <a:latin typeface="Times New Roman"/>
                <a:cs typeface="Times New Roman"/>
              </a:rPr>
              <a:t> </a:t>
            </a:r>
            <a:r>
              <a:rPr sz="1200" spc="-10" dirty="0">
                <a:latin typeface="Times New Roman"/>
                <a:cs typeface="Times New Roman"/>
              </a:rPr>
              <a:t>case.</a:t>
            </a:r>
            <a:r>
              <a:rPr sz="1200" spc="-55" dirty="0">
                <a:latin typeface="Times New Roman"/>
                <a:cs typeface="Times New Roman"/>
              </a:rPr>
              <a:t> </a:t>
            </a:r>
            <a:r>
              <a:rPr sz="1200" spc="-25" dirty="0">
                <a:latin typeface="Times New Roman"/>
                <a:cs typeface="Times New Roman"/>
              </a:rPr>
              <a:t>Test</a:t>
            </a:r>
            <a:r>
              <a:rPr sz="1200" spc="-35" dirty="0">
                <a:latin typeface="Times New Roman"/>
                <a:cs typeface="Times New Roman"/>
              </a:rPr>
              <a:t> </a:t>
            </a:r>
            <a:r>
              <a:rPr sz="1200" dirty="0">
                <a:latin typeface="Times New Roman"/>
                <a:cs typeface="Times New Roman"/>
              </a:rPr>
              <a:t>case</a:t>
            </a:r>
            <a:r>
              <a:rPr sz="1200" spc="-4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series</a:t>
            </a:r>
            <a:r>
              <a:rPr sz="1200" spc="-3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spc="-10" dirty="0">
                <a:latin typeface="Times New Roman"/>
                <a:cs typeface="Times New Roman"/>
              </a:rPr>
              <a:t>step-</a:t>
            </a:r>
            <a:r>
              <a:rPr sz="1200" dirty="0">
                <a:latin typeface="Times New Roman"/>
                <a:cs typeface="Times New Roman"/>
              </a:rPr>
              <a:t>by-</a:t>
            </a:r>
            <a:r>
              <a:rPr sz="1200" spc="-40" dirty="0">
                <a:latin typeface="Times New Roman"/>
                <a:cs typeface="Times New Roman"/>
              </a:rPr>
              <a:t> </a:t>
            </a:r>
            <a:r>
              <a:rPr sz="1200" spc="-20" dirty="0">
                <a:latin typeface="Times New Roman"/>
                <a:cs typeface="Times New Roman"/>
              </a:rPr>
              <a:t>step </a:t>
            </a:r>
            <a:r>
              <a:rPr sz="1200" spc="-10" dirty="0">
                <a:latin typeface="Times New Roman"/>
                <a:cs typeface="Times New Roman"/>
              </a:rPr>
              <a:t>instructions</a:t>
            </a:r>
            <a:r>
              <a:rPr sz="1200" spc="-5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spc="-10" dirty="0">
                <a:latin typeface="Times New Roman"/>
                <a:cs typeface="Times New Roman"/>
              </a:rPr>
              <a:t>checking</a:t>
            </a:r>
            <a:r>
              <a:rPr sz="1200" spc="-2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spc="-10" dirty="0">
                <a:latin typeface="Times New Roman"/>
                <a:cs typeface="Times New Roman"/>
              </a:rPr>
              <a:t>something</a:t>
            </a:r>
            <a:r>
              <a:rPr sz="1200" spc="-50" dirty="0">
                <a:latin typeface="Times New Roman"/>
                <a:cs typeface="Times New Roman"/>
              </a:rPr>
              <a:t> </a:t>
            </a:r>
            <a:r>
              <a:rPr sz="1200" dirty="0">
                <a:latin typeface="Times New Roman"/>
                <a:cs typeface="Times New Roman"/>
              </a:rPr>
              <a:t>acts</a:t>
            </a:r>
            <a:r>
              <a:rPr sz="1200" spc="-30" dirty="0">
                <a:latin typeface="Times New Roman"/>
                <a:cs typeface="Times New Roman"/>
              </a:rPr>
              <a:t> </a:t>
            </a:r>
            <a:r>
              <a:rPr sz="1200" dirty="0">
                <a:latin typeface="Times New Roman"/>
                <a:cs typeface="Times New Roman"/>
              </a:rPr>
              <a:t>as</a:t>
            </a:r>
            <a:r>
              <a:rPr sz="1200" spc="-45" dirty="0">
                <a:latin typeface="Times New Roman"/>
                <a:cs typeface="Times New Roman"/>
              </a:rPr>
              <a:t> </a:t>
            </a:r>
            <a:r>
              <a:rPr sz="1200" dirty="0">
                <a:latin typeface="Times New Roman"/>
                <a:cs typeface="Times New Roman"/>
              </a:rPr>
              <a:t>it</a:t>
            </a:r>
            <a:r>
              <a:rPr sz="1200" spc="-45" dirty="0">
                <a:latin typeface="Times New Roman"/>
                <a:cs typeface="Times New Roman"/>
              </a:rPr>
              <a:t> </a:t>
            </a:r>
            <a:r>
              <a:rPr sz="1200" dirty="0">
                <a:latin typeface="Times New Roman"/>
                <a:cs typeface="Times New Roman"/>
              </a:rPr>
              <a:t>is</a:t>
            </a:r>
            <a:r>
              <a:rPr sz="1200" spc="-45" dirty="0">
                <a:latin typeface="Times New Roman"/>
                <a:cs typeface="Times New Roman"/>
              </a:rPr>
              <a:t> </a:t>
            </a:r>
            <a:r>
              <a:rPr sz="1200" spc="-10" dirty="0">
                <a:latin typeface="Times New Roman"/>
                <a:cs typeface="Times New Roman"/>
              </a:rPr>
              <a:t>appropriate</a:t>
            </a:r>
            <a:r>
              <a:rPr sz="1200" spc="-5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function.</a:t>
            </a:r>
            <a:r>
              <a:rPr sz="1200" spc="-5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test</a:t>
            </a:r>
            <a:r>
              <a:rPr sz="1200" spc="-30" dirty="0">
                <a:latin typeface="Times New Roman"/>
                <a:cs typeface="Times New Roman"/>
              </a:rPr>
              <a:t> </a:t>
            </a:r>
            <a:r>
              <a:rPr sz="1200" dirty="0">
                <a:latin typeface="Times New Roman"/>
                <a:cs typeface="Times New Roman"/>
              </a:rPr>
              <a:t>cases</a:t>
            </a:r>
            <a:r>
              <a:rPr sz="1200" spc="-35" dirty="0">
                <a:latin typeface="Times New Roman"/>
                <a:cs typeface="Times New Roman"/>
              </a:rPr>
              <a:t> </a:t>
            </a:r>
            <a:r>
              <a:rPr sz="1200" dirty="0">
                <a:latin typeface="Times New Roman"/>
                <a:cs typeface="Times New Roman"/>
              </a:rPr>
              <a:t>are</a:t>
            </a:r>
            <a:r>
              <a:rPr sz="1200" spc="-45" dirty="0">
                <a:latin typeface="Times New Roman"/>
                <a:cs typeface="Times New Roman"/>
              </a:rPr>
              <a:t> </a:t>
            </a:r>
            <a:r>
              <a:rPr sz="1200" spc="-10" dirty="0">
                <a:latin typeface="Times New Roman"/>
                <a:cs typeface="Times New Roman"/>
              </a:rPr>
              <a:t>written </a:t>
            </a:r>
            <a:r>
              <a:rPr sz="1200" dirty="0">
                <a:latin typeface="Times New Roman"/>
                <a:cs typeface="Times New Roman"/>
              </a:rPr>
              <a:t>by</a:t>
            </a:r>
            <a:r>
              <a:rPr sz="1200" spc="-75" dirty="0">
                <a:latin typeface="Times New Roman"/>
                <a:cs typeface="Times New Roman"/>
              </a:rPr>
              <a:t> </a:t>
            </a:r>
            <a:r>
              <a:rPr sz="1200" dirty="0">
                <a:latin typeface="Times New Roman"/>
                <a:cs typeface="Times New Roman"/>
              </a:rPr>
              <a:t>a</a:t>
            </a:r>
            <a:r>
              <a:rPr sz="1200" spc="-65" dirty="0">
                <a:latin typeface="Times New Roman"/>
                <a:cs typeface="Times New Roman"/>
              </a:rPr>
              <a:t> </a:t>
            </a:r>
            <a:r>
              <a:rPr sz="1200" spc="-35" dirty="0">
                <a:latin typeface="Times New Roman"/>
                <a:cs typeface="Times New Roman"/>
              </a:rPr>
              <a:t>QA</a:t>
            </a:r>
            <a:r>
              <a:rPr sz="1200" spc="-40" dirty="0">
                <a:latin typeface="Times New Roman"/>
                <a:cs typeface="Times New Roman"/>
              </a:rPr>
              <a:t> </a:t>
            </a:r>
            <a:r>
              <a:rPr sz="1200" spc="-20" dirty="0">
                <a:latin typeface="Times New Roman"/>
                <a:cs typeface="Times New Roman"/>
              </a:rPr>
              <a:t>Team</a:t>
            </a:r>
            <a:r>
              <a:rPr sz="1200" spc="-25" dirty="0">
                <a:latin typeface="Times New Roman"/>
                <a:cs typeface="Times New Roman"/>
              </a:rPr>
              <a:t> </a:t>
            </a:r>
            <a:r>
              <a:rPr sz="1200" dirty="0">
                <a:latin typeface="Times New Roman"/>
                <a:cs typeface="Times New Roman"/>
              </a:rPr>
              <a:t>individual.</a:t>
            </a:r>
            <a:r>
              <a:rPr sz="1200" spc="-25" dirty="0">
                <a:latin typeface="Times New Roman"/>
                <a:cs typeface="Times New Roman"/>
              </a:rPr>
              <a:t> </a:t>
            </a:r>
            <a:r>
              <a:rPr sz="1200" dirty="0">
                <a:latin typeface="Times New Roman"/>
                <a:cs typeface="Times New Roman"/>
              </a:rPr>
              <a:t>It</a:t>
            </a:r>
            <a:r>
              <a:rPr sz="1200" spc="-30" dirty="0">
                <a:latin typeface="Times New Roman"/>
                <a:cs typeface="Times New Roman"/>
              </a:rPr>
              <a:t> </a:t>
            </a:r>
            <a:r>
              <a:rPr sz="1200" dirty="0">
                <a:latin typeface="Times New Roman"/>
                <a:cs typeface="Times New Roman"/>
              </a:rPr>
              <a:t>will</a:t>
            </a:r>
            <a:r>
              <a:rPr sz="1200" spc="-25" dirty="0">
                <a:latin typeface="Times New Roman"/>
                <a:cs typeface="Times New Roman"/>
              </a:rPr>
              <a:t> </a:t>
            </a:r>
            <a:r>
              <a:rPr sz="1200" dirty="0">
                <a:latin typeface="Times New Roman"/>
                <a:cs typeface="Times New Roman"/>
              </a:rPr>
              <a:t>not</a:t>
            </a:r>
            <a:r>
              <a:rPr sz="1200" spc="-25" dirty="0">
                <a:latin typeface="Times New Roman"/>
                <a:cs typeface="Times New Roman"/>
              </a:rPr>
              <a:t> </a:t>
            </a:r>
            <a:r>
              <a:rPr sz="1200" dirty="0">
                <a:latin typeface="Times New Roman"/>
                <a:cs typeface="Times New Roman"/>
              </a:rPr>
              <a:t>include</a:t>
            </a:r>
            <a:r>
              <a:rPr sz="1200" spc="-35" dirty="0">
                <a:latin typeface="Times New Roman"/>
                <a:cs typeface="Times New Roman"/>
              </a:rPr>
              <a:t> </a:t>
            </a:r>
            <a:r>
              <a:rPr sz="1200" dirty="0">
                <a:latin typeface="Times New Roman"/>
                <a:cs typeface="Times New Roman"/>
              </a:rPr>
              <a:t>unit</a:t>
            </a:r>
            <a:r>
              <a:rPr sz="1200" spc="-20" dirty="0">
                <a:latin typeface="Times New Roman"/>
                <a:cs typeface="Times New Roman"/>
              </a:rPr>
              <a:t> </a:t>
            </a:r>
            <a:r>
              <a:rPr sz="1200" dirty="0">
                <a:latin typeface="Times New Roman"/>
                <a:cs typeface="Times New Roman"/>
              </a:rPr>
              <a:t>checks,</a:t>
            </a:r>
            <a:r>
              <a:rPr sz="1200" spc="-30" dirty="0">
                <a:latin typeface="Times New Roman"/>
                <a:cs typeface="Times New Roman"/>
              </a:rPr>
              <a:t> </a:t>
            </a:r>
            <a:r>
              <a:rPr sz="1200" dirty="0">
                <a:latin typeface="Times New Roman"/>
                <a:cs typeface="Times New Roman"/>
              </a:rPr>
              <a:t>performed</a:t>
            </a:r>
            <a:r>
              <a:rPr sz="1200" spc="-2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development</a:t>
            </a:r>
            <a:r>
              <a:rPr sz="1200" spc="-20" dirty="0">
                <a:latin typeface="Times New Roman"/>
                <a:cs typeface="Times New Roman"/>
              </a:rPr>
              <a:t> </a:t>
            </a:r>
            <a:r>
              <a:rPr sz="1200" dirty="0">
                <a:latin typeface="Times New Roman"/>
                <a:cs typeface="Times New Roman"/>
              </a:rPr>
              <a:t>team,</a:t>
            </a:r>
            <a:r>
              <a:rPr sz="1200" spc="-25" dirty="0">
                <a:latin typeface="Times New Roman"/>
                <a:cs typeface="Times New Roman"/>
              </a:rPr>
              <a:t> </a:t>
            </a:r>
            <a:r>
              <a:rPr sz="1200" dirty="0">
                <a:latin typeface="Times New Roman"/>
                <a:cs typeface="Times New Roman"/>
              </a:rPr>
              <a:t>but</a:t>
            </a:r>
            <a:r>
              <a:rPr sz="1200" spc="-25" dirty="0">
                <a:latin typeface="Times New Roman"/>
                <a:cs typeface="Times New Roman"/>
              </a:rPr>
              <a:t> in </a:t>
            </a:r>
            <a:r>
              <a:rPr sz="1200" dirty="0">
                <a:latin typeface="Times New Roman"/>
                <a:cs typeface="Times New Roman"/>
              </a:rPr>
              <a:t>this</a:t>
            </a:r>
            <a:r>
              <a:rPr sz="1200" spc="-50" dirty="0">
                <a:latin typeface="Times New Roman"/>
                <a:cs typeface="Times New Roman"/>
              </a:rPr>
              <a:t> </a:t>
            </a:r>
            <a:r>
              <a:rPr sz="1200" spc="-10" dirty="0">
                <a:latin typeface="Times New Roman"/>
                <a:cs typeface="Times New Roman"/>
              </a:rPr>
              <a:t>article</a:t>
            </a:r>
            <a:r>
              <a:rPr sz="1200" spc="-55" dirty="0">
                <a:latin typeface="Times New Roman"/>
                <a:cs typeface="Times New Roman"/>
              </a:rPr>
              <a:t> </a:t>
            </a:r>
            <a:r>
              <a:rPr sz="1200" dirty="0">
                <a:latin typeface="Times New Roman"/>
                <a:cs typeface="Times New Roman"/>
              </a:rPr>
              <a:t>we</a:t>
            </a:r>
            <a:r>
              <a:rPr sz="1200" spc="-55" dirty="0">
                <a:latin typeface="Times New Roman"/>
                <a:cs typeface="Times New Roman"/>
              </a:rPr>
              <a:t> </a:t>
            </a:r>
            <a:r>
              <a:rPr sz="1200" dirty="0">
                <a:latin typeface="Times New Roman"/>
                <a:cs typeface="Times New Roman"/>
              </a:rPr>
              <a:t>do</a:t>
            </a:r>
            <a:r>
              <a:rPr sz="1200" spc="-55" dirty="0">
                <a:latin typeface="Times New Roman"/>
                <a:cs typeface="Times New Roman"/>
              </a:rPr>
              <a:t> </a:t>
            </a:r>
            <a:r>
              <a:rPr sz="1200" dirty="0">
                <a:latin typeface="Times New Roman"/>
                <a:cs typeface="Times New Roman"/>
              </a:rPr>
              <a:t>not</a:t>
            </a:r>
            <a:r>
              <a:rPr sz="1200" spc="-45" dirty="0">
                <a:latin typeface="Times New Roman"/>
                <a:cs typeface="Times New Roman"/>
              </a:rPr>
              <a:t> </a:t>
            </a:r>
            <a:r>
              <a:rPr sz="1200" dirty="0">
                <a:latin typeface="Times New Roman"/>
                <a:cs typeface="Times New Roman"/>
              </a:rPr>
              <a:t>get</a:t>
            </a:r>
            <a:r>
              <a:rPr sz="1200" spc="-50" dirty="0">
                <a:latin typeface="Times New Roman"/>
                <a:cs typeface="Times New Roman"/>
              </a:rPr>
              <a:t> </a:t>
            </a:r>
            <a:r>
              <a:rPr sz="1200" dirty="0">
                <a:latin typeface="Times New Roman"/>
                <a:cs typeface="Times New Roman"/>
              </a:rPr>
              <a:t>into</a:t>
            </a:r>
            <a:r>
              <a:rPr sz="1200" spc="-45" dirty="0">
                <a:latin typeface="Times New Roman"/>
                <a:cs typeface="Times New Roman"/>
              </a:rPr>
              <a:t> </a:t>
            </a:r>
            <a:r>
              <a:rPr sz="1200" dirty="0">
                <a:latin typeface="Times New Roman"/>
                <a:cs typeface="Times New Roman"/>
              </a:rPr>
              <a:t>unit</a:t>
            </a:r>
            <a:r>
              <a:rPr sz="1200" spc="-50" dirty="0">
                <a:latin typeface="Times New Roman"/>
                <a:cs typeface="Times New Roman"/>
              </a:rPr>
              <a:t> </a:t>
            </a:r>
            <a:r>
              <a:rPr sz="1200" dirty="0">
                <a:latin typeface="Times New Roman"/>
                <a:cs typeface="Times New Roman"/>
              </a:rPr>
              <a:t>tests.</a:t>
            </a:r>
            <a:r>
              <a:rPr sz="1200" spc="-60" dirty="0">
                <a:latin typeface="Times New Roman"/>
                <a:cs typeface="Times New Roman"/>
              </a:rPr>
              <a:t> </a:t>
            </a:r>
            <a:r>
              <a:rPr sz="1200" spc="-10" dirty="0">
                <a:latin typeface="Times New Roman"/>
                <a:cs typeface="Times New Roman"/>
              </a:rPr>
              <a:t>Ensure</a:t>
            </a:r>
            <a:r>
              <a:rPr sz="1200" spc="-60" dirty="0">
                <a:latin typeface="Times New Roman"/>
                <a:cs typeface="Times New Roman"/>
              </a:rPr>
              <a:t> </a:t>
            </a:r>
            <a:r>
              <a:rPr sz="1200" dirty="0">
                <a:latin typeface="Times New Roman"/>
                <a:cs typeface="Times New Roman"/>
              </a:rPr>
              <a:t>that</a:t>
            </a:r>
            <a:r>
              <a:rPr sz="1200" spc="-50" dirty="0">
                <a:latin typeface="Times New Roman"/>
                <a:cs typeface="Times New Roman"/>
              </a:rPr>
              <a:t> </a:t>
            </a:r>
            <a:r>
              <a:rPr sz="1200" spc="-10" dirty="0">
                <a:latin typeface="Times New Roman"/>
                <a:cs typeface="Times New Roman"/>
              </a:rPr>
              <a:t>anyone</a:t>
            </a:r>
            <a:r>
              <a:rPr sz="1200" spc="-60" dirty="0">
                <a:latin typeface="Times New Roman"/>
                <a:cs typeface="Times New Roman"/>
              </a:rPr>
              <a:t> </a:t>
            </a:r>
            <a:r>
              <a:rPr sz="1200" dirty="0">
                <a:latin typeface="Times New Roman"/>
                <a:cs typeface="Times New Roman"/>
              </a:rPr>
              <a:t>writing</a:t>
            </a:r>
            <a:r>
              <a:rPr sz="1200" spc="-45" dirty="0">
                <a:latin typeface="Times New Roman"/>
                <a:cs typeface="Times New Roman"/>
              </a:rPr>
              <a:t> </a:t>
            </a:r>
            <a:r>
              <a:rPr sz="1200" dirty="0">
                <a:latin typeface="Times New Roman"/>
                <a:cs typeface="Times New Roman"/>
              </a:rPr>
              <a:t>test</a:t>
            </a:r>
            <a:r>
              <a:rPr sz="1200" spc="-50" dirty="0">
                <a:latin typeface="Times New Roman"/>
                <a:cs typeface="Times New Roman"/>
              </a:rPr>
              <a:t> </a:t>
            </a:r>
            <a:r>
              <a:rPr sz="1200" dirty="0">
                <a:latin typeface="Times New Roman"/>
                <a:cs typeface="Times New Roman"/>
              </a:rPr>
              <a:t>cases</a:t>
            </a:r>
            <a:r>
              <a:rPr sz="1200" spc="-40" dirty="0">
                <a:latin typeface="Times New Roman"/>
                <a:cs typeface="Times New Roman"/>
              </a:rPr>
              <a:t> </a:t>
            </a:r>
            <a:r>
              <a:rPr sz="1200" dirty="0">
                <a:latin typeface="Times New Roman"/>
                <a:cs typeface="Times New Roman"/>
              </a:rPr>
              <a:t>has</a:t>
            </a:r>
            <a:r>
              <a:rPr sz="1200" spc="-45" dirty="0">
                <a:latin typeface="Times New Roman"/>
                <a:cs typeface="Times New Roman"/>
              </a:rPr>
              <a:t> </a:t>
            </a:r>
            <a:r>
              <a:rPr sz="1200" spc="-10" dirty="0">
                <a:latin typeface="Times New Roman"/>
                <a:cs typeface="Times New Roman"/>
              </a:rPr>
              <a:t>decent</a:t>
            </a:r>
            <a:r>
              <a:rPr sz="1200" spc="-50" dirty="0">
                <a:latin typeface="Times New Roman"/>
                <a:cs typeface="Times New Roman"/>
              </a:rPr>
              <a:t> </a:t>
            </a:r>
            <a:r>
              <a:rPr sz="1200" dirty="0">
                <a:latin typeface="Times New Roman"/>
                <a:cs typeface="Times New Roman"/>
              </a:rPr>
              <a:t>writing</a:t>
            </a:r>
            <a:r>
              <a:rPr sz="1200" spc="-45" dirty="0">
                <a:latin typeface="Times New Roman"/>
                <a:cs typeface="Times New Roman"/>
              </a:rPr>
              <a:t> </a:t>
            </a:r>
            <a:r>
              <a:rPr sz="1200" spc="-10" dirty="0">
                <a:latin typeface="Times New Roman"/>
                <a:cs typeface="Times New Roman"/>
              </a:rPr>
              <a:t>skills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understands</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purpose</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value</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test</a:t>
            </a:r>
            <a:r>
              <a:rPr sz="1200" spc="-20" dirty="0">
                <a:latin typeface="Times New Roman"/>
                <a:cs typeface="Times New Roman"/>
              </a:rPr>
              <a:t> </a:t>
            </a:r>
            <a:r>
              <a:rPr sz="1200" spc="-10" dirty="0">
                <a:latin typeface="Times New Roman"/>
                <a:cs typeface="Times New Roman"/>
              </a:rPr>
              <a:t>cases.</a:t>
            </a:r>
            <a:endParaRPr sz="1200" dirty="0">
              <a:latin typeface="Times New Roman"/>
              <a:cs typeface="Times New Roman"/>
            </a:endParaRPr>
          </a:p>
          <a:p>
            <a:pPr marL="12700" lvl="1">
              <a:lnSpc>
                <a:spcPct val="150000"/>
              </a:lnSpc>
              <a:spcBef>
                <a:spcPts val="810"/>
              </a:spcBef>
              <a:tabLst>
                <a:tab pos="313690" algn="l"/>
              </a:tabLst>
            </a:pPr>
            <a:r>
              <a:rPr lang="en-US" sz="1600" b="1" spc="-20" dirty="0">
                <a:latin typeface="Times New Roman"/>
                <a:cs typeface="Times New Roman"/>
              </a:rPr>
              <a:t>7.1 </a:t>
            </a:r>
            <a:r>
              <a:rPr sz="1600" b="1" spc="-20" dirty="0">
                <a:latin typeface="Times New Roman"/>
                <a:cs typeface="Times New Roman"/>
              </a:rPr>
              <a:t>Types</a:t>
            </a:r>
            <a:r>
              <a:rPr sz="1600" b="1" spc="-50" dirty="0">
                <a:latin typeface="Times New Roman"/>
                <a:cs typeface="Times New Roman"/>
              </a:rPr>
              <a:t> </a:t>
            </a:r>
            <a:r>
              <a:rPr sz="1600" b="1" dirty="0">
                <a:latin typeface="Times New Roman"/>
                <a:cs typeface="Times New Roman"/>
              </a:rPr>
              <a:t>of</a:t>
            </a:r>
            <a:r>
              <a:rPr sz="1600" b="1" spc="-70" dirty="0">
                <a:latin typeface="Times New Roman"/>
                <a:cs typeface="Times New Roman"/>
              </a:rPr>
              <a:t> </a:t>
            </a:r>
            <a:r>
              <a:rPr sz="1600" b="1" spc="-10" dirty="0">
                <a:latin typeface="Times New Roman"/>
                <a:cs typeface="Times New Roman"/>
              </a:rPr>
              <a:t>Tests</a:t>
            </a:r>
            <a:endParaRPr sz="1600" dirty="0">
              <a:latin typeface="Times New Roman"/>
              <a:cs typeface="Times New Roman"/>
            </a:endParaRPr>
          </a:p>
          <a:p>
            <a:pPr marL="469265" lvl="2" indent="-227965">
              <a:lnSpc>
                <a:spcPct val="100000"/>
              </a:lnSpc>
              <a:spcBef>
                <a:spcPts val="990"/>
              </a:spcBef>
              <a:buFont typeface="Symbol"/>
              <a:buChar char=""/>
              <a:tabLst>
                <a:tab pos="469265" algn="l"/>
              </a:tabLst>
            </a:pPr>
            <a:r>
              <a:rPr sz="1200" dirty="0">
                <a:latin typeface="Times New Roman"/>
                <a:cs typeface="Times New Roman"/>
              </a:rPr>
              <a:t>Unit</a:t>
            </a:r>
            <a:r>
              <a:rPr sz="1200" spc="-25"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lvl="2" indent="-227965">
              <a:lnSpc>
                <a:spcPct val="100000"/>
              </a:lnSpc>
              <a:spcBef>
                <a:spcPts val="145"/>
              </a:spcBef>
              <a:buFont typeface="Symbol"/>
              <a:buChar char=""/>
              <a:tabLst>
                <a:tab pos="469265" algn="l"/>
              </a:tabLst>
            </a:pPr>
            <a:r>
              <a:rPr sz="1200" dirty="0">
                <a:latin typeface="Times New Roman"/>
                <a:cs typeface="Times New Roman"/>
              </a:rPr>
              <a:t>Integration</a:t>
            </a:r>
            <a:r>
              <a:rPr sz="1200" spc="-7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lvl="2" indent="-227965">
              <a:lnSpc>
                <a:spcPct val="100000"/>
              </a:lnSpc>
              <a:spcBef>
                <a:spcPts val="135"/>
              </a:spcBef>
              <a:buFont typeface="Symbol"/>
              <a:buChar char=""/>
              <a:tabLst>
                <a:tab pos="469265" algn="l"/>
              </a:tabLst>
            </a:pPr>
            <a:r>
              <a:rPr sz="1200" dirty="0">
                <a:latin typeface="Times New Roman"/>
                <a:cs typeface="Times New Roman"/>
              </a:rPr>
              <a:t>Functional</a:t>
            </a:r>
            <a:r>
              <a:rPr sz="1200" spc="-65" dirty="0">
                <a:latin typeface="Times New Roman"/>
                <a:cs typeface="Times New Roman"/>
              </a:rPr>
              <a:t> </a:t>
            </a:r>
            <a:r>
              <a:rPr sz="1200" spc="-20" dirty="0">
                <a:latin typeface="Times New Roman"/>
                <a:cs typeface="Times New Roman"/>
              </a:rPr>
              <a:t>test</a:t>
            </a:r>
            <a:endParaRPr sz="1200" dirty="0">
              <a:latin typeface="Times New Roman"/>
              <a:cs typeface="Times New Roman"/>
            </a:endParaRPr>
          </a:p>
          <a:p>
            <a:pPr marL="469265" lvl="2" indent="-227965">
              <a:lnSpc>
                <a:spcPct val="100000"/>
              </a:lnSpc>
              <a:spcBef>
                <a:spcPts val="320"/>
              </a:spcBef>
              <a:buSzPct val="116666"/>
              <a:buFont typeface="Symbol"/>
              <a:buChar char=""/>
              <a:tabLst>
                <a:tab pos="469265" algn="l"/>
              </a:tabLst>
            </a:pPr>
            <a:r>
              <a:rPr sz="1200" dirty="0">
                <a:latin typeface="Times New Roman"/>
                <a:cs typeface="Times New Roman"/>
              </a:rPr>
              <a:t>Black</a:t>
            </a:r>
            <a:r>
              <a:rPr sz="1200" spc="-15" dirty="0">
                <a:latin typeface="Times New Roman"/>
                <a:cs typeface="Times New Roman"/>
              </a:rPr>
              <a:t> </a:t>
            </a:r>
            <a:r>
              <a:rPr sz="1200" dirty="0">
                <a:latin typeface="Times New Roman"/>
                <a:cs typeface="Times New Roman"/>
              </a:rPr>
              <a:t>Box</a:t>
            </a:r>
            <a:r>
              <a:rPr sz="1200" spc="-35"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12700" lvl="1">
              <a:lnSpc>
                <a:spcPct val="100000"/>
              </a:lnSpc>
              <a:spcBef>
                <a:spcPts val="1220"/>
              </a:spcBef>
              <a:tabLst>
                <a:tab pos="316230" algn="l"/>
              </a:tabLst>
            </a:pPr>
            <a:r>
              <a:rPr lang="en-US" sz="1600" b="1" dirty="0">
                <a:latin typeface="Times New Roman"/>
                <a:cs typeface="Times New Roman"/>
              </a:rPr>
              <a:t>7.2 </a:t>
            </a:r>
            <a:r>
              <a:rPr sz="1600" b="1" dirty="0">
                <a:latin typeface="Times New Roman"/>
                <a:cs typeface="Times New Roman"/>
              </a:rPr>
              <a:t>Unit</a:t>
            </a:r>
            <a:r>
              <a:rPr sz="1600" b="1" spc="-70" dirty="0">
                <a:latin typeface="Times New Roman"/>
                <a:cs typeface="Times New Roman"/>
              </a:rPr>
              <a:t> </a:t>
            </a:r>
            <a:r>
              <a:rPr sz="1600" b="1" spc="-10" dirty="0">
                <a:latin typeface="Times New Roman"/>
                <a:cs typeface="Times New Roman"/>
              </a:rPr>
              <a:t>Testing</a:t>
            </a:r>
            <a:endParaRPr lang="en-US" sz="1600" b="1" spc="-10" dirty="0">
              <a:latin typeface="Times New Roman"/>
              <a:cs typeface="Times New Roman"/>
            </a:endParaRPr>
          </a:p>
          <a:p>
            <a:pPr marL="12700" lvl="1">
              <a:lnSpc>
                <a:spcPct val="100000"/>
              </a:lnSpc>
              <a:spcBef>
                <a:spcPts val="1220"/>
              </a:spcBef>
              <a:tabLst>
                <a:tab pos="316230" algn="l"/>
              </a:tabLst>
            </a:pPr>
            <a:r>
              <a:rPr lang="en-US" sz="1600" b="1" spc="-10" dirty="0">
                <a:latin typeface="Times New Roman"/>
                <a:cs typeface="Times New Roman"/>
              </a:rPr>
              <a:t>	</a:t>
            </a:r>
            <a:r>
              <a:rPr sz="1200" dirty="0">
                <a:latin typeface="Times New Roman"/>
                <a:cs typeface="Times New Roman"/>
              </a:rPr>
              <a:t>Unit</a:t>
            </a:r>
            <a:r>
              <a:rPr sz="1200" spc="110" dirty="0">
                <a:latin typeface="Times New Roman"/>
                <a:cs typeface="Times New Roman"/>
              </a:rPr>
              <a:t> </a:t>
            </a:r>
            <a:r>
              <a:rPr sz="1200" dirty="0">
                <a:latin typeface="Times New Roman"/>
                <a:cs typeface="Times New Roman"/>
              </a:rPr>
              <a:t>testing</a:t>
            </a:r>
            <a:r>
              <a:rPr sz="1200" spc="110" dirty="0">
                <a:latin typeface="Times New Roman"/>
                <a:cs typeface="Times New Roman"/>
              </a:rPr>
              <a:t> </a:t>
            </a:r>
            <a:r>
              <a:rPr sz="1200" dirty="0">
                <a:latin typeface="Times New Roman"/>
                <a:cs typeface="Times New Roman"/>
              </a:rPr>
              <a:t>involves</a:t>
            </a:r>
            <a:r>
              <a:rPr sz="1200" spc="105" dirty="0">
                <a:latin typeface="Times New Roman"/>
                <a:cs typeface="Times New Roman"/>
              </a:rPr>
              <a:t> </a:t>
            </a:r>
            <a:r>
              <a:rPr sz="1200" dirty="0">
                <a:latin typeface="Times New Roman"/>
                <a:cs typeface="Times New Roman"/>
              </a:rPr>
              <a:t>developing</a:t>
            </a:r>
            <a:r>
              <a:rPr sz="1200" spc="110" dirty="0">
                <a:latin typeface="Times New Roman"/>
                <a:cs typeface="Times New Roman"/>
              </a:rPr>
              <a:t> </a:t>
            </a:r>
            <a:r>
              <a:rPr sz="1200" dirty="0">
                <a:latin typeface="Times New Roman"/>
                <a:cs typeface="Times New Roman"/>
              </a:rPr>
              <a:t>test</a:t>
            </a:r>
            <a:r>
              <a:rPr sz="1200" spc="105" dirty="0">
                <a:latin typeface="Times New Roman"/>
                <a:cs typeface="Times New Roman"/>
              </a:rPr>
              <a:t> </a:t>
            </a:r>
            <a:r>
              <a:rPr sz="1200" dirty="0">
                <a:latin typeface="Times New Roman"/>
                <a:cs typeface="Times New Roman"/>
              </a:rPr>
              <a:t>cases</a:t>
            </a:r>
            <a:r>
              <a:rPr sz="1200" spc="105" dirty="0">
                <a:latin typeface="Times New Roman"/>
                <a:cs typeface="Times New Roman"/>
              </a:rPr>
              <a:t> </a:t>
            </a:r>
            <a:r>
              <a:rPr sz="1200" dirty="0">
                <a:latin typeface="Times New Roman"/>
                <a:cs typeface="Times New Roman"/>
              </a:rPr>
              <a:t>validating</a:t>
            </a:r>
            <a:r>
              <a:rPr sz="1200" spc="105" dirty="0">
                <a:latin typeface="Times New Roman"/>
                <a:cs typeface="Times New Roman"/>
              </a:rPr>
              <a:t> </a:t>
            </a:r>
            <a:r>
              <a:rPr sz="1200" dirty="0">
                <a:latin typeface="Times New Roman"/>
                <a:cs typeface="Times New Roman"/>
              </a:rPr>
              <a:t>the</a:t>
            </a:r>
            <a:r>
              <a:rPr sz="1200" spc="110" dirty="0">
                <a:latin typeface="Times New Roman"/>
                <a:cs typeface="Times New Roman"/>
              </a:rPr>
              <a:t> </a:t>
            </a:r>
            <a:r>
              <a:rPr sz="1200" dirty="0">
                <a:latin typeface="Times New Roman"/>
                <a:cs typeface="Times New Roman"/>
              </a:rPr>
              <a:t>internal</a:t>
            </a:r>
            <a:r>
              <a:rPr sz="1200" spc="110" dirty="0">
                <a:latin typeface="Times New Roman"/>
                <a:cs typeface="Times New Roman"/>
              </a:rPr>
              <a:t> </a:t>
            </a:r>
            <a:r>
              <a:rPr sz="1200" dirty="0">
                <a:latin typeface="Times New Roman"/>
                <a:cs typeface="Times New Roman"/>
              </a:rPr>
              <a:t>logic</a:t>
            </a:r>
            <a:r>
              <a:rPr sz="1200" spc="90" dirty="0">
                <a:latin typeface="Times New Roman"/>
                <a:cs typeface="Times New Roman"/>
              </a:rPr>
              <a:t> </a:t>
            </a:r>
            <a:r>
              <a:rPr sz="1200" dirty="0">
                <a:latin typeface="Times New Roman"/>
                <a:cs typeface="Times New Roman"/>
              </a:rPr>
              <a:t>of</a:t>
            </a:r>
            <a:r>
              <a:rPr sz="1200" spc="105" dirty="0">
                <a:latin typeface="Times New Roman"/>
                <a:cs typeface="Times New Roman"/>
              </a:rPr>
              <a:t> </a:t>
            </a:r>
            <a:r>
              <a:rPr sz="1200" dirty="0">
                <a:latin typeface="Times New Roman"/>
                <a:cs typeface="Times New Roman"/>
              </a:rPr>
              <a:t>the</a:t>
            </a:r>
            <a:r>
              <a:rPr sz="1200" spc="105" dirty="0">
                <a:latin typeface="Times New Roman"/>
                <a:cs typeface="Times New Roman"/>
              </a:rPr>
              <a:t> </a:t>
            </a:r>
            <a:r>
              <a:rPr sz="1200" spc="-10" dirty="0" err="1">
                <a:latin typeface="Times New Roman"/>
                <a:cs typeface="Times New Roman"/>
              </a:rPr>
              <a:t>programme</a:t>
            </a:r>
            <a:r>
              <a:rPr sz="1200" spc="-10" dirty="0">
                <a:latin typeface="Times New Roman"/>
                <a:cs typeface="Times New Roman"/>
              </a:rPr>
              <a:t> </a:t>
            </a:r>
            <a:r>
              <a:rPr lang="en-US" sz="1200" spc="-10" dirty="0">
                <a:latin typeface="Times New Roman"/>
                <a:cs typeface="Times New Roman"/>
              </a:rPr>
              <a:t>	</a:t>
            </a:r>
            <a:r>
              <a:rPr sz="1200" dirty="0">
                <a:latin typeface="Times New Roman"/>
                <a:cs typeface="Times New Roman"/>
              </a:rPr>
              <a:t>working</a:t>
            </a:r>
            <a:r>
              <a:rPr sz="1200" spc="-35" dirty="0">
                <a:latin typeface="Times New Roman"/>
                <a:cs typeface="Times New Roman"/>
              </a:rPr>
              <a:t> </a:t>
            </a:r>
            <a:r>
              <a:rPr sz="1200" spc="-10" dirty="0">
                <a:latin typeface="Times New Roman"/>
                <a:cs typeface="Times New Roman"/>
              </a:rPr>
              <a:t>properly,</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inputting</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software</a:t>
            </a:r>
            <a:r>
              <a:rPr sz="1200" spc="-40" dirty="0">
                <a:latin typeface="Times New Roman"/>
                <a:cs typeface="Times New Roman"/>
              </a:rPr>
              <a:t> </a:t>
            </a:r>
            <a:r>
              <a:rPr sz="1200" dirty="0">
                <a:latin typeface="Times New Roman"/>
                <a:cs typeface="Times New Roman"/>
              </a:rPr>
              <a:t>generates</a:t>
            </a:r>
            <a:r>
              <a:rPr sz="1200" spc="-40" dirty="0">
                <a:latin typeface="Times New Roman"/>
                <a:cs typeface="Times New Roman"/>
              </a:rPr>
              <a:t> </a:t>
            </a:r>
            <a:r>
              <a:rPr sz="1200" dirty="0">
                <a:latin typeface="Times New Roman"/>
                <a:cs typeface="Times New Roman"/>
              </a:rPr>
              <a:t>valid</a:t>
            </a:r>
            <a:r>
              <a:rPr sz="1200" spc="-30" dirty="0">
                <a:latin typeface="Times New Roman"/>
                <a:cs typeface="Times New Roman"/>
              </a:rPr>
              <a:t> </a:t>
            </a:r>
            <a:r>
              <a:rPr sz="1200" spc="-10" dirty="0">
                <a:latin typeface="Times New Roman"/>
                <a:cs typeface="Times New Roman"/>
              </a:rPr>
              <a:t>outputs.</a:t>
            </a:r>
            <a:endParaRPr sz="1200" dirty="0">
              <a:latin typeface="Times New Roman"/>
              <a:cs typeface="Times New Roman"/>
            </a:endParaRPr>
          </a:p>
          <a:p>
            <a:pPr>
              <a:lnSpc>
                <a:spcPct val="100000"/>
              </a:lnSpc>
              <a:spcBef>
                <a:spcPts val="445"/>
              </a:spcBef>
            </a:pPr>
            <a:endParaRPr sz="1200" dirty="0">
              <a:latin typeface="Times New Roman"/>
              <a:cs typeface="Times New Roman"/>
            </a:endParaRPr>
          </a:p>
          <a:p>
            <a:pPr marL="241300" indent="-228600" algn="just">
              <a:lnSpc>
                <a:spcPct val="100000"/>
              </a:lnSpc>
              <a:buAutoNum type="arabicPeriod"/>
              <a:tabLst>
                <a:tab pos="241300" algn="l"/>
              </a:tabLst>
            </a:pPr>
            <a:r>
              <a:rPr sz="1200" b="1" dirty="0">
                <a:latin typeface="Times New Roman"/>
                <a:cs typeface="Times New Roman"/>
              </a:rPr>
              <a:t>Camera</a:t>
            </a:r>
            <a:r>
              <a:rPr sz="1200" b="1" spc="-25" dirty="0">
                <a:latin typeface="Times New Roman"/>
                <a:cs typeface="Times New Roman"/>
              </a:rPr>
              <a:t> </a:t>
            </a:r>
            <a:r>
              <a:rPr sz="1200" b="1" dirty="0">
                <a:latin typeface="Times New Roman"/>
                <a:cs typeface="Times New Roman"/>
              </a:rPr>
              <a:t>Input:</a:t>
            </a:r>
            <a:r>
              <a:rPr sz="1200" b="1" spc="-5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process</a:t>
            </a:r>
            <a:r>
              <a:rPr sz="1200" spc="-25" dirty="0">
                <a:latin typeface="Times New Roman"/>
                <a:cs typeface="Times New Roman"/>
              </a:rPr>
              <a:t> </a:t>
            </a:r>
            <a:r>
              <a:rPr sz="1200" dirty="0">
                <a:latin typeface="Times New Roman"/>
                <a:cs typeface="Times New Roman"/>
              </a:rPr>
              <a:t>starts</a:t>
            </a:r>
            <a:r>
              <a:rPr sz="1200" spc="-30"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capturing</a:t>
            </a:r>
            <a:r>
              <a:rPr sz="1200" spc="-1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live</a:t>
            </a:r>
            <a:r>
              <a:rPr sz="1200" spc="-30" dirty="0">
                <a:latin typeface="Times New Roman"/>
                <a:cs typeface="Times New Roman"/>
              </a:rPr>
              <a:t> </a:t>
            </a:r>
            <a:r>
              <a:rPr sz="1200" dirty="0">
                <a:latin typeface="Times New Roman"/>
                <a:cs typeface="Times New Roman"/>
              </a:rPr>
              <a:t>video</a:t>
            </a:r>
            <a:r>
              <a:rPr sz="1200" spc="-20" dirty="0">
                <a:latin typeface="Times New Roman"/>
                <a:cs typeface="Times New Roman"/>
              </a:rPr>
              <a:t> </a:t>
            </a:r>
            <a:r>
              <a:rPr sz="1200" dirty="0">
                <a:latin typeface="Times New Roman"/>
                <a:cs typeface="Times New Roman"/>
              </a:rPr>
              <a:t>feed</a:t>
            </a:r>
            <a:r>
              <a:rPr sz="1200" spc="-25"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camera.</a:t>
            </a:r>
            <a:endParaRPr sz="1200" dirty="0">
              <a:latin typeface="Times New Roman"/>
              <a:cs typeface="Times New Roman"/>
            </a:endParaRPr>
          </a:p>
          <a:p>
            <a:pPr marL="241300" marR="5715" indent="-228600" algn="just">
              <a:lnSpc>
                <a:spcPct val="143600"/>
              </a:lnSpc>
              <a:spcBef>
                <a:spcPts val="10"/>
              </a:spcBef>
              <a:buAutoNum type="arabicPeriod"/>
              <a:tabLst>
                <a:tab pos="241300" algn="l"/>
              </a:tabLst>
            </a:pPr>
            <a:r>
              <a:rPr sz="1200" b="1" dirty="0">
                <a:latin typeface="Times New Roman"/>
                <a:cs typeface="Times New Roman"/>
              </a:rPr>
              <a:t>Finished</a:t>
            </a:r>
            <a:r>
              <a:rPr sz="1200" b="1" spc="70" dirty="0">
                <a:latin typeface="Times New Roman"/>
                <a:cs typeface="Times New Roman"/>
              </a:rPr>
              <a:t> </a:t>
            </a:r>
            <a:r>
              <a:rPr sz="1200" b="1" dirty="0">
                <a:latin typeface="Times New Roman"/>
                <a:cs typeface="Times New Roman"/>
              </a:rPr>
              <a:t>Image:</a:t>
            </a:r>
            <a:r>
              <a:rPr sz="1200" b="1" spc="45"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incoming</a:t>
            </a:r>
            <a:r>
              <a:rPr sz="1200" spc="65" dirty="0">
                <a:latin typeface="Times New Roman"/>
                <a:cs typeface="Times New Roman"/>
              </a:rPr>
              <a:t> </a:t>
            </a:r>
            <a:r>
              <a:rPr sz="1200" dirty="0">
                <a:latin typeface="Times New Roman"/>
                <a:cs typeface="Times New Roman"/>
              </a:rPr>
              <a:t>video</a:t>
            </a:r>
            <a:r>
              <a:rPr sz="1200" spc="70" dirty="0">
                <a:latin typeface="Times New Roman"/>
                <a:cs typeface="Times New Roman"/>
              </a:rPr>
              <a:t> </a:t>
            </a:r>
            <a:r>
              <a:rPr sz="1200" dirty="0">
                <a:latin typeface="Times New Roman"/>
                <a:cs typeface="Times New Roman"/>
              </a:rPr>
              <a:t>frame</a:t>
            </a:r>
            <a:r>
              <a:rPr sz="1200" spc="75" dirty="0">
                <a:latin typeface="Times New Roman"/>
                <a:cs typeface="Times New Roman"/>
              </a:rPr>
              <a:t> </a:t>
            </a:r>
            <a:r>
              <a:rPr sz="1200" dirty="0">
                <a:latin typeface="Times New Roman"/>
                <a:cs typeface="Times New Roman"/>
              </a:rPr>
              <a:t>is</a:t>
            </a:r>
            <a:r>
              <a:rPr sz="1200" spc="70" dirty="0">
                <a:latin typeface="Times New Roman"/>
                <a:cs typeface="Times New Roman"/>
              </a:rPr>
              <a:t> </a:t>
            </a:r>
            <a:r>
              <a:rPr sz="1200" dirty="0">
                <a:latin typeface="Times New Roman"/>
                <a:cs typeface="Times New Roman"/>
              </a:rPr>
              <a:t>processed</a:t>
            </a:r>
            <a:r>
              <a:rPr sz="1200" spc="75" dirty="0">
                <a:latin typeface="Times New Roman"/>
                <a:cs typeface="Times New Roman"/>
              </a:rPr>
              <a:t> </a:t>
            </a:r>
            <a:r>
              <a:rPr sz="1200" dirty="0">
                <a:latin typeface="Times New Roman"/>
                <a:cs typeface="Times New Roman"/>
              </a:rPr>
              <a:t>and</a:t>
            </a:r>
            <a:r>
              <a:rPr sz="1200" spc="80" dirty="0">
                <a:latin typeface="Times New Roman"/>
                <a:cs typeface="Times New Roman"/>
              </a:rPr>
              <a:t> </a:t>
            </a:r>
            <a:r>
              <a:rPr sz="1200" dirty="0">
                <a:latin typeface="Times New Roman"/>
                <a:cs typeface="Times New Roman"/>
              </a:rPr>
              <a:t>a</a:t>
            </a:r>
            <a:r>
              <a:rPr sz="1200" spc="65" dirty="0">
                <a:latin typeface="Times New Roman"/>
                <a:cs typeface="Times New Roman"/>
              </a:rPr>
              <a:t> </a:t>
            </a:r>
            <a:r>
              <a:rPr sz="1200" dirty="0">
                <a:latin typeface="Times New Roman"/>
                <a:cs typeface="Times New Roman"/>
              </a:rPr>
              <a:t>"finished</a:t>
            </a:r>
            <a:r>
              <a:rPr sz="1200" spc="65" dirty="0">
                <a:latin typeface="Times New Roman"/>
                <a:cs typeface="Times New Roman"/>
              </a:rPr>
              <a:t> </a:t>
            </a:r>
            <a:r>
              <a:rPr sz="1200" dirty="0">
                <a:latin typeface="Times New Roman"/>
                <a:cs typeface="Times New Roman"/>
              </a:rPr>
              <a:t>image"</a:t>
            </a:r>
            <a:r>
              <a:rPr sz="1200" spc="70" dirty="0">
                <a:latin typeface="Times New Roman"/>
                <a:cs typeface="Times New Roman"/>
              </a:rPr>
              <a:t> </a:t>
            </a:r>
            <a:r>
              <a:rPr sz="1200" dirty="0">
                <a:latin typeface="Times New Roman"/>
                <a:cs typeface="Times New Roman"/>
              </a:rPr>
              <a:t>is</a:t>
            </a:r>
            <a:r>
              <a:rPr sz="1200" spc="70" dirty="0">
                <a:latin typeface="Times New Roman"/>
                <a:cs typeface="Times New Roman"/>
              </a:rPr>
              <a:t> </a:t>
            </a:r>
            <a:r>
              <a:rPr sz="1200" spc="-10" dirty="0">
                <a:latin typeface="Times New Roman"/>
                <a:cs typeface="Times New Roman"/>
              </a:rPr>
              <a:t>generated, </a:t>
            </a:r>
            <a:r>
              <a:rPr sz="1200" dirty="0">
                <a:latin typeface="Times New Roman"/>
                <a:cs typeface="Times New Roman"/>
              </a:rPr>
              <a:t>likely</a:t>
            </a:r>
            <a:r>
              <a:rPr sz="1200" spc="270" dirty="0">
                <a:latin typeface="Times New Roman"/>
                <a:cs typeface="Times New Roman"/>
              </a:rPr>
              <a:t> </a:t>
            </a:r>
            <a:r>
              <a:rPr sz="1200" dirty="0">
                <a:latin typeface="Times New Roman"/>
                <a:cs typeface="Times New Roman"/>
              </a:rPr>
              <a:t>with</a:t>
            </a:r>
            <a:r>
              <a:rPr sz="1200" spc="275" dirty="0">
                <a:latin typeface="Times New Roman"/>
                <a:cs typeface="Times New Roman"/>
              </a:rPr>
              <a:t> </a:t>
            </a:r>
            <a:r>
              <a:rPr sz="1200" dirty="0">
                <a:latin typeface="Times New Roman"/>
                <a:cs typeface="Times New Roman"/>
              </a:rPr>
              <a:t>some</a:t>
            </a:r>
            <a:r>
              <a:rPr sz="1200" spc="270" dirty="0">
                <a:latin typeface="Times New Roman"/>
                <a:cs typeface="Times New Roman"/>
              </a:rPr>
              <a:t> </a:t>
            </a:r>
            <a:r>
              <a:rPr sz="1200" spc="-10" dirty="0">
                <a:latin typeface="Times New Roman"/>
                <a:cs typeface="Times New Roman"/>
              </a:rPr>
              <a:t>pre-</a:t>
            </a:r>
            <a:r>
              <a:rPr sz="1200" dirty="0">
                <a:latin typeface="Times New Roman"/>
                <a:cs typeface="Times New Roman"/>
              </a:rPr>
              <a:t>processing</a:t>
            </a:r>
            <a:r>
              <a:rPr sz="1200" spc="275" dirty="0">
                <a:latin typeface="Times New Roman"/>
                <a:cs typeface="Times New Roman"/>
              </a:rPr>
              <a:t> </a:t>
            </a:r>
            <a:r>
              <a:rPr sz="1200" dirty="0">
                <a:latin typeface="Times New Roman"/>
                <a:cs typeface="Times New Roman"/>
              </a:rPr>
              <a:t>steps</a:t>
            </a:r>
            <a:r>
              <a:rPr sz="1200" spc="270" dirty="0">
                <a:latin typeface="Times New Roman"/>
                <a:cs typeface="Times New Roman"/>
              </a:rPr>
              <a:t> </a:t>
            </a:r>
            <a:r>
              <a:rPr sz="1200" dirty="0">
                <a:latin typeface="Times New Roman"/>
                <a:cs typeface="Times New Roman"/>
              </a:rPr>
              <a:t>like</a:t>
            </a:r>
            <a:r>
              <a:rPr sz="1200" spc="270" dirty="0">
                <a:latin typeface="Times New Roman"/>
                <a:cs typeface="Times New Roman"/>
              </a:rPr>
              <a:t> </a:t>
            </a:r>
            <a:r>
              <a:rPr sz="1200" dirty="0">
                <a:latin typeface="Times New Roman"/>
                <a:cs typeface="Times New Roman"/>
              </a:rPr>
              <a:t>noise</a:t>
            </a:r>
            <a:r>
              <a:rPr sz="1200" spc="270" dirty="0">
                <a:latin typeface="Times New Roman"/>
                <a:cs typeface="Times New Roman"/>
              </a:rPr>
              <a:t> </a:t>
            </a:r>
            <a:r>
              <a:rPr sz="1200" dirty="0">
                <a:latin typeface="Times New Roman"/>
                <a:cs typeface="Times New Roman"/>
              </a:rPr>
              <a:t>reduction</a:t>
            </a:r>
            <a:r>
              <a:rPr sz="1200" spc="275" dirty="0">
                <a:latin typeface="Times New Roman"/>
                <a:cs typeface="Times New Roman"/>
              </a:rPr>
              <a:t> </a:t>
            </a:r>
            <a:r>
              <a:rPr sz="1200" dirty="0">
                <a:latin typeface="Times New Roman"/>
                <a:cs typeface="Times New Roman"/>
              </a:rPr>
              <a:t>or</a:t>
            </a:r>
            <a:r>
              <a:rPr sz="1200" spc="270" dirty="0">
                <a:latin typeface="Times New Roman"/>
                <a:cs typeface="Times New Roman"/>
              </a:rPr>
              <a:t> </a:t>
            </a:r>
            <a:r>
              <a:rPr sz="1200" dirty="0">
                <a:latin typeface="Times New Roman"/>
                <a:cs typeface="Times New Roman"/>
              </a:rPr>
              <a:t>frame</a:t>
            </a:r>
            <a:r>
              <a:rPr sz="1200" spc="270" dirty="0">
                <a:latin typeface="Times New Roman"/>
                <a:cs typeface="Times New Roman"/>
              </a:rPr>
              <a:t> </a:t>
            </a:r>
            <a:r>
              <a:rPr sz="1200" dirty="0">
                <a:latin typeface="Times New Roman"/>
                <a:cs typeface="Times New Roman"/>
              </a:rPr>
              <a:t>rate</a:t>
            </a:r>
            <a:r>
              <a:rPr sz="1200" spc="265" dirty="0">
                <a:latin typeface="Times New Roman"/>
                <a:cs typeface="Times New Roman"/>
              </a:rPr>
              <a:t> </a:t>
            </a:r>
            <a:r>
              <a:rPr sz="1200" dirty="0">
                <a:latin typeface="Times New Roman"/>
                <a:cs typeface="Times New Roman"/>
              </a:rPr>
              <a:t>control</a:t>
            </a:r>
            <a:endParaRPr lang="en-US" sz="1200" dirty="0">
              <a:latin typeface="Times New Roman"/>
              <a:cs typeface="Times New Roman"/>
            </a:endParaRPr>
          </a:p>
          <a:p>
            <a:pPr marL="241300" marR="5715" indent="-228600" algn="just">
              <a:lnSpc>
                <a:spcPct val="143600"/>
              </a:lnSpc>
              <a:spcBef>
                <a:spcPts val="10"/>
              </a:spcBef>
              <a:buAutoNum type="arabicPeriod"/>
              <a:tabLst>
                <a:tab pos="241300" algn="l"/>
              </a:tabLst>
            </a:pPr>
            <a:r>
              <a:rPr sz="1200" b="1" dirty="0">
                <a:latin typeface="Times New Roman"/>
                <a:cs typeface="Times New Roman"/>
              </a:rPr>
              <a:t>Hand</a:t>
            </a:r>
            <a:r>
              <a:rPr sz="1200" b="1" spc="120" dirty="0">
                <a:latin typeface="Times New Roman"/>
                <a:cs typeface="Times New Roman"/>
              </a:rPr>
              <a:t> </a:t>
            </a:r>
            <a:r>
              <a:rPr sz="1200" b="1" dirty="0">
                <a:latin typeface="Times New Roman"/>
                <a:cs typeface="Times New Roman"/>
              </a:rPr>
              <a:t>Detection</a:t>
            </a:r>
            <a:r>
              <a:rPr sz="1200" b="1" spc="120" dirty="0">
                <a:latin typeface="Times New Roman"/>
                <a:cs typeface="Times New Roman"/>
              </a:rPr>
              <a:t> </a:t>
            </a:r>
            <a:r>
              <a:rPr sz="1200" b="1" dirty="0">
                <a:latin typeface="Times New Roman"/>
                <a:cs typeface="Times New Roman"/>
              </a:rPr>
              <a:t>(with</a:t>
            </a:r>
            <a:r>
              <a:rPr sz="1200" b="1" spc="125" dirty="0">
                <a:latin typeface="Times New Roman"/>
                <a:cs typeface="Times New Roman"/>
              </a:rPr>
              <a:t> </a:t>
            </a:r>
            <a:r>
              <a:rPr sz="1200" b="1" dirty="0">
                <a:latin typeface="Times New Roman"/>
                <a:cs typeface="Times New Roman"/>
              </a:rPr>
              <a:t>Special</a:t>
            </a:r>
            <a:r>
              <a:rPr sz="1200" b="1" spc="120" dirty="0">
                <a:latin typeface="Times New Roman"/>
                <a:cs typeface="Times New Roman"/>
              </a:rPr>
              <a:t> </a:t>
            </a:r>
            <a:r>
              <a:rPr sz="1200" b="1" dirty="0">
                <a:latin typeface="Times New Roman"/>
                <a:cs typeface="Times New Roman"/>
              </a:rPr>
              <a:t>Conditions):</a:t>
            </a:r>
            <a:r>
              <a:rPr sz="1200" b="1" spc="105" dirty="0">
                <a:latin typeface="Times New Roman"/>
                <a:cs typeface="Times New Roman"/>
              </a:rPr>
              <a:t> </a:t>
            </a:r>
            <a:r>
              <a:rPr sz="1200" dirty="0">
                <a:latin typeface="Times New Roman"/>
                <a:cs typeface="Times New Roman"/>
              </a:rPr>
              <a:t>The</a:t>
            </a:r>
            <a:r>
              <a:rPr sz="1200" spc="110" dirty="0">
                <a:latin typeface="Times New Roman"/>
                <a:cs typeface="Times New Roman"/>
              </a:rPr>
              <a:t> </a:t>
            </a:r>
            <a:r>
              <a:rPr sz="1200" dirty="0">
                <a:latin typeface="Times New Roman"/>
                <a:cs typeface="Times New Roman"/>
              </a:rPr>
              <a:t>"finished</a:t>
            </a:r>
            <a:r>
              <a:rPr sz="1200" spc="114" dirty="0">
                <a:latin typeface="Times New Roman"/>
                <a:cs typeface="Times New Roman"/>
              </a:rPr>
              <a:t> </a:t>
            </a:r>
            <a:r>
              <a:rPr sz="1200" dirty="0">
                <a:latin typeface="Times New Roman"/>
                <a:cs typeface="Times New Roman"/>
              </a:rPr>
              <a:t>image"</a:t>
            </a:r>
            <a:r>
              <a:rPr sz="1200" spc="125" dirty="0">
                <a:latin typeface="Times New Roman"/>
                <a:cs typeface="Times New Roman"/>
              </a:rPr>
              <a:t> </a:t>
            </a:r>
            <a:r>
              <a:rPr sz="1200" dirty="0">
                <a:latin typeface="Times New Roman"/>
                <a:cs typeface="Times New Roman"/>
              </a:rPr>
              <a:t>is</a:t>
            </a:r>
            <a:r>
              <a:rPr sz="1200" spc="120" dirty="0">
                <a:latin typeface="Times New Roman"/>
                <a:cs typeface="Times New Roman"/>
              </a:rPr>
              <a:t> </a:t>
            </a:r>
            <a:r>
              <a:rPr sz="1200" dirty="0">
                <a:latin typeface="Times New Roman"/>
                <a:cs typeface="Times New Roman"/>
              </a:rPr>
              <a:t>then</a:t>
            </a:r>
            <a:r>
              <a:rPr sz="1200" spc="120" dirty="0">
                <a:latin typeface="Times New Roman"/>
                <a:cs typeface="Times New Roman"/>
              </a:rPr>
              <a:t> </a:t>
            </a:r>
            <a:r>
              <a:rPr sz="1200" dirty="0">
                <a:latin typeface="Times New Roman"/>
                <a:cs typeface="Times New Roman"/>
              </a:rPr>
              <a:t>analyzed</a:t>
            </a:r>
            <a:r>
              <a:rPr sz="1200" spc="114" dirty="0">
                <a:latin typeface="Times New Roman"/>
                <a:cs typeface="Times New Roman"/>
              </a:rPr>
              <a:t> </a:t>
            </a:r>
            <a:r>
              <a:rPr sz="1200" dirty="0">
                <a:latin typeface="Times New Roman"/>
                <a:cs typeface="Times New Roman"/>
              </a:rPr>
              <a:t>for</a:t>
            </a:r>
            <a:r>
              <a:rPr sz="1200" spc="110" dirty="0">
                <a:latin typeface="Times New Roman"/>
                <a:cs typeface="Times New Roman"/>
              </a:rPr>
              <a:t> </a:t>
            </a:r>
            <a:r>
              <a:rPr sz="1200" spc="-20" dirty="0">
                <a:latin typeface="Times New Roman"/>
                <a:cs typeface="Times New Roman"/>
              </a:rPr>
              <a:t>hand </a:t>
            </a:r>
            <a:r>
              <a:rPr sz="1200" dirty="0">
                <a:latin typeface="Times New Roman"/>
                <a:cs typeface="Times New Roman"/>
              </a:rPr>
              <a:t>presence</a:t>
            </a:r>
            <a:r>
              <a:rPr sz="1200" spc="-30" dirty="0">
                <a:latin typeface="Times New Roman"/>
                <a:cs typeface="Times New Roman"/>
              </a:rPr>
              <a:t> </a:t>
            </a:r>
            <a:r>
              <a:rPr sz="1200" dirty="0">
                <a:latin typeface="Times New Roman"/>
                <a:cs typeface="Times New Roman"/>
              </a:rPr>
              <a:t>using</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Hand</a:t>
            </a:r>
            <a:r>
              <a:rPr sz="1200" spc="-20" dirty="0">
                <a:latin typeface="Times New Roman"/>
                <a:cs typeface="Times New Roman"/>
              </a:rPr>
              <a:t> </a:t>
            </a:r>
            <a:r>
              <a:rPr sz="1200" dirty="0">
                <a:latin typeface="Times New Roman"/>
                <a:cs typeface="Times New Roman"/>
              </a:rPr>
              <a:t>Detection</a:t>
            </a:r>
            <a:r>
              <a:rPr sz="1200" spc="-25" dirty="0">
                <a:latin typeface="Times New Roman"/>
                <a:cs typeface="Times New Roman"/>
              </a:rPr>
              <a:t> </a:t>
            </a:r>
            <a:r>
              <a:rPr sz="1200" spc="-10" dirty="0">
                <a:latin typeface="Times New Roman"/>
                <a:cs typeface="Times New Roman"/>
              </a:rPr>
              <a:t>algorithm.</a:t>
            </a:r>
            <a:endParaRPr sz="1200" dirty="0">
              <a:latin typeface="Times New Roman"/>
              <a:cs typeface="Times New Roman"/>
            </a:endParaRPr>
          </a:p>
          <a:p>
            <a:pPr marL="241300" algn="just">
              <a:lnSpc>
                <a:spcPct val="100000"/>
              </a:lnSpc>
              <a:spcBef>
                <a:spcPts val="635"/>
              </a:spcBef>
            </a:pPr>
            <a:r>
              <a:rPr sz="1200" spc="-10" dirty="0">
                <a:latin typeface="Times New Roman"/>
                <a:cs typeface="Times New Roman"/>
              </a:rPr>
              <a:t>Importantly,</a:t>
            </a:r>
            <a:r>
              <a:rPr sz="1200" spc="-2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step</a:t>
            </a:r>
            <a:r>
              <a:rPr sz="1200" spc="-2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skipped</a:t>
            </a:r>
            <a:r>
              <a:rPr sz="1200" spc="-20" dirty="0">
                <a:latin typeface="Times New Roman"/>
                <a:cs typeface="Times New Roman"/>
              </a:rPr>
              <a:t> </a:t>
            </a:r>
            <a:r>
              <a:rPr sz="1200" dirty="0">
                <a:latin typeface="Times New Roman"/>
                <a:cs typeface="Times New Roman"/>
              </a:rPr>
              <a:t>under</a:t>
            </a:r>
            <a:r>
              <a:rPr sz="1200" spc="-20" dirty="0">
                <a:latin typeface="Times New Roman"/>
                <a:cs typeface="Times New Roman"/>
              </a:rPr>
              <a:t> </a:t>
            </a:r>
            <a:r>
              <a:rPr sz="1200" dirty="0">
                <a:latin typeface="Times New Roman"/>
                <a:cs typeface="Times New Roman"/>
              </a:rPr>
              <a:t>two</a:t>
            </a:r>
            <a:r>
              <a:rPr sz="1200" spc="-20" dirty="0">
                <a:latin typeface="Times New Roman"/>
                <a:cs typeface="Times New Roman"/>
              </a:rPr>
              <a:t> </a:t>
            </a:r>
            <a:r>
              <a:rPr sz="1200" spc="-10" dirty="0">
                <a:latin typeface="Times New Roman"/>
                <a:cs typeface="Times New Roman"/>
              </a:rPr>
              <a:t>conditions:</a:t>
            </a:r>
            <a:endParaRPr sz="1200" dirty="0">
              <a:latin typeface="Times New Roman"/>
              <a:cs typeface="Times New Roman"/>
            </a:endParaRPr>
          </a:p>
          <a:p>
            <a:pPr marL="697865" lvl="1" indent="-228600">
              <a:lnSpc>
                <a:spcPct val="100000"/>
              </a:lnSpc>
              <a:spcBef>
                <a:spcPts val="725"/>
              </a:spcBef>
              <a:buFont typeface="Symbol"/>
              <a:buChar char=""/>
              <a:tabLst>
                <a:tab pos="697865" algn="l"/>
              </a:tabLst>
            </a:pP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very</a:t>
            </a:r>
            <a:r>
              <a:rPr sz="1200" spc="-15" dirty="0">
                <a:latin typeface="Times New Roman"/>
                <a:cs typeface="Times New Roman"/>
              </a:rPr>
              <a:t> </a:t>
            </a:r>
            <a:r>
              <a:rPr sz="1200" dirty="0">
                <a:latin typeface="Times New Roman"/>
                <a:cs typeface="Times New Roman"/>
              </a:rPr>
              <a:t>first</a:t>
            </a:r>
            <a:r>
              <a:rPr sz="1200" spc="-15" dirty="0">
                <a:latin typeface="Times New Roman"/>
                <a:cs typeface="Times New Roman"/>
              </a:rPr>
              <a:t> </a:t>
            </a:r>
            <a:r>
              <a:rPr sz="1200" dirty="0">
                <a:latin typeface="Times New Roman"/>
                <a:cs typeface="Times New Roman"/>
              </a:rPr>
              <a:t>frame</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video.</a:t>
            </a:r>
            <a:endParaRPr sz="1200" dirty="0">
              <a:latin typeface="Times New Roman"/>
              <a:cs typeface="Times New Roman"/>
            </a:endParaRPr>
          </a:p>
          <a:p>
            <a:pPr marL="697865" lvl="1" indent="-228600">
              <a:lnSpc>
                <a:spcPct val="100000"/>
              </a:lnSpc>
              <a:spcBef>
                <a:spcPts val="720"/>
              </a:spcBef>
              <a:buFont typeface="Symbol"/>
              <a:buChar char=""/>
              <a:tabLst>
                <a:tab pos="697865" algn="l"/>
              </a:tabLst>
            </a:pPr>
            <a:r>
              <a:rPr sz="1200" dirty="0">
                <a:latin typeface="Times New Roman"/>
                <a:cs typeface="Times New Roman"/>
              </a:rPr>
              <a:t>If</a:t>
            </a:r>
            <a:r>
              <a:rPr sz="1200" spc="-30" dirty="0">
                <a:latin typeface="Times New Roman"/>
                <a:cs typeface="Times New Roman"/>
              </a:rPr>
              <a:t> </a:t>
            </a:r>
            <a:r>
              <a:rPr sz="1200" dirty="0">
                <a:latin typeface="Times New Roman"/>
                <a:cs typeface="Times New Roman"/>
              </a:rPr>
              <a:t>no</a:t>
            </a:r>
            <a:r>
              <a:rPr sz="1200" spc="-20" dirty="0">
                <a:latin typeface="Times New Roman"/>
                <a:cs typeface="Times New Roman"/>
              </a:rPr>
              <a:t> </a:t>
            </a:r>
            <a:r>
              <a:rPr sz="1200" dirty="0">
                <a:latin typeface="Times New Roman"/>
                <a:cs typeface="Times New Roman"/>
              </a:rPr>
              <a:t>hand</a:t>
            </a:r>
            <a:r>
              <a:rPr sz="1200" spc="-2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detected</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previous</a:t>
            </a:r>
            <a:r>
              <a:rPr sz="1200" spc="-20" dirty="0">
                <a:latin typeface="Times New Roman"/>
                <a:cs typeface="Times New Roman"/>
              </a:rPr>
              <a:t> </a:t>
            </a:r>
            <a:r>
              <a:rPr sz="1200" spc="-10" dirty="0">
                <a:latin typeface="Times New Roman"/>
                <a:cs typeface="Times New Roman"/>
              </a:rPr>
              <a:t>frame.</a:t>
            </a:r>
            <a:endParaRPr sz="1200" dirty="0">
              <a:latin typeface="Times New Roman"/>
              <a:cs typeface="Times New Roman"/>
            </a:endParaRPr>
          </a:p>
          <a:p>
            <a:pPr marL="241300" marR="8255" indent="-228600">
              <a:lnSpc>
                <a:spcPts val="2080"/>
              </a:lnSpc>
              <a:spcBef>
                <a:spcPts val="145"/>
              </a:spcBef>
              <a:buAutoNum type="arabicPeriod" startAt="4"/>
              <a:tabLst>
                <a:tab pos="241300" algn="l"/>
              </a:tabLst>
            </a:pPr>
            <a:r>
              <a:rPr sz="1200" b="1" dirty="0">
                <a:latin typeface="Times New Roman"/>
                <a:cs typeface="Times New Roman"/>
              </a:rPr>
              <a:t>Detection</a:t>
            </a:r>
            <a:r>
              <a:rPr sz="1200" b="1" spc="35" dirty="0">
                <a:latin typeface="Times New Roman"/>
                <a:cs typeface="Times New Roman"/>
              </a:rPr>
              <a:t> </a:t>
            </a:r>
            <a:r>
              <a:rPr sz="1200" b="1" dirty="0">
                <a:latin typeface="Times New Roman"/>
                <a:cs typeface="Times New Roman"/>
              </a:rPr>
              <a:t>to</a:t>
            </a:r>
            <a:r>
              <a:rPr sz="1200" b="1" spc="30" dirty="0">
                <a:latin typeface="Times New Roman"/>
                <a:cs typeface="Times New Roman"/>
              </a:rPr>
              <a:t> </a:t>
            </a:r>
            <a:r>
              <a:rPr sz="1200" b="1" dirty="0">
                <a:latin typeface="Times New Roman"/>
                <a:cs typeface="Times New Roman"/>
              </a:rPr>
              <a:t>Rectangle:</a:t>
            </a:r>
            <a:r>
              <a:rPr sz="1200" b="1" spc="4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hand</a:t>
            </a:r>
            <a:r>
              <a:rPr sz="1200" spc="3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detected,</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bounding</a:t>
            </a:r>
            <a:r>
              <a:rPr sz="1200" spc="35" dirty="0">
                <a:latin typeface="Times New Roman"/>
                <a:cs typeface="Times New Roman"/>
              </a:rPr>
              <a:t> </a:t>
            </a:r>
            <a:r>
              <a:rPr sz="1200" dirty="0">
                <a:latin typeface="Times New Roman"/>
                <a:cs typeface="Times New Roman"/>
              </a:rPr>
              <a:t>box</a:t>
            </a:r>
            <a:r>
              <a:rPr sz="1200" spc="30" dirty="0">
                <a:latin typeface="Times New Roman"/>
                <a:cs typeface="Times New Roman"/>
              </a:rPr>
              <a:t> </a:t>
            </a:r>
            <a:r>
              <a:rPr sz="1200" dirty="0">
                <a:latin typeface="Times New Roman"/>
                <a:cs typeface="Times New Roman"/>
              </a:rPr>
              <a:t>(rectangle)</a:t>
            </a:r>
            <a:r>
              <a:rPr sz="1200" spc="30" dirty="0">
                <a:latin typeface="Times New Roman"/>
                <a:cs typeface="Times New Roman"/>
              </a:rPr>
              <a:t> </a:t>
            </a:r>
            <a:r>
              <a:rPr sz="1200" dirty="0">
                <a:latin typeface="Times New Roman"/>
                <a:cs typeface="Times New Roman"/>
              </a:rPr>
              <a:t>around</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hand</a:t>
            </a:r>
            <a:r>
              <a:rPr sz="1200" spc="30" dirty="0">
                <a:latin typeface="Times New Roman"/>
                <a:cs typeface="Times New Roman"/>
              </a:rPr>
              <a:t> </a:t>
            </a:r>
            <a:r>
              <a:rPr sz="1200" spc="-25" dirty="0">
                <a:latin typeface="Times New Roman"/>
                <a:cs typeface="Times New Roman"/>
              </a:rPr>
              <a:t>is </a:t>
            </a:r>
            <a:r>
              <a:rPr sz="1200" spc="-10" dirty="0">
                <a:latin typeface="Times New Roman"/>
                <a:cs typeface="Times New Roman"/>
              </a:rPr>
              <a:t>determined.</a:t>
            </a:r>
            <a:r>
              <a:rPr sz="1200" spc="-45" dirty="0">
                <a:latin typeface="Times New Roman"/>
                <a:cs typeface="Times New Roman"/>
              </a:rPr>
              <a:t> </a:t>
            </a:r>
            <a:r>
              <a:rPr sz="1200" dirty="0">
                <a:latin typeface="Times New Roman"/>
                <a:cs typeface="Times New Roman"/>
              </a:rPr>
              <a:t>This</a:t>
            </a:r>
            <a:r>
              <a:rPr sz="1200" spc="-20" dirty="0">
                <a:latin typeface="Times New Roman"/>
                <a:cs typeface="Times New Roman"/>
              </a:rPr>
              <a:t> </a:t>
            </a:r>
            <a:r>
              <a:rPr sz="1200" dirty="0">
                <a:latin typeface="Times New Roman"/>
                <a:cs typeface="Times New Roman"/>
              </a:rPr>
              <a:t>rectangle</a:t>
            </a:r>
            <a:r>
              <a:rPr sz="1200" spc="-20" dirty="0">
                <a:latin typeface="Times New Roman"/>
                <a:cs typeface="Times New Roman"/>
              </a:rPr>
              <a:t> </a:t>
            </a:r>
            <a:r>
              <a:rPr sz="1200" dirty="0">
                <a:latin typeface="Times New Roman"/>
                <a:cs typeface="Times New Roman"/>
              </a:rPr>
              <a:t>helps</a:t>
            </a:r>
            <a:r>
              <a:rPr sz="1200" spc="-2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focusing</a:t>
            </a:r>
            <a:r>
              <a:rPr sz="1200" spc="-1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hand</a:t>
            </a:r>
            <a:r>
              <a:rPr sz="1200" spc="-15" dirty="0">
                <a:latin typeface="Times New Roman"/>
                <a:cs typeface="Times New Roman"/>
              </a:rPr>
              <a:t> </a:t>
            </a:r>
            <a:r>
              <a:rPr sz="1200" dirty="0">
                <a:latin typeface="Times New Roman"/>
                <a:cs typeface="Times New Roman"/>
              </a:rPr>
              <a:t>area</a:t>
            </a:r>
            <a:r>
              <a:rPr sz="1200" spc="-1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further</a:t>
            </a:r>
            <a:r>
              <a:rPr sz="1200" spc="-20" dirty="0">
                <a:latin typeface="Times New Roman"/>
                <a:cs typeface="Times New Roman"/>
              </a:rPr>
              <a:t> </a:t>
            </a:r>
            <a:r>
              <a:rPr sz="1200" spc="-10" dirty="0">
                <a:latin typeface="Times New Roman"/>
                <a:cs typeface="Times New Roman"/>
              </a:rPr>
              <a:t>processing.</a:t>
            </a:r>
            <a:endParaRPr sz="1200" dirty="0">
              <a:latin typeface="Times New Roman"/>
              <a:cs typeface="Times New Roman"/>
            </a:endParaRPr>
          </a:p>
          <a:p>
            <a:pPr marL="241300" indent="-228600">
              <a:lnSpc>
                <a:spcPct val="100000"/>
              </a:lnSpc>
              <a:spcBef>
                <a:spcPts val="445"/>
              </a:spcBef>
              <a:buAutoNum type="arabicPeriod" startAt="4"/>
              <a:tabLst>
                <a:tab pos="241300" algn="l"/>
              </a:tabLst>
            </a:pPr>
            <a:r>
              <a:rPr sz="1200" b="1" dirty="0">
                <a:latin typeface="Times New Roman"/>
                <a:cs typeface="Times New Roman"/>
              </a:rPr>
              <a:t>Cropping:</a:t>
            </a:r>
            <a:r>
              <a:rPr sz="1200" b="1" spc="190" dirty="0">
                <a:latin typeface="Times New Roman"/>
                <a:cs typeface="Times New Roman"/>
              </a:rPr>
              <a:t> </a:t>
            </a:r>
            <a:r>
              <a:rPr sz="1200" dirty="0">
                <a:latin typeface="Times New Roman"/>
                <a:cs typeface="Times New Roman"/>
              </a:rPr>
              <a:t>The</a:t>
            </a:r>
            <a:r>
              <a:rPr sz="1200" spc="225" dirty="0">
                <a:latin typeface="Times New Roman"/>
                <a:cs typeface="Times New Roman"/>
              </a:rPr>
              <a:t> </a:t>
            </a:r>
            <a:r>
              <a:rPr sz="1200" dirty="0">
                <a:latin typeface="Times New Roman"/>
                <a:cs typeface="Times New Roman"/>
              </a:rPr>
              <a:t>image</a:t>
            </a:r>
            <a:r>
              <a:rPr sz="1200" spc="220" dirty="0">
                <a:latin typeface="Times New Roman"/>
                <a:cs typeface="Times New Roman"/>
              </a:rPr>
              <a:t> </a:t>
            </a:r>
            <a:r>
              <a:rPr sz="1200" dirty="0">
                <a:latin typeface="Times New Roman"/>
                <a:cs typeface="Times New Roman"/>
              </a:rPr>
              <a:t>is</a:t>
            </a:r>
            <a:r>
              <a:rPr sz="1200" spc="235" dirty="0">
                <a:latin typeface="Times New Roman"/>
                <a:cs typeface="Times New Roman"/>
              </a:rPr>
              <a:t> </a:t>
            </a:r>
            <a:r>
              <a:rPr sz="1200" dirty="0">
                <a:latin typeface="Times New Roman"/>
                <a:cs typeface="Times New Roman"/>
              </a:rPr>
              <a:t>cropped</a:t>
            </a:r>
            <a:r>
              <a:rPr sz="1200" spc="225" dirty="0">
                <a:latin typeface="Times New Roman"/>
                <a:cs typeface="Times New Roman"/>
              </a:rPr>
              <a:t> </a:t>
            </a:r>
            <a:r>
              <a:rPr sz="1200" dirty="0">
                <a:latin typeface="Times New Roman"/>
                <a:cs typeface="Times New Roman"/>
              </a:rPr>
              <a:t>to</a:t>
            </a:r>
            <a:r>
              <a:rPr sz="1200" spc="229" dirty="0">
                <a:latin typeface="Times New Roman"/>
                <a:cs typeface="Times New Roman"/>
              </a:rPr>
              <a:t> </a:t>
            </a:r>
            <a:r>
              <a:rPr sz="1200" dirty="0">
                <a:latin typeface="Times New Roman"/>
                <a:cs typeface="Times New Roman"/>
              </a:rPr>
              <a:t>the</a:t>
            </a:r>
            <a:r>
              <a:rPr sz="1200" spc="229" dirty="0">
                <a:latin typeface="Times New Roman"/>
                <a:cs typeface="Times New Roman"/>
              </a:rPr>
              <a:t> </a:t>
            </a:r>
            <a:r>
              <a:rPr sz="1200" dirty="0">
                <a:latin typeface="Times New Roman"/>
                <a:cs typeface="Times New Roman"/>
              </a:rPr>
              <a:t>rectangle</a:t>
            </a:r>
            <a:r>
              <a:rPr sz="1200" spc="225" dirty="0">
                <a:latin typeface="Times New Roman"/>
                <a:cs typeface="Times New Roman"/>
              </a:rPr>
              <a:t> </a:t>
            </a:r>
            <a:r>
              <a:rPr sz="1200" dirty="0">
                <a:latin typeface="Times New Roman"/>
                <a:cs typeface="Times New Roman"/>
              </a:rPr>
              <a:t>containing</a:t>
            </a:r>
            <a:r>
              <a:rPr sz="1200" spc="235" dirty="0">
                <a:latin typeface="Times New Roman"/>
                <a:cs typeface="Times New Roman"/>
              </a:rPr>
              <a:t> </a:t>
            </a:r>
            <a:r>
              <a:rPr sz="1200" dirty="0">
                <a:latin typeface="Times New Roman"/>
                <a:cs typeface="Times New Roman"/>
              </a:rPr>
              <a:t>the</a:t>
            </a:r>
            <a:r>
              <a:rPr sz="1200" spc="225" dirty="0">
                <a:latin typeface="Times New Roman"/>
                <a:cs typeface="Times New Roman"/>
              </a:rPr>
              <a:t> </a:t>
            </a:r>
            <a:r>
              <a:rPr sz="1200" dirty="0">
                <a:latin typeface="Times New Roman"/>
                <a:cs typeface="Times New Roman"/>
              </a:rPr>
              <a:t>detected</a:t>
            </a:r>
            <a:r>
              <a:rPr sz="1200" spc="225" dirty="0">
                <a:latin typeface="Times New Roman"/>
                <a:cs typeface="Times New Roman"/>
              </a:rPr>
              <a:t> </a:t>
            </a:r>
            <a:r>
              <a:rPr sz="1200" dirty="0">
                <a:latin typeface="Times New Roman"/>
                <a:cs typeface="Times New Roman"/>
              </a:rPr>
              <a:t>hand,</a:t>
            </a:r>
            <a:r>
              <a:rPr sz="1200" spc="229" dirty="0">
                <a:latin typeface="Times New Roman"/>
                <a:cs typeface="Times New Roman"/>
              </a:rPr>
              <a:t> </a:t>
            </a:r>
            <a:r>
              <a:rPr sz="1200" dirty="0">
                <a:latin typeface="Times New Roman"/>
                <a:cs typeface="Times New Roman"/>
              </a:rPr>
              <a:t>creating</a:t>
            </a:r>
            <a:r>
              <a:rPr sz="1200" spc="225" dirty="0">
                <a:latin typeface="Times New Roman"/>
                <a:cs typeface="Times New Roman"/>
              </a:rPr>
              <a:t> </a:t>
            </a:r>
            <a:r>
              <a:rPr sz="1200" spc="-50" dirty="0">
                <a:latin typeface="Times New Roman"/>
                <a:cs typeface="Times New Roman"/>
              </a:rPr>
              <a:t>a</a:t>
            </a:r>
            <a:endParaRPr sz="1200" dirty="0">
              <a:latin typeface="Times New Roman"/>
              <a:cs typeface="Times New Roman"/>
            </a:endParaRPr>
          </a:p>
          <a:p>
            <a:pPr marL="241300">
              <a:lnSpc>
                <a:spcPct val="100000"/>
              </a:lnSpc>
              <a:spcBef>
                <a:spcPts val="635"/>
              </a:spcBef>
            </a:pPr>
            <a:r>
              <a:rPr sz="1200" dirty="0">
                <a:latin typeface="Times New Roman"/>
                <a:cs typeface="Times New Roman"/>
              </a:rPr>
              <a:t>"cropped</a:t>
            </a:r>
            <a:r>
              <a:rPr sz="1200" spc="-30" dirty="0">
                <a:latin typeface="Times New Roman"/>
                <a:cs typeface="Times New Roman"/>
              </a:rPr>
              <a:t> </a:t>
            </a:r>
            <a:r>
              <a:rPr sz="1200" dirty="0">
                <a:latin typeface="Times New Roman"/>
                <a:cs typeface="Times New Roman"/>
              </a:rPr>
              <a:t>image"</a:t>
            </a:r>
            <a:r>
              <a:rPr sz="1200" spc="-3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only</a:t>
            </a:r>
            <a:r>
              <a:rPr sz="1200" spc="-25" dirty="0">
                <a:latin typeface="Times New Roman"/>
                <a:cs typeface="Times New Roman"/>
              </a:rPr>
              <a:t> </a:t>
            </a:r>
            <a:r>
              <a:rPr sz="1200" dirty="0">
                <a:latin typeface="Times New Roman"/>
                <a:cs typeface="Times New Roman"/>
              </a:rPr>
              <a:t>focuses</a:t>
            </a:r>
            <a:r>
              <a:rPr sz="1200" spc="-3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hand.</a:t>
            </a:r>
            <a:endParaRPr sz="1200" dirty="0">
              <a:latin typeface="Times New Roman"/>
              <a:cs typeface="Times New Roman"/>
            </a:endParaRPr>
          </a:p>
          <a:p>
            <a:pPr marL="241300" marR="5080" indent="-228600">
              <a:lnSpc>
                <a:spcPts val="2080"/>
              </a:lnSpc>
              <a:spcBef>
                <a:spcPts val="160"/>
              </a:spcBef>
              <a:buAutoNum type="arabicPeriod" startAt="6"/>
              <a:tabLst>
                <a:tab pos="241300" algn="l"/>
              </a:tabLst>
            </a:pPr>
            <a:r>
              <a:rPr sz="1200" b="1" dirty="0">
                <a:latin typeface="Times New Roman"/>
                <a:cs typeface="Times New Roman"/>
              </a:rPr>
              <a:t>Landmark</a:t>
            </a:r>
            <a:r>
              <a:rPr sz="1200" b="1" spc="185" dirty="0">
                <a:latin typeface="Times New Roman"/>
                <a:cs typeface="Times New Roman"/>
              </a:rPr>
              <a:t> </a:t>
            </a:r>
            <a:r>
              <a:rPr sz="1200" b="1" dirty="0">
                <a:latin typeface="Times New Roman"/>
                <a:cs typeface="Times New Roman"/>
              </a:rPr>
              <a:t>Detection</a:t>
            </a:r>
            <a:r>
              <a:rPr sz="1200" b="1" spc="190" dirty="0">
                <a:latin typeface="Times New Roman"/>
                <a:cs typeface="Times New Roman"/>
              </a:rPr>
              <a:t> </a:t>
            </a:r>
            <a:r>
              <a:rPr sz="1200" b="1" dirty="0">
                <a:latin typeface="Times New Roman"/>
                <a:cs typeface="Times New Roman"/>
              </a:rPr>
              <a:t>(with</a:t>
            </a:r>
            <a:r>
              <a:rPr sz="1200" b="1" spc="185" dirty="0">
                <a:latin typeface="Times New Roman"/>
                <a:cs typeface="Times New Roman"/>
              </a:rPr>
              <a:t> </a:t>
            </a:r>
            <a:r>
              <a:rPr sz="1200" b="1" dirty="0">
                <a:latin typeface="Times New Roman"/>
                <a:cs typeface="Times New Roman"/>
              </a:rPr>
              <a:t>Hand</a:t>
            </a:r>
            <a:r>
              <a:rPr sz="1200" b="1" spc="190" dirty="0">
                <a:latin typeface="Times New Roman"/>
                <a:cs typeface="Times New Roman"/>
              </a:rPr>
              <a:t> </a:t>
            </a:r>
            <a:r>
              <a:rPr sz="1200" b="1" dirty="0">
                <a:latin typeface="Times New Roman"/>
                <a:cs typeface="Times New Roman"/>
              </a:rPr>
              <a:t>Flag):</a:t>
            </a:r>
            <a:r>
              <a:rPr sz="1200" b="1" spc="165" dirty="0">
                <a:latin typeface="Times New Roman"/>
                <a:cs typeface="Times New Roman"/>
              </a:rPr>
              <a:t> </a:t>
            </a:r>
            <a:r>
              <a:rPr sz="1200" dirty="0">
                <a:latin typeface="Times New Roman"/>
                <a:cs typeface="Times New Roman"/>
              </a:rPr>
              <a:t>The</a:t>
            </a:r>
            <a:r>
              <a:rPr sz="1200" spc="195" dirty="0">
                <a:latin typeface="Times New Roman"/>
                <a:cs typeface="Times New Roman"/>
              </a:rPr>
              <a:t> </a:t>
            </a:r>
            <a:r>
              <a:rPr sz="1200" dirty="0">
                <a:latin typeface="Times New Roman"/>
                <a:cs typeface="Times New Roman"/>
              </a:rPr>
              <a:t>cropped</a:t>
            </a:r>
            <a:r>
              <a:rPr sz="1200" spc="180" dirty="0">
                <a:latin typeface="Times New Roman"/>
                <a:cs typeface="Times New Roman"/>
              </a:rPr>
              <a:t> </a:t>
            </a:r>
            <a:r>
              <a:rPr sz="1200" dirty="0">
                <a:latin typeface="Times New Roman"/>
                <a:cs typeface="Times New Roman"/>
              </a:rPr>
              <a:t>hand</a:t>
            </a:r>
            <a:r>
              <a:rPr sz="1200" spc="185" dirty="0">
                <a:latin typeface="Times New Roman"/>
                <a:cs typeface="Times New Roman"/>
              </a:rPr>
              <a:t> </a:t>
            </a:r>
            <a:r>
              <a:rPr sz="1200" dirty="0">
                <a:latin typeface="Times New Roman"/>
                <a:cs typeface="Times New Roman"/>
              </a:rPr>
              <a:t>image</a:t>
            </a:r>
            <a:r>
              <a:rPr sz="1200" spc="190" dirty="0">
                <a:latin typeface="Times New Roman"/>
                <a:cs typeface="Times New Roman"/>
              </a:rPr>
              <a:t> </a:t>
            </a:r>
            <a:r>
              <a:rPr sz="1200" dirty="0">
                <a:latin typeface="Times New Roman"/>
                <a:cs typeface="Times New Roman"/>
              </a:rPr>
              <a:t>is</a:t>
            </a:r>
            <a:r>
              <a:rPr sz="1200" spc="204" dirty="0">
                <a:latin typeface="Times New Roman"/>
                <a:cs typeface="Times New Roman"/>
              </a:rPr>
              <a:t> </a:t>
            </a:r>
            <a:r>
              <a:rPr sz="1200" dirty="0">
                <a:latin typeface="Times New Roman"/>
                <a:cs typeface="Times New Roman"/>
              </a:rPr>
              <a:t>analyzed</a:t>
            </a:r>
            <a:r>
              <a:rPr sz="1200" spc="195" dirty="0">
                <a:latin typeface="Times New Roman"/>
                <a:cs typeface="Times New Roman"/>
              </a:rPr>
              <a:t> </a:t>
            </a:r>
            <a:r>
              <a:rPr sz="1200" dirty="0">
                <a:latin typeface="Times New Roman"/>
                <a:cs typeface="Times New Roman"/>
              </a:rPr>
              <a:t>for</a:t>
            </a:r>
            <a:r>
              <a:rPr sz="1200" spc="190" dirty="0">
                <a:latin typeface="Times New Roman"/>
                <a:cs typeface="Times New Roman"/>
              </a:rPr>
              <a:t> </a:t>
            </a:r>
            <a:r>
              <a:rPr sz="1200" spc="-10" dirty="0">
                <a:latin typeface="Times New Roman"/>
                <a:cs typeface="Times New Roman"/>
              </a:rPr>
              <a:t>specific </a:t>
            </a:r>
            <a:r>
              <a:rPr sz="1200" dirty="0">
                <a:latin typeface="Times New Roman"/>
                <a:cs typeface="Times New Roman"/>
              </a:rPr>
              <a:t>landmark</a:t>
            </a:r>
            <a:r>
              <a:rPr sz="1200" spc="-25" dirty="0">
                <a:latin typeface="Times New Roman"/>
                <a:cs typeface="Times New Roman"/>
              </a:rPr>
              <a:t> </a:t>
            </a:r>
            <a:r>
              <a:rPr sz="1200" dirty="0">
                <a:latin typeface="Times New Roman"/>
                <a:cs typeface="Times New Roman"/>
              </a:rPr>
              <a:t>points</a:t>
            </a:r>
            <a:r>
              <a:rPr sz="1200" spc="-25" dirty="0">
                <a:latin typeface="Times New Roman"/>
                <a:cs typeface="Times New Roman"/>
              </a:rPr>
              <a:t> </a:t>
            </a:r>
            <a:r>
              <a:rPr sz="1200" dirty="0">
                <a:latin typeface="Times New Roman"/>
                <a:cs typeface="Times New Roman"/>
              </a:rPr>
              <a:t>(like</a:t>
            </a:r>
            <a:r>
              <a:rPr sz="1200" spc="-10" dirty="0">
                <a:latin typeface="Times New Roman"/>
                <a:cs typeface="Times New Roman"/>
              </a:rPr>
              <a:t> </a:t>
            </a:r>
            <a:r>
              <a:rPr sz="1200" dirty="0">
                <a:latin typeface="Times New Roman"/>
                <a:cs typeface="Times New Roman"/>
              </a:rPr>
              <a:t>fingertips,</a:t>
            </a:r>
            <a:r>
              <a:rPr sz="1200" spc="-20" dirty="0">
                <a:latin typeface="Times New Roman"/>
                <a:cs typeface="Times New Roman"/>
              </a:rPr>
              <a:t> </a:t>
            </a:r>
            <a:r>
              <a:rPr sz="1200" dirty="0">
                <a:latin typeface="Times New Roman"/>
                <a:cs typeface="Times New Roman"/>
              </a:rPr>
              <a:t>wrist)</a:t>
            </a:r>
            <a:r>
              <a:rPr sz="1200" spc="-20" dirty="0">
                <a:latin typeface="Times New Roman"/>
                <a:cs typeface="Times New Roman"/>
              </a:rPr>
              <a:t> </a:t>
            </a:r>
            <a:r>
              <a:rPr sz="1200" dirty="0">
                <a:latin typeface="Times New Roman"/>
                <a:cs typeface="Times New Roman"/>
              </a:rPr>
              <a:t>using</a:t>
            </a:r>
            <a:r>
              <a:rPr sz="1200" spc="-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HandLandmark</a:t>
            </a:r>
            <a:r>
              <a:rPr sz="1200" spc="-10" dirty="0">
                <a:latin typeface="Times New Roman"/>
                <a:cs typeface="Times New Roman"/>
              </a:rPr>
              <a:t> algorithm.</a:t>
            </a:r>
            <a:r>
              <a:rPr sz="1200" spc="-6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"Hand</a:t>
            </a:r>
            <a:r>
              <a:rPr sz="1200" spc="-15" dirty="0">
                <a:latin typeface="Times New Roman"/>
                <a:cs typeface="Times New Roman"/>
              </a:rPr>
              <a:t> </a:t>
            </a:r>
            <a:r>
              <a:rPr sz="1200" dirty="0">
                <a:latin typeface="Times New Roman"/>
                <a:cs typeface="Times New Roman"/>
              </a:rPr>
              <a:t>Flag"</a:t>
            </a:r>
            <a:r>
              <a:rPr sz="1200" spc="-25" dirty="0">
                <a:latin typeface="Times New Roman"/>
                <a:cs typeface="Times New Roman"/>
              </a:rPr>
              <a:t> </a:t>
            </a:r>
            <a:r>
              <a:rPr sz="1200" dirty="0">
                <a:latin typeface="Times New Roman"/>
                <a:cs typeface="Times New Roman"/>
              </a:rPr>
              <a:t>is</a:t>
            </a:r>
            <a:r>
              <a:rPr sz="1200" spc="-20" dirty="0">
                <a:latin typeface="Times New Roman"/>
                <a:cs typeface="Times New Roman"/>
              </a:rPr>
              <a:t> used</a:t>
            </a:r>
            <a:endParaRPr sz="1200" dirty="0">
              <a:latin typeface="Times New Roman"/>
              <a:cs typeface="Times New Roman"/>
            </a:endParaRPr>
          </a:p>
          <a:p>
            <a:pPr marL="2907030">
              <a:lnSpc>
                <a:spcPct val="100000"/>
              </a:lnSpc>
              <a:spcBef>
                <a:spcPts val="195"/>
              </a:spcBef>
            </a:pPr>
            <a:r>
              <a:rPr lang="en-US" sz="1200" spc="-25" dirty="0">
                <a:latin typeface="Times New Roman"/>
                <a:cs typeface="Times New Roman"/>
              </a:rPr>
              <a:t>31</a:t>
            </a:r>
            <a:endParaRPr sz="1200" dirty="0">
              <a:latin typeface="Times New Roman"/>
              <a:cs typeface="Times New Roman"/>
            </a:endParaRPr>
          </a:p>
        </p:txBody>
      </p:sp>
      <p:sp>
        <p:nvSpPr>
          <p:cNvPr id="3" name="object 3"/>
          <p:cNvSpPr txBox="1"/>
          <p:nvPr/>
        </p:nvSpPr>
        <p:spPr>
          <a:xfrm>
            <a:off x="886764" y="889761"/>
            <a:ext cx="116903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CHAPTER</a:t>
            </a:r>
            <a:r>
              <a:rPr sz="1600" b="1" spc="-50" dirty="0">
                <a:latin typeface="Times New Roman"/>
                <a:cs typeface="Times New Roman"/>
              </a:rPr>
              <a:t> 7</a:t>
            </a:r>
            <a:endParaRPr sz="1600">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3" name="object 3"/>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4" name="object 4"/>
          <p:cNvSpPr txBox="1"/>
          <p:nvPr/>
        </p:nvSpPr>
        <p:spPr>
          <a:xfrm>
            <a:off x="886764" y="540511"/>
            <a:ext cx="6146800" cy="2924810"/>
          </a:xfrm>
          <a:prstGeom prst="rect">
            <a:avLst/>
          </a:prstGeom>
        </p:spPr>
        <p:txBody>
          <a:bodyPr vert="horz" wrap="square" lIns="0" tIns="96520" rIns="0" bIns="0" rtlCol="0">
            <a:spAutoFit/>
          </a:bodyPr>
          <a:lstStyle/>
          <a:p>
            <a:pPr marL="50800" algn="just">
              <a:lnSpc>
                <a:spcPct val="100000"/>
              </a:lnSpc>
              <a:spcBef>
                <a:spcPts val="760"/>
              </a:spcBef>
              <a:tabLst>
                <a:tab pos="5687060"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241300" marR="8890" algn="just">
              <a:lnSpc>
                <a:spcPct val="143500"/>
              </a:lnSpc>
              <a:spcBef>
                <a:spcPts val="30"/>
              </a:spcBef>
            </a:pP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indicate</a:t>
            </a:r>
            <a:r>
              <a:rPr sz="1200" spc="-20" dirty="0">
                <a:latin typeface="Times New Roman"/>
                <a:cs typeface="Times New Roman"/>
              </a:rPr>
              <a:t> </a:t>
            </a:r>
            <a:r>
              <a:rPr sz="1200" dirty="0">
                <a:latin typeface="Times New Roman"/>
                <a:cs typeface="Times New Roman"/>
              </a:rPr>
              <a:t>whether</a:t>
            </a:r>
            <a:r>
              <a:rPr sz="1200" spc="-25" dirty="0">
                <a:latin typeface="Times New Roman"/>
                <a:cs typeface="Times New Roman"/>
              </a:rPr>
              <a:t> </a:t>
            </a:r>
            <a:r>
              <a:rPr sz="1200" dirty="0">
                <a:latin typeface="Times New Roman"/>
                <a:cs typeface="Times New Roman"/>
              </a:rPr>
              <a:t>landmarks</a:t>
            </a:r>
            <a:r>
              <a:rPr sz="1200" spc="-15" dirty="0">
                <a:latin typeface="Times New Roman"/>
                <a:cs typeface="Times New Roman"/>
              </a:rPr>
              <a:t> </a:t>
            </a:r>
            <a:r>
              <a:rPr sz="1200" dirty="0">
                <a:latin typeface="Times New Roman"/>
                <a:cs typeface="Times New Roman"/>
              </a:rPr>
              <a:t>were</a:t>
            </a:r>
            <a:r>
              <a:rPr sz="1200" spc="-20" dirty="0">
                <a:latin typeface="Times New Roman"/>
                <a:cs typeface="Times New Roman"/>
              </a:rPr>
              <a:t> </a:t>
            </a:r>
            <a:r>
              <a:rPr sz="1200" dirty="0">
                <a:latin typeface="Times New Roman"/>
                <a:cs typeface="Times New Roman"/>
              </a:rPr>
              <a:t>successfully</a:t>
            </a:r>
            <a:r>
              <a:rPr sz="1200" spc="-15" dirty="0">
                <a:latin typeface="Times New Roman"/>
                <a:cs typeface="Times New Roman"/>
              </a:rPr>
              <a:t> </a:t>
            </a:r>
            <a:r>
              <a:rPr sz="1200" dirty="0">
                <a:latin typeface="Times New Roman"/>
                <a:cs typeface="Times New Roman"/>
              </a:rPr>
              <a:t>detected</a:t>
            </a:r>
            <a:r>
              <a:rPr sz="1200" spc="-2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hand.</a:t>
            </a:r>
            <a:r>
              <a:rPr sz="1200" spc="-1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not,</a:t>
            </a:r>
            <a:r>
              <a:rPr sz="1200" spc="-15"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suggests</a:t>
            </a:r>
            <a:r>
              <a:rPr sz="1200" spc="-15"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hand</a:t>
            </a:r>
            <a:r>
              <a:rPr sz="1200" spc="-35" dirty="0">
                <a:latin typeface="Times New Roman"/>
                <a:cs typeface="Times New Roman"/>
              </a:rPr>
              <a:t> </a:t>
            </a:r>
            <a:r>
              <a:rPr sz="1200" dirty="0">
                <a:latin typeface="Times New Roman"/>
                <a:cs typeface="Times New Roman"/>
              </a:rPr>
              <a:t>might</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obscured</a:t>
            </a:r>
            <a:r>
              <a:rPr sz="1200" spc="-1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out</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view.</a:t>
            </a:r>
            <a:endParaRPr sz="1200" dirty="0">
              <a:latin typeface="Times New Roman"/>
              <a:cs typeface="Times New Roman"/>
            </a:endParaRPr>
          </a:p>
          <a:p>
            <a:pPr marL="241300" marR="10160" indent="-228600" algn="just">
              <a:lnSpc>
                <a:spcPct val="143300"/>
              </a:lnSpc>
              <a:spcBef>
                <a:spcPts val="15"/>
              </a:spcBef>
              <a:buAutoNum type="arabicPeriod" startAt="7"/>
              <a:tabLst>
                <a:tab pos="241300" algn="l"/>
              </a:tabLst>
            </a:pPr>
            <a:r>
              <a:rPr sz="1200" b="1" dirty="0">
                <a:latin typeface="Times New Roman"/>
                <a:cs typeface="Times New Roman"/>
              </a:rPr>
              <a:t>Landmark</a:t>
            </a:r>
            <a:r>
              <a:rPr sz="1200" b="1" spc="-5" dirty="0">
                <a:latin typeface="Times New Roman"/>
                <a:cs typeface="Times New Roman"/>
              </a:rPr>
              <a:t> </a:t>
            </a:r>
            <a:r>
              <a:rPr sz="1200" b="1" dirty="0">
                <a:latin typeface="Times New Roman"/>
                <a:cs typeface="Times New Roman"/>
              </a:rPr>
              <a:t>to</a:t>
            </a:r>
            <a:r>
              <a:rPr sz="1200" b="1" spc="-10" dirty="0">
                <a:latin typeface="Times New Roman"/>
                <a:cs typeface="Times New Roman"/>
              </a:rPr>
              <a:t> </a:t>
            </a:r>
            <a:r>
              <a:rPr sz="1200" b="1" dirty="0">
                <a:latin typeface="Times New Roman"/>
                <a:cs typeface="Times New Roman"/>
              </a:rPr>
              <a:t>Rectangle:</a:t>
            </a:r>
            <a:r>
              <a:rPr sz="1200" b="1" spc="5" dirty="0">
                <a:latin typeface="Times New Roman"/>
                <a:cs typeface="Times New Roman"/>
              </a:rPr>
              <a:t> </a:t>
            </a:r>
            <a:r>
              <a:rPr sz="1200" dirty="0">
                <a:latin typeface="Times New Roman"/>
                <a:cs typeface="Times New Roman"/>
              </a:rPr>
              <a:t>If landmarks are</a:t>
            </a:r>
            <a:r>
              <a:rPr sz="1200" spc="-10" dirty="0">
                <a:latin typeface="Times New Roman"/>
                <a:cs typeface="Times New Roman"/>
              </a:rPr>
              <a:t> </a:t>
            </a:r>
            <a:r>
              <a:rPr sz="1200" dirty="0">
                <a:latin typeface="Times New Roman"/>
                <a:cs typeface="Times New Roman"/>
              </a:rPr>
              <a:t>detected,</a:t>
            </a:r>
            <a:r>
              <a:rPr sz="1200" spc="-5" dirty="0">
                <a:latin typeface="Times New Roman"/>
                <a:cs typeface="Times New Roman"/>
              </a:rPr>
              <a:t> </a:t>
            </a:r>
            <a:r>
              <a:rPr sz="1200" dirty="0">
                <a:latin typeface="Times New Roman"/>
                <a:cs typeface="Times New Roman"/>
              </a:rPr>
              <a:t>their</a:t>
            </a:r>
            <a:r>
              <a:rPr sz="1200" spc="-10" dirty="0">
                <a:latin typeface="Times New Roman"/>
                <a:cs typeface="Times New Roman"/>
              </a:rPr>
              <a:t> </a:t>
            </a:r>
            <a:r>
              <a:rPr sz="1200" dirty="0">
                <a:latin typeface="Times New Roman"/>
                <a:cs typeface="Times New Roman"/>
              </a:rPr>
              <a:t>positions</a:t>
            </a:r>
            <a:r>
              <a:rPr sz="1200" spc="-5" dirty="0">
                <a:latin typeface="Times New Roman"/>
                <a:cs typeface="Times New Roman"/>
              </a:rPr>
              <a:t> </a:t>
            </a:r>
            <a:r>
              <a:rPr sz="1200" dirty="0">
                <a:latin typeface="Times New Roman"/>
                <a:cs typeface="Times New Roman"/>
              </a:rPr>
              <a:t>are refined,</a:t>
            </a:r>
            <a:r>
              <a:rPr sz="1200" spc="-5" dirty="0">
                <a:latin typeface="Times New Roman"/>
                <a:cs typeface="Times New Roman"/>
              </a:rPr>
              <a:t> </a:t>
            </a:r>
            <a:r>
              <a:rPr sz="1200" dirty="0">
                <a:latin typeface="Times New Roman"/>
                <a:cs typeface="Times New Roman"/>
              </a:rPr>
              <a:t>likely</a:t>
            </a:r>
            <a:r>
              <a:rPr sz="1200" spc="-5" dirty="0">
                <a:latin typeface="Times New Roman"/>
                <a:cs typeface="Times New Roman"/>
              </a:rPr>
              <a:t> </a:t>
            </a:r>
            <a:r>
              <a:rPr sz="1200" dirty="0">
                <a:latin typeface="Times New Roman"/>
                <a:cs typeface="Times New Roman"/>
              </a:rPr>
              <a:t>by</a:t>
            </a:r>
            <a:r>
              <a:rPr sz="1200" spc="-5" dirty="0">
                <a:latin typeface="Times New Roman"/>
                <a:cs typeface="Times New Roman"/>
              </a:rPr>
              <a:t> </a:t>
            </a:r>
            <a:r>
              <a:rPr sz="1200" spc="-10" dirty="0">
                <a:latin typeface="Times New Roman"/>
                <a:cs typeface="Times New Roman"/>
              </a:rPr>
              <a:t>fitting </a:t>
            </a:r>
            <a:r>
              <a:rPr sz="1200" dirty="0">
                <a:latin typeface="Times New Roman"/>
                <a:cs typeface="Times New Roman"/>
              </a:rPr>
              <a:t>them</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more</a:t>
            </a:r>
            <a:r>
              <a:rPr sz="1200" spc="-35" dirty="0">
                <a:latin typeface="Times New Roman"/>
                <a:cs typeface="Times New Roman"/>
              </a:rPr>
              <a:t> </a:t>
            </a:r>
            <a:r>
              <a:rPr sz="1200" dirty="0">
                <a:latin typeface="Times New Roman"/>
                <a:cs typeface="Times New Roman"/>
              </a:rPr>
              <a:t>precise</a:t>
            </a:r>
            <a:r>
              <a:rPr sz="1200" spc="-25" dirty="0">
                <a:latin typeface="Times New Roman"/>
                <a:cs typeface="Times New Roman"/>
              </a:rPr>
              <a:t> </a:t>
            </a:r>
            <a:r>
              <a:rPr sz="1200" dirty="0">
                <a:latin typeface="Times New Roman"/>
                <a:cs typeface="Times New Roman"/>
              </a:rPr>
              <a:t>rectangular</a:t>
            </a:r>
            <a:r>
              <a:rPr sz="1200" spc="-30" dirty="0">
                <a:latin typeface="Times New Roman"/>
                <a:cs typeface="Times New Roman"/>
              </a:rPr>
              <a:t> </a:t>
            </a:r>
            <a:r>
              <a:rPr sz="1200" dirty="0">
                <a:latin typeface="Times New Roman"/>
                <a:cs typeface="Times New Roman"/>
              </a:rPr>
              <a:t>bounding</a:t>
            </a:r>
            <a:r>
              <a:rPr sz="1200" spc="-25" dirty="0">
                <a:latin typeface="Times New Roman"/>
                <a:cs typeface="Times New Roman"/>
              </a:rPr>
              <a:t> box</a:t>
            </a:r>
            <a:endParaRPr sz="1200" dirty="0">
              <a:latin typeface="Times New Roman"/>
              <a:cs typeface="Times New Roman"/>
            </a:endParaRPr>
          </a:p>
          <a:p>
            <a:pPr marL="241300" marR="9525" indent="-228600" algn="just">
              <a:lnSpc>
                <a:spcPct val="143300"/>
              </a:lnSpc>
              <a:spcBef>
                <a:spcPts val="10"/>
              </a:spcBef>
              <a:buAutoNum type="arabicPeriod" startAt="7"/>
              <a:tabLst>
                <a:tab pos="241300" algn="l"/>
              </a:tabLst>
            </a:pPr>
            <a:r>
              <a:rPr sz="1200" b="1" dirty="0">
                <a:latin typeface="Times New Roman"/>
                <a:cs typeface="Times New Roman"/>
              </a:rPr>
              <a:t>Final</a:t>
            </a:r>
            <a:r>
              <a:rPr sz="1200" b="1" spc="150" dirty="0">
                <a:latin typeface="Times New Roman"/>
                <a:cs typeface="Times New Roman"/>
              </a:rPr>
              <a:t> </a:t>
            </a:r>
            <a:r>
              <a:rPr sz="1200" b="1" dirty="0">
                <a:latin typeface="Times New Roman"/>
                <a:cs typeface="Times New Roman"/>
              </a:rPr>
              <a:t>Output:</a:t>
            </a:r>
            <a:r>
              <a:rPr sz="1200" b="1" spc="114" dirty="0">
                <a:latin typeface="Times New Roman"/>
                <a:cs typeface="Times New Roman"/>
              </a:rPr>
              <a:t> </a:t>
            </a:r>
            <a:r>
              <a:rPr sz="1200" dirty="0">
                <a:latin typeface="Times New Roman"/>
                <a:cs typeface="Times New Roman"/>
              </a:rPr>
              <a:t>The</a:t>
            </a:r>
            <a:r>
              <a:rPr sz="1200" spc="150" dirty="0">
                <a:latin typeface="Times New Roman"/>
                <a:cs typeface="Times New Roman"/>
              </a:rPr>
              <a:t> </a:t>
            </a:r>
            <a:r>
              <a:rPr sz="1200" dirty="0">
                <a:latin typeface="Times New Roman"/>
                <a:cs typeface="Times New Roman"/>
              </a:rPr>
              <a:t>final</a:t>
            </a:r>
            <a:r>
              <a:rPr sz="1200" spc="150" dirty="0">
                <a:latin typeface="Times New Roman"/>
                <a:cs typeface="Times New Roman"/>
              </a:rPr>
              <a:t> </a:t>
            </a:r>
            <a:r>
              <a:rPr sz="1200" dirty="0">
                <a:latin typeface="Times New Roman"/>
                <a:cs typeface="Times New Roman"/>
              </a:rPr>
              <a:t>processed</a:t>
            </a:r>
            <a:r>
              <a:rPr sz="1200" spc="150" dirty="0">
                <a:latin typeface="Times New Roman"/>
                <a:cs typeface="Times New Roman"/>
              </a:rPr>
              <a:t> </a:t>
            </a:r>
            <a:r>
              <a:rPr sz="1200" dirty="0">
                <a:latin typeface="Times New Roman"/>
                <a:cs typeface="Times New Roman"/>
              </a:rPr>
              <a:t>image</a:t>
            </a:r>
            <a:r>
              <a:rPr sz="1200" spc="155" dirty="0">
                <a:latin typeface="Times New Roman"/>
                <a:cs typeface="Times New Roman"/>
              </a:rPr>
              <a:t> </a:t>
            </a:r>
            <a:r>
              <a:rPr sz="1200" dirty="0">
                <a:latin typeface="Times New Roman"/>
                <a:cs typeface="Times New Roman"/>
              </a:rPr>
              <a:t>with</a:t>
            </a:r>
            <a:r>
              <a:rPr sz="1200" spc="150" dirty="0">
                <a:latin typeface="Times New Roman"/>
                <a:cs typeface="Times New Roman"/>
              </a:rPr>
              <a:t> </a:t>
            </a:r>
            <a:r>
              <a:rPr sz="1200" dirty="0">
                <a:latin typeface="Times New Roman"/>
                <a:cs typeface="Times New Roman"/>
              </a:rPr>
              <a:t>annotations</a:t>
            </a:r>
            <a:r>
              <a:rPr sz="1200" spc="155" dirty="0">
                <a:latin typeface="Times New Roman"/>
                <a:cs typeface="Times New Roman"/>
              </a:rPr>
              <a:t> </a:t>
            </a:r>
            <a:r>
              <a:rPr sz="1200" dirty="0">
                <a:latin typeface="Times New Roman"/>
                <a:cs typeface="Times New Roman"/>
              </a:rPr>
              <a:t>(like</a:t>
            </a:r>
            <a:r>
              <a:rPr sz="1200" spc="145" dirty="0">
                <a:latin typeface="Times New Roman"/>
                <a:cs typeface="Times New Roman"/>
              </a:rPr>
              <a:t> </a:t>
            </a:r>
            <a:r>
              <a:rPr sz="1200" dirty="0">
                <a:latin typeface="Times New Roman"/>
                <a:cs typeface="Times New Roman"/>
              </a:rPr>
              <a:t>the</a:t>
            </a:r>
            <a:r>
              <a:rPr sz="1200" spc="150" dirty="0">
                <a:latin typeface="Times New Roman"/>
                <a:cs typeface="Times New Roman"/>
              </a:rPr>
              <a:t> </a:t>
            </a:r>
            <a:r>
              <a:rPr sz="1200" dirty="0">
                <a:latin typeface="Times New Roman"/>
                <a:cs typeface="Times New Roman"/>
              </a:rPr>
              <a:t>bounding</a:t>
            </a:r>
            <a:r>
              <a:rPr sz="1200" spc="150" dirty="0">
                <a:latin typeface="Times New Roman"/>
                <a:cs typeface="Times New Roman"/>
              </a:rPr>
              <a:t> </a:t>
            </a:r>
            <a:r>
              <a:rPr sz="1200" dirty="0">
                <a:latin typeface="Times New Roman"/>
                <a:cs typeface="Times New Roman"/>
              </a:rPr>
              <a:t>rectangle</a:t>
            </a:r>
            <a:r>
              <a:rPr sz="1200" spc="160" dirty="0">
                <a:latin typeface="Times New Roman"/>
                <a:cs typeface="Times New Roman"/>
              </a:rPr>
              <a:t> </a:t>
            </a:r>
            <a:r>
              <a:rPr sz="1200" spc="-25" dirty="0">
                <a:latin typeface="Times New Roman"/>
                <a:cs typeface="Times New Roman"/>
              </a:rPr>
              <a:t>and </a:t>
            </a:r>
            <a:r>
              <a:rPr sz="1200" dirty="0">
                <a:latin typeface="Times New Roman"/>
                <a:cs typeface="Times New Roman"/>
              </a:rPr>
              <a:t>landmarks)</a:t>
            </a:r>
            <a:r>
              <a:rPr sz="1200" spc="-4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displayed</a:t>
            </a:r>
            <a:r>
              <a:rPr sz="1200" spc="-3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"Rendered</a:t>
            </a:r>
            <a:r>
              <a:rPr sz="1200" spc="-30" dirty="0">
                <a:latin typeface="Times New Roman"/>
                <a:cs typeface="Times New Roman"/>
              </a:rPr>
              <a:t> </a:t>
            </a:r>
            <a:r>
              <a:rPr sz="1200" spc="-10" dirty="0">
                <a:latin typeface="Times New Roman"/>
                <a:cs typeface="Times New Roman"/>
              </a:rPr>
              <a:t>Image”.</a:t>
            </a:r>
            <a:endParaRPr sz="1200" dirty="0">
              <a:latin typeface="Times New Roman"/>
              <a:cs typeface="Times New Roman"/>
            </a:endParaRPr>
          </a:p>
          <a:p>
            <a:pPr marL="241300" marR="6350" indent="-228600" algn="just">
              <a:lnSpc>
                <a:spcPct val="143700"/>
              </a:lnSpc>
              <a:spcBef>
                <a:spcPts val="10"/>
              </a:spcBef>
              <a:buAutoNum type="arabicPeriod" startAt="7"/>
              <a:tabLst>
                <a:tab pos="241300" algn="l"/>
              </a:tabLst>
            </a:pPr>
            <a:r>
              <a:rPr sz="1200" b="1" dirty="0">
                <a:latin typeface="Times New Roman"/>
                <a:cs typeface="Times New Roman"/>
              </a:rPr>
              <a:t>Temporal</a:t>
            </a:r>
            <a:r>
              <a:rPr sz="1200" b="1" spc="65" dirty="0">
                <a:latin typeface="Times New Roman"/>
                <a:cs typeface="Times New Roman"/>
              </a:rPr>
              <a:t> </a:t>
            </a:r>
            <a:r>
              <a:rPr sz="1200" b="1" dirty="0">
                <a:latin typeface="Times New Roman"/>
                <a:cs typeface="Times New Roman"/>
              </a:rPr>
              <a:t>Back</a:t>
            </a:r>
            <a:r>
              <a:rPr sz="1200" b="1" spc="75" dirty="0">
                <a:latin typeface="Times New Roman"/>
                <a:cs typeface="Times New Roman"/>
              </a:rPr>
              <a:t> </a:t>
            </a:r>
            <a:r>
              <a:rPr sz="1200" b="1" dirty="0">
                <a:latin typeface="Times New Roman"/>
                <a:cs typeface="Times New Roman"/>
              </a:rPr>
              <a:t>Edge:</a:t>
            </a:r>
            <a:r>
              <a:rPr sz="1200" b="1" spc="40" dirty="0">
                <a:latin typeface="Times New Roman"/>
                <a:cs typeface="Times New Roman"/>
              </a:rPr>
              <a:t> </a:t>
            </a:r>
            <a:r>
              <a:rPr sz="1200" dirty="0">
                <a:latin typeface="Times New Roman"/>
                <a:cs typeface="Times New Roman"/>
              </a:rPr>
              <a:t>This</a:t>
            </a:r>
            <a:r>
              <a:rPr sz="1200" spc="65" dirty="0">
                <a:latin typeface="Times New Roman"/>
                <a:cs typeface="Times New Roman"/>
              </a:rPr>
              <a:t> </a:t>
            </a:r>
            <a:r>
              <a:rPr sz="1200" dirty="0">
                <a:latin typeface="Times New Roman"/>
                <a:cs typeface="Times New Roman"/>
              </a:rPr>
              <a:t>blue</a:t>
            </a:r>
            <a:r>
              <a:rPr sz="1200" spc="65" dirty="0">
                <a:latin typeface="Times New Roman"/>
                <a:cs typeface="Times New Roman"/>
              </a:rPr>
              <a:t> </a:t>
            </a:r>
            <a:r>
              <a:rPr sz="1200" dirty="0">
                <a:latin typeface="Times New Roman"/>
                <a:cs typeface="Times New Roman"/>
              </a:rPr>
              <a:t>edge</a:t>
            </a:r>
            <a:r>
              <a:rPr sz="1200" spc="70" dirty="0">
                <a:latin typeface="Times New Roman"/>
                <a:cs typeface="Times New Roman"/>
              </a:rPr>
              <a:t> </a:t>
            </a:r>
            <a:r>
              <a:rPr sz="1200" dirty="0">
                <a:latin typeface="Times New Roman"/>
                <a:cs typeface="Times New Roman"/>
              </a:rPr>
              <a:t>represents</a:t>
            </a:r>
            <a:r>
              <a:rPr sz="1200" spc="65" dirty="0">
                <a:latin typeface="Times New Roman"/>
                <a:cs typeface="Times New Roman"/>
              </a:rPr>
              <a:t> </a:t>
            </a:r>
            <a:r>
              <a:rPr sz="1200" dirty="0">
                <a:latin typeface="Times New Roman"/>
                <a:cs typeface="Times New Roman"/>
              </a:rPr>
              <a:t>a</a:t>
            </a:r>
            <a:r>
              <a:rPr sz="1200" spc="65" dirty="0">
                <a:latin typeface="Times New Roman"/>
                <a:cs typeface="Times New Roman"/>
              </a:rPr>
              <a:t> </a:t>
            </a:r>
            <a:r>
              <a:rPr sz="1200" dirty="0">
                <a:latin typeface="Times New Roman"/>
                <a:cs typeface="Times New Roman"/>
              </a:rPr>
              <a:t>connection</a:t>
            </a:r>
            <a:r>
              <a:rPr sz="1200" spc="70" dirty="0">
                <a:latin typeface="Times New Roman"/>
                <a:cs typeface="Times New Roman"/>
              </a:rPr>
              <a:t> </a:t>
            </a:r>
            <a:r>
              <a:rPr sz="1200" dirty="0">
                <a:latin typeface="Times New Roman"/>
                <a:cs typeface="Times New Roman"/>
              </a:rPr>
              <a:t>to</a:t>
            </a:r>
            <a:r>
              <a:rPr sz="1200" spc="65"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dirty="0">
                <a:latin typeface="Times New Roman"/>
                <a:cs typeface="Times New Roman"/>
              </a:rPr>
              <a:t>next</a:t>
            </a:r>
            <a:r>
              <a:rPr sz="1200" spc="70" dirty="0">
                <a:latin typeface="Times New Roman"/>
                <a:cs typeface="Times New Roman"/>
              </a:rPr>
              <a:t> </a:t>
            </a:r>
            <a:r>
              <a:rPr sz="1200" dirty="0">
                <a:latin typeface="Times New Roman"/>
                <a:cs typeface="Times New Roman"/>
              </a:rPr>
              <a:t>frame</a:t>
            </a:r>
            <a:r>
              <a:rPr sz="1200" spc="65"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spc="-10" dirty="0">
                <a:latin typeface="Times New Roman"/>
                <a:cs typeface="Times New Roman"/>
              </a:rPr>
              <a:t>video, </a:t>
            </a:r>
            <a:r>
              <a:rPr sz="1200" dirty="0">
                <a:latin typeface="Times New Roman"/>
                <a:cs typeface="Times New Roman"/>
              </a:rPr>
              <a:t>suggesting</a:t>
            </a:r>
            <a:r>
              <a:rPr sz="1200" spc="25"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entire</a:t>
            </a:r>
            <a:r>
              <a:rPr sz="1200" spc="35" dirty="0">
                <a:latin typeface="Times New Roman"/>
                <a:cs typeface="Times New Roman"/>
              </a:rPr>
              <a:t> </a:t>
            </a:r>
            <a:r>
              <a:rPr sz="1200" dirty="0">
                <a:latin typeface="Times New Roman"/>
                <a:cs typeface="Times New Roman"/>
              </a:rPr>
              <a:t>process</a:t>
            </a:r>
            <a:r>
              <a:rPr sz="1200" spc="45" dirty="0">
                <a:latin typeface="Times New Roman"/>
                <a:cs typeface="Times New Roman"/>
              </a:rPr>
              <a:t> </a:t>
            </a:r>
            <a:r>
              <a:rPr sz="1200" dirty="0">
                <a:latin typeface="Times New Roman"/>
                <a:cs typeface="Times New Roman"/>
              </a:rPr>
              <a:t>will</a:t>
            </a:r>
            <a:r>
              <a:rPr sz="1200" spc="30" dirty="0">
                <a:latin typeface="Times New Roman"/>
                <a:cs typeface="Times New Roman"/>
              </a:rPr>
              <a:t> </a:t>
            </a:r>
            <a:r>
              <a:rPr sz="1200" dirty="0">
                <a:latin typeface="Times New Roman"/>
                <a:cs typeface="Times New Roman"/>
              </a:rPr>
              <a:t>repeat</a:t>
            </a:r>
            <a:r>
              <a:rPr sz="1200" spc="4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subsequent</a:t>
            </a:r>
            <a:r>
              <a:rPr sz="1200" spc="35" dirty="0">
                <a:latin typeface="Times New Roman"/>
                <a:cs typeface="Times New Roman"/>
              </a:rPr>
              <a:t> </a:t>
            </a:r>
            <a:r>
              <a:rPr sz="1200" dirty="0">
                <a:latin typeface="Times New Roman"/>
                <a:cs typeface="Times New Roman"/>
              </a:rPr>
              <a:t>frames</a:t>
            </a:r>
            <a:r>
              <a:rPr sz="1200" spc="3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video</a:t>
            </a:r>
            <a:r>
              <a:rPr sz="1200" spc="40" dirty="0">
                <a:latin typeface="Times New Roman"/>
                <a:cs typeface="Times New Roman"/>
              </a:rPr>
              <a:t> </a:t>
            </a:r>
            <a:r>
              <a:rPr sz="1200" spc="-10" dirty="0">
                <a:latin typeface="Times New Roman"/>
                <a:cs typeface="Times New Roman"/>
              </a:rPr>
              <a:t>feed.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flow</a:t>
            </a:r>
            <a:r>
              <a:rPr sz="1200" spc="-15" dirty="0">
                <a:latin typeface="Times New Roman"/>
                <a:cs typeface="Times New Roman"/>
              </a:rPr>
              <a:t> </a:t>
            </a:r>
            <a:r>
              <a:rPr sz="1200" dirty="0">
                <a:latin typeface="Times New Roman"/>
                <a:cs typeface="Times New Roman"/>
              </a:rPr>
              <a:t>shows</a:t>
            </a:r>
            <a:r>
              <a:rPr sz="1200" spc="-1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sequential</a:t>
            </a:r>
            <a:r>
              <a:rPr sz="1200" spc="-5" dirty="0">
                <a:latin typeface="Times New Roman"/>
                <a:cs typeface="Times New Roman"/>
              </a:rPr>
              <a:t> </a:t>
            </a:r>
            <a:r>
              <a:rPr sz="1200" dirty="0">
                <a:latin typeface="Times New Roman"/>
                <a:cs typeface="Times New Roman"/>
              </a:rPr>
              <a:t>processing</a:t>
            </a:r>
            <a:r>
              <a:rPr sz="1200" spc="-10" dirty="0">
                <a:latin typeface="Times New Roman"/>
                <a:cs typeface="Times New Roman"/>
              </a:rPr>
              <a:t> </a:t>
            </a:r>
            <a:r>
              <a:rPr sz="1200" dirty="0">
                <a:latin typeface="Times New Roman"/>
                <a:cs typeface="Times New Roman"/>
              </a:rPr>
              <a:t>approach, starting</a:t>
            </a:r>
            <a:r>
              <a:rPr sz="1200" spc="-10" dirty="0">
                <a:latin typeface="Times New Roman"/>
                <a:cs typeface="Times New Roman"/>
              </a:rPr>
              <a:t> </a:t>
            </a:r>
            <a:r>
              <a:rPr sz="1200" dirty="0">
                <a:latin typeface="Times New Roman"/>
                <a:cs typeface="Times New Roman"/>
              </a:rPr>
              <a:t>with</a:t>
            </a:r>
            <a:r>
              <a:rPr sz="1200" spc="-10" dirty="0">
                <a:latin typeface="Times New Roman"/>
                <a:cs typeface="Times New Roman"/>
              </a:rPr>
              <a:t> </a:t>
            </a:r>
            <a:r>
              <a:rPr sz="1200" dirty="0">
                <a:latin typeface="Times New Roman"/>
                <a:cs typeface="Times New Roman"/>
              </a:rPr>
              <a:t>hand</a:t>
            </a:r>
            <a:r>
              <a:rPr sz="1200" spc="-10" dirty="0">
                <a:latin typeface="Times New Roman"/>
                <a:cs typeface="Times New Roman"/>
              </a:rPr>
              <a:t> </a:t>
            </a:r>
            <a:r>
              <a:rPr sz="1200" dirty="0">
                <a:latin typeface="Times New Roman"/>
                <a:cs typeface="Times New Roman"/>
              </a:rPr>
              <a:t>detection</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then</a:t>
            </a:r>
            <a:r>
              <a:rPr sz="1200" spc="-10" dirty="0">
                <a:latin typeface="Times New Roman"/>
                <a:cs typeface="Times New Roman"/>
              </a:rPr>
              <a:t> moving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landmark</a:t>
            </a:r>
            <a:r>
              <a:rPr sz="1200" spc="-35" dirty="0">
                <a:latin typeface="Times New Roman"/>
                <a:cs typeface="Times New Roman"/>
              </a:rPr>
              <a:t> </a:t>
            </a:r>
            <a:r>
              <a:rPr sz="1200" spc="-10" dirty="0">
                <a:latin typeface="Times New Roman"/>
                <a:cs typeface="Times New Roman"/>
              </a:rPr>
              <a:t>detection.</a:t>
            </a:r>
            <a:endParaRPr sz="1200" dirty="0">
              <a:latin typeface="Times New Roman"/>
              <a:cs typeface="Times New Roman"/>
            </a:endParaRPr>
          </a:p>
        </p:txBody>
      </p:sp>
      <p:sp>
        <p:nvSpPr>
          <p:cNvPr id="5" name="object 5"/>
          <p:cNvSpPr txBox="1"/>
          <p:nvPr/>
        </p:nvSpPr>
        <p:spPr>
          <a:xfrm>
            <a:off x="894384" y="7948052"/>
            <a:ext cx="6137910" cy="1665905"/>
          </a:xfrm>
          <a:prstGeom prst="rect">
            <a:avLst/>
          </a:prstGeom>
        </p:spPr>
        <p:txBody>
          <a:bodyPr vert="horz" wrap="square" lIns="0" tIns="124460" rIns="0" bIns="0" rtlCol="0">
            <a:spAutoFit/>
          </a:bodyPr>
          <a:lstStyle/>
          <a:p>
            <a:pPr marL="2298700" algn="just">
              <a:lnSpc>
                <a:spcPct val="100000"/>
              </a:lnSpc>
              <a:spcBef>
                <a:spcPts val="980"/>
              </a:spcBef>
            </a:pPr>
            <a:r>
              <a:rPr sz="1400" b="1" dirty="0">
                <a:latin typeface="Times New Roman"/>
                <a:cs typeface="Times New Roman"/>
              </a:rPr>
              <a:t>Figure</a:t>
            </a:r>
            <a:r>
              <a:rPr sz="1400" b="1" spc="-35" dirty="0">
                <a:latin typeface="Times New Roman"/>
                <a:cs typeface="Times New Roman"/>
              </a:rPr>
              <a:t> </a:t>
            </a:r>
            <a:r>
              <a:rPr sz="1400" b="1" dirty="0">
                <a:latin typeface="Times New Roman"/>
                <a:cs typeface="Times New Roman"/>
              </a:rPr>
              <a:t>7.</a:t>
            </a:r>
            <a:r>
              <a:rPr lang="en-US" sz="1400" b="1" dirty="0">
                <a:latin typeface="Times New Roman"/>
                <a:cs typeface="Times New Roman"/>
              </a:rPr>
              <a:t>1</a:t>
            </a:r>
            <a:r>
              <a:rPr sz="1400" b="1" dirty="0">
                <a:latin typeface="Times New Roman"/>
                <a:cs typeface="Times New Roman"/>
              </a:rPr>
              <a:t>:</a:t>
            </a:r>
            <a:r>
              <a:rPr sz="1400" b="1" spc="-30" dirty="0">
                <a:latin typeface="Times New Roman"/>
                <a:cs typeface="Times New Roman"/>
              </a:rPr>
              <a:t> </a:t>
            </a:r>
            <a:r>
              <a:rPr sz="1400" dirty="0">
                <a:latin typeface="Times New Roman"/>
                <a:cs typeface="Times New Roman"/>
              </a:rPr>
              <a:t>Unit</a:t>
            </a:r>
            <a:r>
              <a:rPr sz="1400" spc="-55" dirty="0">
                <a:latin typeface="Times New Roman"/>
                <a:cs typeface="Times New Roman"/>
              </a:rPr>
              <a:t> </a:t>
            </a:r>
            <a:r>
              <a:rPr sz="1400" spc="-10" dirty="0">
                <a:latin typeface="Times New Roman"/>
                <a:cs typeface="Times New Roman"/>
              </a:rPr>
              <a:t>Testing</a:t>
            </a:r>
            <a:endParaRPr sz="1400" dirty="0">
              <a:latin typeface="Times New Roman"/>
              <a:cs typeface="Times New Roman"/>
            </a:endParaRPr>
          </a:p>
          <a:p>
            <a:pPr marL="12700" marR="5080" indent="456565" algn="just">
              <a:lnSpc>
                <a:spcPct val="143800"/>
              </a:lnSpc>
              <a:spcBef>
                <a:spcPts val="125"/>
              </a:spcBef>
            </a:pPr>
            <a:r>
              <a:rPr lang="en-US" sz="1200" dirty="0">
                <a:latin typeface="Times New Roman"/>
                <a:cs typeface="Times New Roman"/>
              </a:rPr>
              <a:t>This</a:t>
            </a:r>
            <a:r>
              <a:rPr lang="en-US" sz="1200" spc="-20" dirty="0">
                <a:latin typeface="Times New Roman"/>
                <a:cs typeface="Times New Roman"/>
              </a:rPr>
              <a:t> </a:t>
            </a:r>
            <a:r>
              <a:rPr lang="en-US" sz="1200" spc="-10" dirty="0">
                <a:latin typeface="Times New Roman"/>
                <a:cs typeface="Times New Roman"/>
              </a:rPr>
              <a:t>above</a:t>
            </a:r>
            <a:r>
              <a:rPr lang="en-US" sz="1200" spc="-30" dirty="0">
                <a:latin typeface="Times New Roman"/>
                <a:cs typeface="Times New Roman"/>
              </a:rPr>
              <a:t> </a:t>
            </a:r>
            <a:r>
              <a:rPr lang="en-US" sz="1200" spc="-10" dirty="0">
                <a:latin typeface="Times New Roman"/>
                <a:cs typeface="Times New Roman"/>
              </a:rPr>
              <a:t>figure</a:t>
            </a:r>
            <a:r>
              <a:rPr lang="en-US" sz="1200" spc="-30" dirty="0">
                <a:latin typeface="Times New Roman"/>
                <a:cs typeface="Times New Roman"/>
              </a:rPr>
              <a:t> </a:t>
            </a:r>
            <a:r>
              <a:rPr lang="en-US" sz="1200" spc="-10" dirty="0">
                <a:latin typeface="Times New Roman"/>
                <a:cs typeface="Times New Roman"/>
              </a:rPr>
              <a:t>7.1,flowchart</a:t>
            </a:r>
            <a:r>
              <a:rPr lang="en-US" sz="1200" spc="-25" dirty="0">
                <a:latin typeface="Times New Roman"/>
                <a:cs typeface="Times New Roman"/>
              </a:rPr>
              <a:t> </a:t>
            </a:r>
            <a:r>
              <a:rPr lang="en-US" sz="1200" spc="-10" dirty="0">
                <a:latin typeface="Times New Roman"/>
                <a:cs typeface="Times New Roman"/>
              </a:rPr>
              <a:t>provides</a:t>
            </a:r>
            <a:r>
              <a:rPr lang="en-US" sz="1200" spc="-20" dirty="0">
                <a:latin typeface="Times New Roman"/>
                <a:cs typeface="Times New Roman"/>
              </a:rPr>
              <a:t> </a:t>
            </a:r>
            <a:r>
              <a:rPr lang="en-US" sz="1200" dirty="0">
                <a:latin typeface="Times New Roman"/>
                <a:cs typeface="Times New Roman"/>
              </a:rPr>
              <a:t>a</a:t>
            </a:r>
            <a:r>
              <a:rPr lang="en-US" sz="1200" spc="-30" dirty="0">
                <a:latin typeface="Times New Roman"/>
                <a:cs typeface="Times New Roman"/>
              </a:rPr>
              <a:t> </a:t>
            </a:r>
            <a:r>
              <a:rPr lang="en-US" sz="1200" spc="-10" dirty="0">
                <a:latin typeface="Times New Roman"/>
                <a:cs typeface="Times New Roman"/>
              </a:rPr>
              <a:t>simplified</a:t>
            </a:r>
            <a:r>
              <a:rPr lang="en-US" sz="1200" spc="-25" dirty="0">
                <a:latin typeface="Times New Roman"/>
                <a:cs typeface="Times New Roman"/>
              </a:rPr>
              <a:t> </a:t>
            </a:r>
            <a:r>
              <a:rPr lang="en-US" sz="1200" spc="-10" dirty="0">
                <a:latin typeface="Times New Roman"/>
                <a:cs typeface="Times New Roman"/>
              </a:rPr>
              <a:t>overview</a:t>
            </a:r>
            <a:r>
              <a:rPr lang="en-US" sz="1200" spc="-25" dirty="0">
                <a:latin typeface="Times New Roman"/>
                <a:cs typeface="Times New Roman"/>
              </a:rPr>
              <a:t> </a:t>
            </a:r>
            <a:r>
              <a:rPr lang="en-US" sz="1200" dirty="0">
                <a:latin typeface="Times New Roman"/>
                <a:cs typeface="Times New Roman"/>
              </a:rPr>
              <a:t>of</a:t>
            </a:r>
            <a:r>
              <a:rPr lang="en-US" sz="1200" spc="-25" dirty="0">
                <a:latin typeface="Times New Roman"/>
                <a:cs typeface="Times New Roman"/>
              </a:rPr>
              <a:t> </a:t>
            </a:r>
            <a:r>
              <a:rPr lang="en-US" sz="1200" dirty="0">
                <a:latin typeface="Times New Roman"/>
                <a:cs typeface="Times New Roman"/>
              </a:rPr>
              <a:t>the</a:t>
            </a:r>
            <a:r>
              <a:rPr lang="en-US" sz="1200" spc="-25" dirty="0">
                <a:latin typeface="Times New Roman"/>
                <a:cs typeface="Times New Roman"/>
              </a:rPr>
              <a:t> </a:t>
            </a:r>
            <a:r>
              <a:rPr lang="en-US" sz="1200" spc="-10" dirty="0">
                <a:latin typeface="Times New Roman"/>
                <a:cs typeface="Times New Roman"/>
              </a:rPr>
              <a:t>pipeline,</a:t>
            </a:r>
            <a:r>
              <a:rPr lang="en-US" sz="1200" spc="-25" dirty="0">
                <a:latin typeface="Times New Roman"/>
                <a:cs typeface="Times New Roman"/>
              </a:rPr>
              <a:t> </a:t>
            </a:r>
            <a:r>
              <a:rPr lang="en-US" sz="1200" dirty="0">
                <a:latin typeface="Times New Roman"/>
                <a:cs typeface="Times New Roman"/>
              </a:rPr>
              <a:t>and</a:t>
            </a:r>
            <a:r>
              <a:rPr lang="en-US" sz="1200" spc="-25" dirty="0">
                <a:latin typeface="Times New Roman"/>
                <a:cs typeface="Times New Roman"/>
              </a:rPr>
              <a:t> </a:t>
            </a:r>
            <a:r>
              <a:rPr lang="en-US" sz="1200" spc="-10" dirty="0">
                <a:latin typeface="Times New Roman"/>
                <a:cs typeface="Times New Roman"/>
              </a:rPr>
              <a:t>additional </a:t>
            </a:r>
            <a:r>
              <a:rPr lang="en-US" sz="1200" dirty="0">
                <a:latin typeface="Times New Roman"/>
                <a:cs typeface="Times New Roman"/>
              </a:rPr>
              <a:t>steps</a:t>
            </a:r>
            <a:r>
              <a:rPr lang="en-US" sz="1200" spc="-25" dirty="0">
                <a:latin typeface="Times New Roman"/>
                <a:cs typeface="Times New Roman"/>
              </a:rPr>
              <a:t> </a:t>
            </a:r>
            <a:r>
              <a:rPr lang="en-US" sz="1200" dirty="0">
                <a:latin typeface="Times New Roman"/>
                <a:cs typeface="Times New Roman"/>
              </a:rPr>
              <a:t>might</a:t>
            </a:r>
            <a:r>
              <a:rPr lang="en-US" sz="1200" spc="-15" dirty="0">
                <a:latin typeface="Times New Roman"/>
                <a:cs typeface="Times New Roman"/>
              </a:rPr>
              <a:t> </a:t>
            </a:r>
            <a:r>
              <a:rPr lang="en-US" sz="1200" dirty="0">
                <a:latin typeface="Times New Roman"/>
                <a:cs typeface="Times New Roman"/>
              </a:rPr>
              <a:t>be</a:t>
            </a:r>
            <a:r>
              <a:rPr lang="en-US" sz="1200" spc="-15" dirty="0">
                <a:latin typeface="Times New Roman"/>
                <a:cs typeface="Times New Roman"/>
              </a:rPr>
              <a:t> </a:t>
            </a:r>
            <a:r>
              <a:rPr lang="en-US" sz="1200" dirty="0">
                <a:latin typeface="Times New Roman"/>
                <a:cs typeface="Times New Roman"/>
              </a:rPr>
              <a:t>involved</a:t>
            </a:r>
            <a:r>
              <a:rPr lang="en-US" sz="1200" spc="-20" dirty="0">
                <a:latin typeface="Times New Roman"/>
                <a:cs typeface="Times New Roman"/>
              </a:rPr>
              <a:t> </a:t>
            </a:r>
            <a:r>
              <a:rPr lang="en-US" sz="1200" dirty="0">
                <a:latin typeface="Times New Roman"/>
                <a:cs typeface="Times New Roman"/>
              </a:rPr>
              <a:t>in</a:t>
            </a:r>
            <a:r>
              <a:rPr lang="en-US" sz="1200" spc="-15" dirty="0">
                <a:latin typeface="Times New Roman"/>
                <a:cs typeface="Times New Roman"/>
              </a:rPr>
              <a:t> </a:t>
            </a:r>
            <a:r>
              <a:rPr lang="en-US" sz="1200" dirty="0">
                <a:latin typeface="Times New Roman"/>
                <a:cs typeface="Times New Roman"/>
              </a:rPr>
              <a:t>a</a:t>
            </a:r>
            <a:r>
              <a:rPr lang="en-US" sz="1200" spc="-20" dirty="0">
                <a:latin typeface="Times New Roman"/>
                <a:cs typeface="Times New Roman"/>
              </a:rPr>
              <a:t> </a:t>
            </a:r>
            <a:r>
              <a:rPr lang="en-US" sz="1200" spc="-10" dirty="0">
                <a:latin typeface="Times New Roman"/>
                <a:cs typeface="Times New Roman"/>
              </a:rPr>
              <a:t>real-</a:t>
            </a:r>
            <a:r>
              <a:rPr lang="en-US" sz="1200" dirty="0">
                <a:latin typeface="Times New Roman"/>
                <a:cs typeface="Times New Roman"/>
              </a:rPr>
              <a:t>world</a:t>
            </a:r>
            <a:r>
              <a:rPr lang="en-US" sz="1200" spc="-20" dirty="0">
                <a:latin typeface="Times New Roman"/>
                <a:cs typeface="Times New Roman"/>
              </a:rPr>
              <a:t> </a:t>
            </a:r>
            <a:r>
              <a:rPr lang="en-US" sz="1200" spc="-10" dirty="0">
                <a:latin typeface="Times New Roman"/>
                <a:cs typeface="Times New Roman"/>
              </a:rPr>
              <a:t>implementation.</a:t>
            </a:r>
            <a:endParaRPr lang="en-US" sz="1200" dirty="0">
              <a:latin typeface="Times New Roman"/>
              <a:cs typeface="Times New Roman"/>
            </a:endParaRPr>
          </a:p>
          <a:p>
            <a:pPr marL="12700" marR="5080" indent="456565" algn="just">
              <a:lnSpc>
                <a:spcPct val="143800"/>
              </a:lnSpc>
              <a:spcBef>
                <a:spcPts val="125"/>
              </a:spcBef>
            </a:pP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"Reject</a:t>
            </a:r>
            <a:r>
              <a:rPr sz="1200" spc="-25" dirty="0">
                <a:latin typeface="Times New Roman"/>
                <a:cs typeface="Times New Roman"/>
              </a:rPr>
              <a:t> </a:t>
            </a:r>
            <a:r>
              <a:rPr sz="1200" dirty="0">
                <a:latin typeface="Times New Roman"/>
                <a:cs typeface="Times New Roman"/>
              </a:rPr>
              <a:t>Hand</a:t>
            </a:r>
            <a:r>
              <a:rPr sz="1200" spc="-25" dirty="0">
                <a:latin typeface="Times New Roman"/>
                <a:cs typeface="Times New Roman"/>
              </a:rPr>
              <a:t> </a:t>
            </a:r>
            <a:r>
              <a:rPr sz="1200" dirty="0">
                <a:latin typeface="Times New Roman"/>
                <a:cs typeface="Times New Roman"/>
              </a:rPr>
              <a:t>Flag</a:t>
            </a:r>
            <a:r>
              <a:rPr sz="1200" spc="-30" dirty="0">
                <a:latin typeface="Times New Roman"/>
                <a:cs typeface="Times New Roman"/>
              </a:rPr>
              <a:t> </a:t>
            </a:r>
            <a:r>
              <a:rPr sz="1200" dirty="0">
                <a:latin typeface="Times New Roman"/>
                <a:cs typeface="Times New Roman"/>
              </a:rPr>
              <a:t>Landmarks"</a:t>
            </a:r>
            <a:r>
              <a:rPr sz="1200" spc="-25" dirty="0">
                <a:latin typeface="Times New Roman"/>
                <a:cs typeface="Times New Roman"/>
              </a:rPr>
              <a:t> </a:t>
            </a:r>
            <a:r>
              <a:rPr sz="1200" dirty="0">
                <a:latin typeface="Times New Roman"/>
                <a:cs typeface="Times New Roman"/>
              </a:rPr>
              <a:t>block</a:t>
            </a:r>
            <a:r>
              <a:rPr sz="1200" spc="-30" dirty="0">
                <a:latin typeface="Times New Roman"/>
                <a:cs typeface="Times New Roman"/>
              </a:rPr>
              <a:t> </a:t>
            </a:r>
            <a:r>
              <a:rPr sz="1200" dirty="0">
                <a:latin typeface="Times New Roman"/>
                <a:cs typeface="Times New Roman"/>
              </a:rPr>
              <a:t>emphasizes</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importance</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filtering</a:t>
            </a:r>
            <a:r>
              <a:rPr sz="1200" spc="-25" dirty="0">
                <a:latin typeface="Times New Roman"/>
                <a:cs typeface="Times New Roman"/>
              </a:rPr>
              <a:t> </a:t>
            </a:r>
            <a:r>
              <a:rPr sz="1200" dirty="0">
                <a:latin typeface="Times New Roman"/>
                <a:cs typeface="Times New Roman"/>
              </a:rPr>
              <a:t>out</a:t>
            </a:r>
            <a:r>
              <a:rPr sz="1200" spc="-25" dirty="0">
                <a:latin typeface="Times New Roman"/>
                <a:cs typeface="Times New Roman"/>
              </a:rPr>
              <a:t> </a:t>
            </a:r>
            <a:r>
              <a:rPr sz="1200" spc="-10" dirty="0">
                <a:latin typeface="Times New Roman"/>
                <a:cs typeface="Times New Roman"/>
              </a:rPr>
              <a:t>invalid </a:t>
            </a:r>
            <a:r>
              <a:rPr sz="1200" dirty="0">
                <a:latin typeface="Times New Roman"/>
                <a:cs typeface="Times New Roman"/>
              </a:rPr>
              <a:t>hand</a:t>
            </a:r>
            <a:r>
              <a:rPr sz="1200" spc="-35" dirty="0">
                <a:latin typeface="Times New Roman"/>
                <a:cs typeface="Times New Roman"/>
              </a:rPr>
              <a:t> </a:t>
            </a:r>
            <a:r>
              <a:rPr sz="1200" spc="-10" dirty="0">
                <a:latin typeface="Times New Roman"/>
                <a:cs typeface="Times New Roman"/>
              </a:rPr>
              <a:t>detections</a:t>
            </a:r>
            <a:r>
              <a:rPr sz="1200" spc="-35" dirty="0">
                <a:latin typeface="Times New Roman"/>
                <a:cs typeface="Times New Roman"/>
              </a:rPr>
              <a:t> </a:t>
            </a:r>
            <a:r>
              <a:rPr sz="1200" dirty="0">
                <a:latin typeface="Times New Roman"/>
                <a:cs typeface="Times New Roman"/>
              </a:rPr>
              <a:t>before</a:t>
            </a:r>
            <a:r>
              <a:rPr sz="1200" spc="-45" dirty="0">
                <a:latin typeface="Times New Roman"/>
                <a:cs typeface="Times New Roman"/>
              </a:rPr>
              <a:t> </a:t>
            </a:r>
            <a:r>
              <a:rPr sz="1200" spc="-10" dirty="0">
                <a:latin typeface="Times New Roman"/>
                <a:cs typeface="Times New Roman"/>
              </a:rPr>
              <a:t>landmarking.The</a:t>
            </a:r>
            <a:r>
              <a:rPr sz="1200" spc="-35" dirty="0">
                <a:latin typeface="Times New Roman"/>
                <a:cs typeface="Times New Roman"/>
              </a:rPr>
              <a:t> </a:t>
            </a:r>
            <a:r>
              <a:rPr sz="1200" dirty="0">
                <a:latin typeface="Times New Roman"/>
                <a:cs typeface="Times New Roman"/>
              </a:rPr>
              <a:t>blue</a:t>
            </a:r>
            <a:r>
              <a:rPr sz="1200" spc="-35" dirty="0">
                <a:latin typeface="Times New Roman"/>
                <a:cs typeface="Times New Roman"/>
              </a:rPr>
              <a:t> </a:t>
            </a:r>
            <a:r>
              <a:rPr sz="1200" dirty="0">
                <a:latin typeface="Times New Roman"/>
                <a:cs typeface="Times New Roman"/>
              </a:rPr>
              <a:t>edge</a:t>
            </a:r>
            <a:r>
              <a:rPr sz="1200" spc="-30" dirty="0">
                <a:latin typeface="Times New Roman"/>
                <a:cs typeface="Times New Roman"/>
              </a:rPr>
              <a:t> </a:t>
            </a:r>
            <a:r>
              <a:rPr sz="1200" dirty="0">
                <a:latin typeface="Times New Roman"/>
                <a:cs typeface="Times New Roman"/>
              </a:rPr>
              <a:t>represents</a:t>
            </a:r>
            <a:r>
              <a:rPr sz="1200" spc="-3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temporal</a:t>
            </a:r>
            <a:r>
              <a:rPr sz="1200" spc="-30" dirty="0">
                <a:latin typeface="Times New Roman"/>
                <a:cs typeface="Times New Roman"/>
              </a:rPr>
              <a:t> </a:t>
            </a:r>
            <a:r>
              <a:rPr sz="1200" dirty="0">
                <a:latin typeface="Times New Roman"/>
                <a:cs typeface="Times New Roman"/>
              </a:rPr>
              <a:t>connection,</a:t>
            </a:r>
            <a:r>
              <a:rPr sz="1200" spc="-30" dirty="0">
                <a:latin typeface="Times New Roman"/>
                <a:cs typeface="Times New Roman"/>
              </a:rPr>
              <a:t> </a:t>
            </a:r>
            <a:r>
              <a:rPr sz="1200" dirty="0">
                <a:latin typeface="Times New Roman"/>
                <a:cs typeface="Times New Roman"/>
              </a:rPr>
              <a:t>suggesting</a:t>
            </a:r>
            <a:r>
              <a:rPr sz="1200" spc="-35" dirty="0">
                <a:latin typeface="Times New Roman"/>
                <a:cs typeface="Times New Roman"/>
              </a:rPr>
              <a:t> </a:t>
            </a:r>
            <a:r>
              <a:rPr sz="1200" spc="-20" dirty="0">
                <a:latin typeface="Times New Roman"/>
                <a:cs typeface="Times New Roman"/>
              </a:rPr>
              <a:t>that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previous</a:t>
            </a:r>
            <a:r>
              <a:rPr sz="1200" spc="-25" dirty="0">
                <a:latin typeface="Times New Roman"/>
                <a:cs typeface="Times New Roman"/>
              </a:rPr>
              <a:t> </a:t>
            </a:r>
            <a:r>
              <a:rPr sz="1200" dirty="0">
                <a:latin typeface="Times New Roman"/>
                <a:cs typeface="Times New Roman"/>
              </a:rPr>
              <a:t>frame</a:t>
            </a:r>
            <a:r>
              <a:rPr sz="1200" spc="-30" dirty="0">
                <a:latin typeface="Times New Roman"/>
                <a:cs typeface="Times New Roman"/>
              </a:rPr>
              <a:t> </a:t>
            </a:r>
            <a:r>
              <a:rPr sz="1200" dirty="0">
                <a:latin typeface="Times New Roman"/>
                <a:cs typeface="Times New Roman"/>
              </a:rPr>
              <a:t>may</a:t>
            </a:r>
            <a:r>
              <a:rPr sz="1200" spc="-25"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dirty="0">
                <a:latin typeface="Times New Roman"/>
                <a:cs typeface="Times New Roman"/>
              </a:rPr>
              <a:t>used</a:t>
            </a:r>
            <a:r>
              <a:rPr sz="1200" spc="-2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current</a:t>
            </a:r>
            <a:r>
              <a:rPr sz="1200" spc="-25" dirty="0">
                <a:latin typeface="Times New Roman"/>
                <a:cs typeface="Times New Roman"/>
              </a:rPr>
              <a:t> </a:t>
            </a:r>
            <a:r>
              <a:rPr sz="1200" dirty="0">
                <a:latin typeface="Times New Roman"/>
                <a:cs typeface="Times New Roman"/>
              </a:rPr>
              <a:t>frame's</a:t>
            </a:r>
            <a:r>
              <a:rPr sz="1200" spc="-35" dirty="0">
                <a:latin typeface="Times New Roman"/>
                <a:cs typeface="Times New Roman"/>
              </a:rPr>
              <a:t> </a:t>
            </a:r>
            <a:r>
              <a:rPr sz="1200" spc="-10" dirty="0">
                <a:latin typeface="Times New Roman"/>
                <a:cs typeface="Times New Roman"/>
              </a:rPr>
              <a:t>processing.</a:t>
            </a:r>
            <a:endParaRPr sz="1200" dirty="0">
              <a:latin typeface="Times New Roman"/>
              <a:cs typeface="Times New Roman"/>
            </a:endParaRPr>
          </a:p>
        </p:txBody>
      </p:sp>
      <p:pic>
        <p:nvPicPr>
          <p:cNvPr id="6" name="object 6"/>
          <p:cNvPicPr/>
          <p:nvPr/>
        </p:nvPicPr>
        <p:blipFill>
          <a:blip r:embed="rId2" cstate="print"/>
          <a:stretch>
            <a:fillRect/>
          </a:stretch>
        </p:blipFill>
        <p:spPr>
          <a:xfrm>
            <a:off x="1864995" y="3543299"/>
            <a:ext cx="4191000" cy="4434586"/>
          </a:xfrm>
          <a:prstGeom prst="rect">
            <a:avLst/>
          </a:prstGeom>
        </p:spPr>
      </p:pic>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8" name="object 8"/>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32</a:t>
            </a:r>
            <a:endParaRPr spc="-25" dirty="0"/>
          </a:p>
        </p:txBody>
      </p:sp>
      <p:sp>
        <p:nvSpPr>
          <p:cNvPr id="9" name="object 9"/>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3" name="object 3"/>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4" name="object 4"/>
          <p:cNvSpPr txBox="1"/>
          <p:nvPr/>
        </p:nvSpPr>
        <p:spPr>
          <a:xfrm>
            <a:off x="886764" y="563409"/>
            <a:ext cx="6146800" cy="8995989"/>
          </a:xfrm>
          <a:prstGeom prst="rect">
            <a:avLst/>
          </a:prstGeom>
        </p:spPr>
        <p:txBody>
          <a:bodyPr vert="horz" wrap="square" lIns="0" tIns="73660" rIns="0" bIns="0" rtlCol="0">
            <a:spAutoFit/>
          </a:bodyPr>
          <a:lstStyle/>
          <a:p>
            <a:pPr marL="50800">
              <a:lnSpc>
                <a:spcPct val="100000"/>
              </a:lnSpc>
              <a:spcBef>
                <a:spcPts val="580"/>
              </a:spcBef>
              <a:tabLst>
                <a:tab pos="5687060"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12700">
              <a:lnSpc>
                <a:spcPct val="100000"/>
              </a:lnSpc>
              <a:spcBef>
                <a:spcPts val="630"/>
              </a:spcBef>
            </a:pPr>
            <a:r>
              <a:rPr sz="1600" b="1" dirty="0">
                <a:latin typeface="Times New Roman"/>
                <a:cs typeface="Times New Roman"/>
              </a:rPr>
              <a:t>7.3</a:t>
            </a:r>
            <a:r>
              <a:rPr sz="1600" b="1" spc="-10" dirty="0">
                <a:latin typeface="Times New Roman"/>
                <a:cs typeface="Times New Roman"/>
              </a:rPr>
              <a:t> </a:t>
            </a:r>
            <a:r>
              <a:rPr lang="en-US" sz="1600" b="1" spc="-10" dirty="0">
                <a:latin typeface="Times New Roman"/>
                <a:cs typeface="Times New Roman"/>
              </a:rPr>
              <a:t> </a:t>
            </a:r>
            <a:r>
              <a:rPr sz="1600" b="1" spc="-10" dirty="0">
                <a:latin typeface="Times New Roman"/>
                <a:cs typeface="Times New Roman"/>
              </a:rPr>
              <a:t>Integration</a:t>
            </a:r>
            <a:r>
              <a:rPr sz="1600" b="1" spc="-30" dirty="0">
                <a:latin typeface="Times New Roman"/>
                <a:cs typeface="Times New Roman"/>
              </a:rPr>
              <a:t> </a:t>
            </a:r>
            <a:r>
              <a:rPr sz="1600" b="1" spc="-10" dirty="0">
                <a:latin typeface="Times New Roman"/>
                <a:cs typeface="Times New Roman"/>
              </a:rPr>
              <a:t>Testing</a:t>
            </a:r>
            <a:endParaRPr sz="1600" dirty="0">
              <a:latin typeface="Times New Roman"/>
              <a:cs typeface="Times New Roman"/>
            </a:endParaRPr>
          </a:p>
          <a:p>
            <a:pPr marL="12700" marR="10160" indent="464184">
              <a:lnSpc>
                <a:spcPct val="143300"/>
              </a:lnSpc>
              <a:spcBef>
                <a:spcPts val="245"/>
              </a:spcBef>
            </a:pPr>
            <a:r>
              <a:rPr sz="1200" dirty="0">
                <a:latin typeface="Times New Roman"/>
                <a:cs typeface="Times New Roman"/>
              </a:rPr>
              <a:t>Integration</a:t>
            </a:r>
            <a:r>
              <a:rPr sz="1200" spc="70" dirty="0">
                <a:latin typeface="Times New Roman"/>
                <a:cs typeface="Times New Roman"/>
              </a:rPr>
              <a:t> </a:t>
            </a:r>
            <a:r>
              <a:rPr sz="1200" dirty="0">
                <a:latin typeface="Times New Roman"/>
                <a:cs typeface="Times New Roman"/>
              </a:rPr>
              <a:t>checks</a:t>
            </a:r>
            <a:r>
              <a:rPr sz="1200" spc="75" dirty="0">
                <a:latin typeface="Times New Roman"/>
                <a:cs typeface="Times New Roman"/>
              </a:rPr>
              <a:t> </a:t>
            </a:r>
            <a:r>
              <a:rPr sz="1200" dirty="0">
                <a:latin typeface="Times New Roman"/>
                <a:cs typeface="Times New Roman"/>
              </a:rPr>
              <a:t>are</a:t>
            </a:r>
            <a:r>
              <a:rPr sz="1200" spc="55" dirty="0">
                <a:latin typeface="Times New Roman"/>
                <a:cs typeface="Times New Roman"/>
              </a:rPr>
              <a:t> </a:t>
            </a:r>
            <a:r>
              <a:rPr sz="1200" dirty="0">
                <a:latin typeface="Times New Roman"/>
                <a:cs typeface="Times New Roman"/>
              </a:rPr>
              <a:t>designed</a:t>
            </a:r>
            <a:r>
              <a:rPr sz="1200" spc="60" dirty="0">
                <a:latin typeface="Times New Roman"/>
                <a:cs typeface="Times New Roman"/>
              </a:rPr>
              <a:t> </a:t>
            </a:r>
            <a:r>
              <a:rPr sz="1200" dirty="0">
                <a:latin typeface="Times New Roman"/>
                <a:cs typeface="Times New Roman"/>
              </a:rPr>
              <a:t>to</a:t>
            </a:r>
            <a:r>
              <a:rPr sz="1200" spc="65" dirty="0">
                <a:latin typeface="Times New Roman"/>
                <a:cs typeface="Times New Roman"/>
              </a:rPr>
              <a:t> </a:t>
            </a:r>
            <a:r>
              <a:rPr sz="1200" dirty="0">
                <a:latin typeface="Times New Roman"/>
                <a:cs typeface="Times New Roman"/>
              </a:rPr>
              <a:t>test</a:t>
            </a:r>
            <a:r>
              <a:rPr sz="1200" spc="70" dirty="0">
                <a:latin typeface="Times New Roman"/>
                <a:cs typeface="Times New Roman"/>
              </a:rPr>
              <a:t> </a:t>
            </a:r>
            <a:r>
              <a:rPr sz="1200" dirty="0">
                <a:latin typeface="Times New Roman"/>
                <a:cs typeface="Times New Roman"/>
              </a:rPr>
              <a:t>components</a:t>
            </a:r>
            <a:r>
              <a:rPr sz="1200" spc="65"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integrated</a:t>
            </a:r>
            <a:r>
              <a:rPr sz="1200" spc="65" dirty="0">
                <a:latin typeface="Times New Roman"/>
                <a:cs typeface="Times New Roman"/>
              </a:rPr>
              <a:t> </a:t>
            </a:r>
            <a:r>
              <a:rPr sz="1200" dirty="0">
                <a:latin typeface="Times New Roman"/>
                <a:cs typeface="Times New Roman"/>
              </a:rPr>
              <a:t>program</a:t>
            </a:r>
            <a:r>
              <a:rPr sz="1200" spc="65" dirty="0">
                <a:latin typeface="Times New Roman"/>
                <a:cs typeface="Times New Roman"/>
              </a:rPr>
              <a:t> </a:t>
            </a:r>
            <a:r>
              <a:rPr sz="1200" dirty="0">
                <a:latin typeface="Times New Roman"/>
                <a:cs typeface="Times New Roman"/>
              </a:rPr>
              <a:t>to</a:t>
            </a:r>
            <a:r>
              <a:rPr sz="1200" spc="65" dirty="0">
                <a:latin typeface="Times New Roman"/>
                <a:cs typeface="Times New Roman"/>
              </a:rPr>
              <a:t> </a:t>
            </a:r>
            <a:r>
              <a:rPr sz="1200" spc="-10" dirty="0">
                <a:latin typeface="Times New Roman"/>
                <a:cs typeface="Times New Roman"/>
              </a:rPr>
              <a:t>determine </a:t>
            </a:r>
            <a:r>
              <a:rPr sz="1200" dirty="0">
                <a:latin typeface="Times New Roman"/>
                <a:cs typeface="Times New Roman"/>
              </a:rPr>
              <a:t>whether</a:t>
            </a:r>
            <a:r>
              <a:rPr sz="1200" spc="-35" dirty="0">
                <a:latin typeface="Times New Roman"/>
                <a:cs typeface="Times New Roman"/>
              </a:rPr>
              <a:t> </a:t>
            </a:r>
            <a:r>
              <a:rPr sz="1200" dirty="0">
                <a:latin typeface="Times New Roman"/>
                <a:cs typeface="Times New Roman"/>
              </a:rPr>
              <a:t>they</a:t>
            </a:r>
            <a:r>
              <a:rPr sz="1200" spc="-20" dirty="0">
                <a:latin typeface="Times New Roman"/>
                <a:cs typeface="Times New Roman"/>
              </a:rPr>
              <a:t> </a:t>
            </a:r>
            <a:r>
              <a:rPr sz="1200" dirty="0">
                <a:latin typeface="Times New Roman"/>
                <a:cs typeface="Times New Roman"/>
              </a:rPr>
              <a:t>are</a:t>
            </a:r>
            <a:r>
              <a:rPr sz="1200" spc="-45" dirty="0">
                <a:latin typeface="Times New Roman"/>
                <a:cs typeface="Times New Roman"/>
              </a:rPr>
              <a:t> </a:t>
            </a:r>
            <a:r>
              <a:rPr sz="1200" spc="-10" dirty="0">
                <a:latin typeface="Times New Roman"/>
                <a:cs typeface="Times New Roman"/>
              </a:rPr>
              <a:t>Typically</a:t>
            </a:r>
            <a:r>
              <a:rPr sz="1200" spc="-25" dirty="0">
                <a:latin typeface="Times New Roman"/>
                <a:cs typeface="Times New Roman"/>
              </a:rPr>
              <a:t> </a:t>
            </a:r>
            <a:r>
              <a:rPr sz="1200" dirty="0">
                <a:latin typeface="Times New Roman"/>
                <a:cs typeface="Times New Roman"/>
              </a:rPr>
              <a:t>run</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single</a:t>
            </a:r>
            <a:r>
              <a:rPr sz="1200" spc="-30" dirty="0">
                <a:latin typeface="Times New Roman"/>
                <a:cs typeface="Times New Roman"/>
              </a:rPr>
              <a:t> </a:t>
            </a:r>
            <a:r>
              <a:rPr sz="1200" spc="-10" dirty="0">
                <a:latin typeface="Times New Roman"/>
                <a:cs typeface="Times New Roman"/>
              </a:rPr>
              <a:t>programmer.</a:t>
            </a:r>
            <a:endParaRPr sz="1200" dirty="0">
              <a:latin typeface="Times New Roman"/>
              <a:cs typeface="Times New Roman"/>
            </a:endParaRPr>
          </a:p>
          <a:p>
            <a:pPr marL="12700">
              <a:lnSpc>
                <a:spcPct val="100000"/>
              </a:lnSpc>
              <a:spcBef>
                <a:spcPts val="640"/>
              </a:spcBef>
            </a:pPr>
            <a:r>
              <a:rPr sz="1200" b="1" spc="-20" dirty="0">
                <a:latin typeface="Times New Roman"/>
                <a:cs typeface="Times New Roman"/>
              </a:rPr>
              <a:t>Test </a:t>
            </a:r>
            <a:r>
              <a:rPr sz="1200" b="1" dirty="0">
                <a:latin typeface="Times New Roman"/>
                <a:cs typeface="Times New Roman"/>
              </a:rPr>
              <a:t>Case</a:t>
            </a:r>
            <a:r>
              <a:rPr sz="1200" b="1" spc="-25" dirty="0">
                <a:latin typeface="Times New Roman"/>
                <a:cs typeface="Times New Roman"/>
              </a:rPr>
              <a:t> </a:t>
            </a:r>
            <a:r>
              <a:rPr sz="1200" b="1" dirty="0">
                <a:latin typeface="Times New Roman"/>
                <a:cs typeface="Times New Roman"/>
              </a:rPr>
              <a:t>1:</a:t>
            </a:r>
            <a:r>
              <a:rPr sz="1200" b="1" spc="-20" dirty="0">
                <a:latin typeface="Times New Roman"/>
                <a:cs typeface="Times New Roman"/>
              </a:rPr>
              <a:t> </a:t>
            </a:r>
            <a:r>
              <a:rPr sz="1200" b="1" dirty="0">
                <a:latin typeface="Times New Roman"/>
                <a:cs typeface="Times New Roman"/>
              </a:rPr>
              <a:t>Hand</a:t>
            </a:r>
            <a:r>
              <a:rPr sz="1200" b="1" spc="-20" dirty="0">
                <a:latin typeface="Times New Roman"/>
                <a:cs typeface="Times New Roman"/>
              </a:rPr>
              <a:t> </a:t>
            </a:r>
            <a:r>
              <a:rPr sz="1200" b="1" spc="-10" dirty="0">
                <a:latin typeface="Times New Roman"/>
                <a:cs typeface="Times New Roman"/>
              </a:rPr>
              <a:t>Detection</a:t>
            </a:r>
            <a:endParaRPr sz="1200" dirty="0">
              <a:latin typeface="Times New Roman"/>
              <a:cs typeface="Times New Roman"/>
            </a:endParaRPr>
          </a:p>
          <a:p>
            <a:pPr marL="476884">
              <a:lnSpc>
                <a:spcPct val="100000"/>
              </a:lnSpc>
              <a:spcBef>
                <a:spcPts val="620"/>
              </a:spcBef>
            </a:pPr>
            <a:r>
              <a:rPr sz="1200" spc="-10" dirty="0">
                <a:latin typeface="Times New Roman"/>
                <a:cs typeface="Times New Roman"/>
              </a:rPr>
              <a:t>Test</a:t>
            </a:r>
            <a:r>
              <a:rPr sz="1200" spc="-25"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detect</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hand</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camera's</a:t>
            </a:r>
            <a:r>
              <a:rPr sz="1200" spc="-30" dirty="0">
                <a:latin typeface="Times New Roman"/>
                <a:cs typeface="Times New Roman"/>
              </a:rPr>
              <a:t> </a:t>
            </a:r>
            <a:r>
              <a:rPr sz="1200" dirty="0">
                <a:latin typeface="Times New Roman"/>
                <a:cs typeface="Times New Roman"/>
              </a:rPr>
              <a:t>field</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10" dirty="0">
                <a:latin typeface="Times New Roman"/>
                <a:cs typeface="Times New Roman"/>
              </a:rPr>
              <a:t>view.</a:t>
            </a:r>
            <a:endParaRPr sz="1200" dirty="0">
              <a:latin typeface="Times New Roman"/>
              <a:cs typeface="Times New Roman"/>
            </a:endParaRPr>
          </a:p>
          <a:p>
            <a:pPr marL="476884" marR="485140">
              <a:lnSpc>
                <a:spcPct val="143300"/>
              </a:lnSpc>
              <a:spcBef>
                <a:spcPts val="15"/>
              </a:spcBef>
            </a:pPr>
            <a:r>
              <a:rPr sz="1200" spc="-20" dirty="0">
                <a:latin typeface="Times New Roman"/>
                <a:cs typeface="Times New Roman"/>
              </a:rPr>
              <a:t>Verify</a:t>
            </a:r>
            <a:r>
              <a:rPr sz="1200" spc="-25"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accurately</a:t>
            </a:r>
            <a:r>
              <a:rPr sz="1200" spc="-25" dirty="0">
                <a:latin typeface="Times New Roman"/>
                <a:cs typeface="Times New Roman"/>
              </a:rPr>
              <a:t> </a:t>
            </a:r>
            <a:r>
              <a:rPr sz="1200" dirty="0">
                <a:latin typeface="Times New Roman"/>
                <a:cs typeface="Times New Roman"/>
              </a:rPr>
              <a:t>identify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location</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hand</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its</a:t>
            </a:r>
            <a:r>
              <a:rPr sz="1200" spc="-30" dirty="0">
                <a:latin typeface="Times New Roman"/>
                <a:cs typeface="Times New Roman"/>
              </a:rPr>
              <a:t> </a:t>
            </a:r>
            <a:r>
              <a:rPr sz="1200" spc="-10" dirty="0">
                <a:latin typeface="Times New Roman"/>
                <a:cs typeface="Times New Roman"/>
              </a:rPr>
              <a:t>fingers. Test</a:t>
            </a:r>
            <a:r>
              <a:rPr sz="1200" spc="-30"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detect</a:t>
            </a:r>
            <a:r>
              <a:rPr sz="1200" spc="-30" dirty="0">
                <a:latin typeface="Times New Roman"/>
                <a:cs typeface="Times New Roman"/>
              </a:rPr>
              <a:t> </a:t>
            </a:r>
            <a:r>
              <a:rPr sz="1200" dirty="0">
                <a:latin typeface="Times New Roman"/>
                <a:cs typeface="Times New Roman"/>
              </a:rPr>
              <a:t>multiple</a:t>
            </a:r>
            <a:r>
              <a:rPr sz="1200" spc="-30" dirty="0">
                <a:latin typeface="Times New Roman"/>
                <a:cs typeface="Times New Roman"/>
              </a:rPr>
              <a:t> </a:t>
            </a:r>
            <a:r>
              <a:rPr sz="1200" dirty="0">
                <a:latin typeface="Times New Roman"/>
                <a:cs typeface="Times New Roman"/>
              </a:rPr>
              <a:t>hands</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camera's</a:t>
            </a:r>
            <a:r>
              <a:rPr sz="1200" spc="-35" dirty="0">
                <a:latin typeface="Times New Roman"/>
                <a:cs typeface="Times New Roman"/>
              </a:rPr>
              <a:t> </a:t>
            </a:r>
            <a:r>
              <a:rPr sz="1200" dirty="0">
                <a:latin typeface="Times New Roman"/>
                <a:cs typeface="Times New Roman"/>
              </a:rPr>
              <a:t>field</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0" dirty="0">
                <a:latin typeface="Times New Roman"/>
                <a:cs typeface="Times New Roman"/>
              </a:rPr>
              <a:t>view.</a:t>
            </a:r>
            <a:endParaRPr sz="1200" dirty="0">
              <a:latin typeface="Times New Roman"/>
              <a:cs typeface="Times New Roman"/>
            </a:endParaRPr>
          </a:p>
          <a:p>
            <a:pPr marL="12700">
              <a:lnSpc>
                <a:spcPct val="100000"/>
              </a:lnSpc>
              <a:spcBef>
                <a:spcPts val="635"/>
              </a:spcBef>
            </a:pPr>
            <a:r>
              <a:rPr sz="1200" b="1" spc="-20" dirty="0">
                <a:latin typeface="Times New Roman"/>
                <a:cs typeface="Times New Roman"/>
              </a:rPr>
              <a:t>Test</a:t>
            </a:r>
            <a:r>
              <a:rPr sz="1200" b="1" spc="-30" dirty="0">
                <a:latin typeface="Times New Roman"/>
                <a:cs typeface="Times New Roman"/>
              </a:rPr>
              <a:t> </a:t>
            </a:r>
            <a:r>
              <a:rPr sz="1200" b="1" dirty="0">
                <a:latin typeface="Times New Roman"/>
                <a:cs typeface="Times New Roman"/>
              </a:rPr>
              <a:t>Case</a:t>
            </a:r>
            <a:r>
              <a:rPr sz="1200" b="1" spc="-35" dirty="0">
                <a:latin typeface="Times New Roman"/>
                <a:cs typeface="Times New Roman"/>
              </a:rPr>
              <a:t> </a:t>
            </a:r>
            <a:r>
              <a:rPr sz="1200" b="1" dirty="0">
                <a:latin typeface="Times New Roman"/>
                <a:cs typeface="Times New Roman"/>
              </a:rPr>
              <a:t>2:</a:t>
            </a:r>
            <a:r>
              <a:rPr sz="1200" b="1" spc="-25" dirty="0">
                <a:latin typeface="Times New Roman"/>
                <a:cs typeface="Times New Roman"/>
              </a:rPr>
              <a:t> </a:t>
            </a:r>
            <a:r>
              <a:rPr sz="1200" b="1" dirty="0">
                <a:latin typeface="Times New Roman"/>
                <a:cs typeface="Times New Roman"/>
              </a:rPr>
              <a:t>Gesture</a:t>
            </a:r>
            <a:r>
              <a:rPr sz="1200" b="1" spc="-35" dirty="0">
                <a:latin typeface="Times New Roman"/>
                <a:cs typeface="Times New Roman"/>
              </a:rPr>
              <a:t> </a:t>
            </a:r>
            <a:r>
              <a:rPr sz="1200" b="1" spc="-10" dirty="0">
                <a:latin typeface="Times New Roman"/>
                <a:cs typeface="Times New Roman"/>
              </a:rPr>
              <a:t>Recognition</a:t>
            </a:r>
            <a:endParaRPr sz="1200" dirty="0">
              <a:latin typeface="Times New Roman"/>
              <a:cs typeface="Times New Roman"/>
            </a:endParaRPr>
          </a:p>
          <a:p>
            <a:pPr marL="476884" marR="7620">
              <a:lnSpc>
                <a:spcPts val="2080"/>
              </a:lnSpc>
              <a:spcBef>
                <a:spcPts val="160"/>
              </a:spcBef>
            </a:pPr>
            <a:r>
              <a:rPr sz="1200" spc="-25" dirty="0">
                <a:latin typeface="Times New Roman"/>
                <a:cs typeface="Times New Roman"/>
              </a:rPr>
              <a:t>Test</a:t>
            </a:r>
            <a:r>
              <a:rPr sz="1200" spc="-45"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system</a:t>
            </a:r>
            <a:r>
              <a:rPr sz="1200" spc="-4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spc="-10" dirty="0">
                <a:latin typeface="Times New Roman"/>
                <a:cs typeface="Times New Roman"/>
              </a:rPr>
              <a:t>recognize</a:t>
            </a:r>
            <a:r>
              <a:rPr sz="1200" spc="-40"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spc="-10" dirty="0">
                <a:latin typeface="Times New Roman"/>
                <a:cs typeface="Times New Roman"/>
              </a:rPr>
              <a:t>specific</a:t>
            </a:r>
            <a:r>
              <a:rPr sz="1200" spc="-50" dirty="0">
                <a:latin typeface="Times New Roman"/>
                <a:cs typeface="Times New Roman"/>
              </a:rPr>
              <a:t> </a:t>
            </a: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(e.g.</a:t>
            </a:r>
            <a:r>
              <a:rPr sz="1200" spc="-3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thumbs</a:t>
            </a:r>
            <a:r>
              <a:rPr sz="1200" spc="-40" dirty="0">
                <a:latin typeface="Times New Roman"/>
                <a:cs typeface="Times New Roman"/>
              </a:rPr>
              <a:t> </a:t>
            </a:r>
            <a:r>
              <a:rPr sz="1200" dirty="0">
                <a:latin typeface="Times New Roman"/>
                <a:cs typeface="Times New Roman"/>
              </a:rPr>
              <a:t>up</a:t>
            </a:r>
            <a:r>
              <a:rPr sz="1200" spc="-50"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wave)</a:t>
            </a:r>
            <a:r>
              <a:rPr sz="1200" spc="-4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respond accordingly.</a:t>
            </a:r>
            <a:endParaRPr sz="1200" dirty="0">
              <a:latin typeface="Times New Roman"/>
              <a:cs typeface="Times New Roman"/>
            </a:endParaRPr>
          </a:p>
          <a:p>
            <a:pPr marL="476884">
              <a:lnSpc>
                <a:spcPct val="100000"/>
              </a:lnSpc>
              <a:spcBef>
                <a:spcPts val="445"/>
              </a:spcBef>
            </a:pPr>
            <a:r>
              <a:rPr sz="1200" spc="-20" dirty="0">
                <a:latin typeface="Times New Roman"/>
                <a:cs typeface="Times New Roman"/>
              </a:rPr>
              <a:t>Verify</a:t>
            </a:r>
            <a:r>
              <a:rPr sz="1200" spc="-40" dirty="0">
                <a:latin typeface="Times New Roman"/>
                <a:cs typeface="Times New Roman"/>
              </a:rPr>
              <a:t> </a:t>
            </a:r>
            <a:r>
              <a:rPr sz="1200" dirty="0">
                <a:latin typeface="Times New Roman"/>
                <a:cs typeface="Times New Roman"/>
              </a:rPr>
              <a:t>that</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accurately</a:t>
            </a:r>
            <a:r>
              <a:rPr sz="1200" spc="-40" dirty="0">
                <a:latin typeface="Times New Roman"/>
                <a:cs typeface="Times New Roman"/>
              </a:rPr>
              <a:t> </a:t>
            </a:r>
            <a:r>
              <a:rPr sz="1200" dirty="0">
                <a:latin typeface="Times New Roman"/>
                <a:cs typeface="Times New Roman"/>
              </a:rPr>
              <a:t>distinguish</a:t>
            </a:r>
            <a:r>
              <a:rPr sz="1200" spc="-35" dirty="0">
                <a:latin typeface="Times New Roman"/>
                <a:cs typeface="Times New Roman"/>
              </a:rPr>
              <a:t> </a:t>
            </a:r>
            <a:r>
              <a:rPr sz="1200" dirty="0">
                <a:latin typeface="Times New Roman"/>
                <a:cs typeface="Times New Roman"/>
              </a:rPr>
              <a:t>between</a:t>
            </a:r>
            <a:r>
              <a:rPr sz="1200" spc="-40" dirty="0">
                <a:latin typeface="Times New Roman"/>
                <a:cs typeface="Times New Roman"/>
              </a:rPr>
              <a:t> </a:t>
            </a:r>
            <a:r>
              <a:rPr sz="1200" dirty="0">
                <a:latin typeface="Times New Roman"/>
                <a:cs typeface="Times New Roman"/>
              </a:rPr>
              <a:t>different</a:t>
            </a:r>
            <a:r>
              <a:rPr sz="1200" spc="-35" dirty="0">
                <a:latin typeface="Times New Roman"/>
                <a:cs typeface="Times New Roman"/>
              </a:rPr>
              <a:t> </a:t>
            </a:r>
            <a:r>
              <a:rPr sz="1200" spc="-10" dirty="0">
                <a:latin typeface="Times New Roman"/>
                <a:cs typeface="Times New Roman"/>
              </a:rPr>
              <a:t>gestures.</a:t>
            </a:r>
            <a:endParaRPr sz="1200" dirty="0">
              <a:latin typeface="Times New Roman"/>
              <a:cs typeface="Times New Roman"/>
            </a:endParaRPr>
          </a:p>
          <a:p>
            <a:pPr marL="476884">
              <a:lnSpc>
                <a:spcPct val="100000"/>
              </a:lnSpc>
              <a:spcBef>
                <a:spcPts val="640"/>
              </a:spcBef>
            </a:pPr>
            <a:r>
              <a:rPr sz="1200" spc="-10" dirty="0">
                <a:latin typeface="Times New Roman"/>
                <a:cs typeface="Times New Roman"/>
              </a:rPr>
              <a:t>Test</a:t>
            </a:r>
            <a:r>
              <a:rPr sz="1200" spc="-35" dirty="0">
                <a:latin typeface="Times New Roman"/>
                <a:cs typeface="Times New Roman"/>
              </a:rPr>
              <a:t> </a:t>
            </a:r>
            <a:r>
              <a:rPr sz="1200" dirty="0">
                <a:latin typeface="Times New Roman"/>
                <a:cs typeface="Times New Roman"/>
              </a:rPr>
              <a:t>that</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recognize</a:t>
            </a:r>
            <a:r>
              <a:rPr sz="1200" spc="-40" dirty="0">
                <a:latin typeface="Times New Roman"/>
                <a:cs typeface="Times New Roman"/>
              </a:rPr>
              <a:t> </a:t>
            </a:r>
            <a:r>
              <a:rPr sz="1200" dirty="0">
                <a:latin typeface="Times New Roman"/>
                <a:cs typeface="Times New Roman"/>
              </a:rPr>
              <a:t>gestures</a:t>
            </a:r>
            <a:r>
              <a:rPr sz="1200" spc="-4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different</a:t>
            </a:r>
            <a:r>
              <a:rPr sz="1200" spc="-35" dirty="0">
                <a:latin typeface="Times New Roman"/>
                <a:cs typeface="Times New Roman"/>
              </a:rPr>
              <a:t> </a:t>
            </a:r>
            <a:r>
              <a:rPr sz="1200" dirty="0">
                <a:latin typeface="Times New Roman"/>
                <a:cs typeface="Times New Roman"/>
              </a:rPr>
              <a:t>lighting</a:t>
            </a:r>
            <a:r>
              <a:rPr sz="1200" spc="-35" dirty="0">
                <a:latin typeface="Times New Roman"/>
                <a:cs typeface="Times New Roman"/>
              </a:rPr>
              <a:t> </a:t>
            </a:r>
            <a:r>
              <a:rPr sz="1200" dirty="0">
                <a:latin typeface="Times New Roman"/>
                <a:cs typeface="Times New Roman"/>
              </a:rPr>
              <a:t>conditions</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orientations.</a:t>
            </a:r>
            <a:endParaRPr sz="1200" dirty="0">
              <a:latin typeface="Times New Roman"/>
              <a:cs typeface="Times New Roman"/>
            </a:endParaRPr>
          </a:p>
          <a:p>
            <a:pPr marL="12700">
              <a:lnSpc>
                <a:spcPct val="100000"/>
              </a:lnSpc>
              <a:spcBef>
                <a:spcPts val="620"/>
              </a:spcBef>
            </a:pPr>
            <a:r>
              <a:rPr sz="1200" b="1" spc="-20" dirty="0">
                <a:latin typeface="Times New Roman"/>
                <a:cs typeface="Times New Roman"/>
              </a:rPr>
              <a:t>Test</a:t>
            </a:r>
            <a:r>
              <a:rPr sz="1200" b="1" spc="-25" dirty="0">
                <a:latin typeface="Times New Roman"/>
                <a:cs typeface="Times New Roman"/>
              </a:rPr>
              <a:t> </a:t>
            </a:r>
            <a:r>
              <a:rPr sz="1200" b="1" dirty="0">
                <a:latin typeface="Times New Roman"/>
                <a:cs typeface="Times New Roman"/>
              </a:rPr>
              <a:t>Case</a:t>
            </a:r>
            <a:r>
              <a:rPr sz="1200" b="1" spc="-25" dirty="0">
                <a:latin typeface="Times New Roman"/>
                <a:cs typeface="Times New Roman"/>
              </a:rPr>
              <a:t> </a:t>
            </a:r>
            <a:r>
              <a:rPr sz="1200" b="1" dirty="0">
                <a:latin typeface="Times New Roman"/>
                <a:cs typeface="Times New Roman"/>
              </a:rPr>
              <a:t>3:</a:t>
            </a:r>
            <a:r>
              <a:rPr sz="1200" b="1" spc="-50" dirty="0">
                <a:latin typeface="Times New Roman"/>
                <a:cs typeface="Times New Roman"/>
              </a:rPr>
              <a:t> </a:t>
            </a:r>
            <a:r>
              <a:rPr lang="en-US" sz="1200" b="1" spc="-20" dirty="0">
                <a:latin typeface="Times New Roman"/>
                <a:cs typeface="Times New Roman"/>
              </a:rPr>
              <a:t>Application Switching</a:t>
            </a:r>
            <a:endParaRPr sz="1200" dirty="0">
              <a:latin typeface="Times New Roman"/>
              <a:cs typeface="Times New Roman"/>
            </a:endParaRPr>
          </a:p>
          <a:p>
            <a:pPr marL="476884" marR="7620">
              <a:lnSpc>
                <a:spcPct val="143300"/>
              </a:lnSpc>
              <a:spcBef>
                <a:spcPts val="15"/>
              </a:spcBef>
            </a:pPr>
            <a:r>
              <a:rPr lang="en-US" sz="1200" spc="-25" dirty="0">
                <a:latin typeface="Times New Roman"/>
                <a:cs typeface="Times New Roman"/>
              </a:rPr>
              <a:t>Test that the system can switch between open applications in response to a recognized gesture. Verify that the system can </a:t>
            </a:r>
            <a:r>
              <a:rPr lang="en-US" sz="1200" dirty="0">
                <a:latin typeface="Times New Roman"/>
                <a:cs typeface="Times New Roman"/>
              </a:rPr>
              <a:t>accurately switch to the correct application based on the gesture performed.</a:t>
            </a:r>
          </a:p>
          <a:p>
            <a:pPr marL="476884" marR="7620">
              <a:lnSpc>
                <a:spcPct val="143300"/>
              </a:lnSpc>
              <a:spcBef>
                <a:spcPts val="15"/>
              </a:spcBef>
            </a:pPr>
            <a:r>
              <a:rPr lang="en-US" sz="1200" dirty="0">
                <a:latin typeface="Times New Roman"/>
                <a:cs typeface="Times New Roman"/>
              </a:rPr>
              <a:t> </a:t>
            </a:r>
            <a:r>
              <a:rPr lang="en-US" sz="1200" spc="-20" dirty="0">
                <a:latin typeface="Times New Roman"/>
                <a:cs typeface="Times New Roman"/>
              </a:rPr>
              <a:t>Test that the system can switch applications correctly in response to multiple gestures (e.g., a series of swipe-right or swipe-left gestures).</a:t>
            </a:r>
            <a:endParaRPr sz="1200" dirty="0">
              <a:latin typeface="Times New Roman"/>
              <a:cs typeface="Times New Roman"/>
            </a:endParaRPr>
          </a:p>
          <a:p>
            <a:pPr marL="12700">
              <a:lnSpc>
                <a:spcPct val="100000"/>
              </a:lnSpc>
              <a:spcBef>
                <a:spcPts val="445"/>
              </a:spcBef>
            </a:pPr>
            <a:r>
              <a:rPr sz="1200" b="1" spc="-20" dirty="0">
                <a:latin typeface="Times New Roman"/>
                <a:cs typeface="Times New Roman"/>
              </a:rPr>
              <a:t>Test</a:t>
            </a:r>
            <a:r>
              <a:rPr sz="1200" b="1" spc="-15" dirty="0">
                <a:latin typeface="Times New Roman"/>
                <a:cs typeface="Times New Roman"/>
              </a:rPr>
              <a:t> </a:t>
            </a:r>
            <a:r>
              <a:rPr sz="1200" b="1" dirty="0">
                <a:latin typeface="Times New Roman"/>
                <a:cs typeface="Times New Roman"/>
              </a:rPr>
              <a:t>Case</a:t>
            </a:r>
            <a:r>
              <a:rPr sz="1200" b="1" spc="-15" dirty="0">
                <a:latin typeface="Times New Roman"/>
                <a:cs typeface="Times New Roman"/>
              </a:rPr>
              <a:t> </a:t>
            </a:r>
            <a:r>
              <a:rPr sz="1200" b="1" dirty="0">
                <a:latin typeface="Times New Roman"/>
                <a:cs typeface="Times New Roman"/>
              </a:rPr>
              <a:t>4:</a:t>
            </a:r>
            <a:r>
              <a:rPr sz="1200" b="1" spc="-10" dirty="0">
                <a:latin typeface="Times New Roman"/>
                <a:cs typeface="Times New Roman"/>
              </a:rPr>
              <a:t> Gesture</a:t>
            </a:r>
            <a:r>
              <a:rPr sz="1200" b="1" spc="-40" dirty="0">
                <a:latin typeface="Times New Roman"/>
                <a:cs typeface="Times New Roman"/>
              </a:rPr>
              <a:t> </a:t>
            </a:r>
            <a:r>
              <a:rPr sz="1200" b="1" spc="-10" dirty="0">
                <a:latin typeface="Times New Roman"/>
                <a:cs typeface="Times New Roman"/>
              </a:rPr>
              <a:t>Thresholding</a:t>
            </a:r>
            <a:endParaRPr sz="1200" dirty="0">
              <a:latin typeface="Times New Roman"/>
              <a:cs typeface="Times New Roman"/>
            </a:endParaRPr>
          </a:p>
          <a:p>
            <a:pPr marL="476884" marR="7620">
              <a:lnSpc>
                <a:spcPct val="143300"/>
              </a:lnSpc>
              <a:spcBef>
                <a:spcPts val="15"/>
              </a:spcBef>
            </a:pPr>
            <a:r>
              <a:rPr sz="1200" dirty="0">
                <a:latin typeface="Times New Roman"/>
                <a:cs typeface="Times New Roman"/>
              </a:rPr>
              <a:t>Test</a:t>
            </a:r>
            <a:r>
              <a:rPr sz="1200" spc="160" dirty="0">
                <a:latin typeface="Times New Roman"/>
                <a:cs typeface="Times New Roman"/>
              </a:rPr>
              <a:t> </a:t>
            </a:r>
            <a:r>
              <a:rPr sz="1200" dirty="0">
                <a:latin typeface="Times New Roman"/>
                <a:cs typeface="Times New Roman"/>
              </a:rPr>
              <a:t>that</a:t>
            </a:r>
            <a:r>
              <a:rPr sz="1200" spc="160" dirty="0">
                <a:latin typeface="Times New Roman"/>
                <a:cs typeface="Times New Roman"/>
              </a:rPr>
              <a:t> </a:t>
            </a:r>
            <a:r>
              <a:rPr sz="1200" dirty="0">
                <a:latin typeface="Times New Roman"/>
                <a:cs typeface="Times New Roman"/>
              </a:rPr>
              <a:t>the</a:t>
            </a:r>
            <a:r>
              <a:rPr sz="1200" spc="160" dirty="0">
                <a:latin typeface="Times New Roman"/>
                <a:cs typeface="Times New Roman"/>
              </a:rPr>
              <a:t> </a:t>
            </a:r>
            <a:r>
              <a:rPr sz="1200" dirty="0">
                <a:latin typeface="Times New Roman"/>
                <a:cs typeface="Times New Roman"/>
              </a:rPr>
              <a:t>system</a:t>
            </a:r>
            <a:r>
              <a:rPr sz="1200" spc="160" dirty="0">
                <a:latin typeface="Times New Roman"/>
                <a:cs typeface="Times New Roman"/>
              </a:rPr>
              <a:t> </a:t>
            </a:r>
            <a:r>
              <a:rPr sz="1200" dirty="0">
                <a:latin typeface="Times New Roman"/>
                <a:cs typeface="Times New Roman"/>
              </a:rPr>
              <a:t>can</a:t>
            </a:r>
            <a:r>
              <a:rPr sz="1200" spc="170" dirty="0">
                <a:latin typeface="Times New Roman"/>
                <a:cs typeface="Times New Roman"/>
              </a:rPr>
              <a:t> </a:t>
            </a:r>
            <a:r>
              <a:rPr sz="1200" dirty="0">
                <a:latin typeface="Times New Roman"/>
                <a:cs typeface="Times New Roman"/>
              </a:rPr>
              <a:t>accurately</a:t>
            </a:r>
            <a:r>
              <a:rPr sz="1200" spc="165" dirty="0">
                <a:latin typeface="Times New Roman"/>
                <a:cs typeface="Times New Roman"/>
              </a:rPr>
              <a:t> </a:t>
            </a:r>
            <a:r>
              <a:rPr sz="1200" dirty="0">
                <a:latin typeface="Times New Roman"/>
                <a:cs typeface="Times New Roman"/>
              </a:rPr>
              <a:t>detect</a:t>
            </a:r>
            <a:r>
              <a:rPr sz="1200" spc="160" dirty="0">
                <a:latin typeface="Times New Roman"/>
                <a:cs typeface="Times New Roman"/>
              </a:rPr>
              <a:t> </a:t>
            </a:r>
            <a:r>
              <a:rPr sz="1200" dirty="0">
                <a:latin typeface="Times New Roman"/>
                <a:cs typeface="Times New Roman"/>
              </a:rPr>
              <a:t>the</a:t>
            </a:r>
            <a:r>
              <a:rPr sz="1200" spc="160" dirty="0">
                <a:latin typeface="Times New Roman"/>
                <a:cs typeface="Times New Roman"/>
              </a:rPr>
              <a:t> </a:t>
            </a:r>
            <a:r>
              <a:rPr sz="1200" dirty="0">
                <a:latin typeface="Times New Roman"/>
                <a:cs typeface="Times New Roman"/>
              </a:rPr>
              <a:t>threshold</a:t>
            </a:r>
            <a:r>
              <a:rPr sz="1200" spc="160" dirty="0">
                <a:latin typeface="Times New Roman"/>
                <a:cs typeface="Times New Roman"/>
              </a:rPr>
              <a:t> </a:t>
            </a:r>
            <a:r>
              <a:rPr sz="1200" dirty="0">
                <a:latin typeface="Times New Roman"/>
                <a:cs typeface="Times New Roman"/>
              </a:rPr>
              <a:t>for</a:t>
            </a:r>
            <a:r>
              <a:rPr sz="1200" spc="165" dirty="0">
                <a:latin typeface="Times New Roman"/>
                <a:cs typeface="Times New Roman"/>
              </a:rPr>
              <a:t> </a:t>
            </a:r>
            <a:r>
              <a:rPr sz="1200" dirty="0">
                <a:latin typeface="Times New Roman"/>
                <a:cs typeface="Times New Roman"/>
              </a:rPr>
              <a:t>a</a:t>
            </a:r>
            <a:r>
              <a:rPr sz="1200" spc="160" dirty="0">
                <a:latin typeface="Times New Roman"/>
                <a:cs typeface="Times New Roman"/>
              </a:rPr>
              <a:t> </a:t>
            </a:r>
            <a:r>
              <a:rPr sz="1200" dirty="0">
                <a:latin typeface="Times New Roman"/>
                <a:cs typeface="Times New Roman"/>
              </a:rPr>
              <a:t>gesture</a:t>
            </a:r>
            <a:r>
              <a:rPr sz="1200" spc="165" dirty="0">
                <a:latin typeface="Times New Roman"/>
                <a:cs typeface="Times New Roman"/>
              </a:rPr>
              <a:t> </a:t>
            </a:r>
            <a:r>
              <a:rPr sz="1200" dirty="0">
                <a:latin typeface="Times New Roman"/>
                <a:cs typeface="Times New Roman"/>
              </a:rPr>
              <a:t>(e.g.</a:t>
            </a:r>
            <a:r>
              <a:rPr sz="1200" spc="165" dirty="0">
                <a:latin typeface="Times New Roman"/>
                <a:cs typeface="Times New Roman"/>
              </a:rPr>
              <a:t> </a:t>
            </a:r>
            <a:r>
              <a:rPr sz="1200" dirty="0">
                <a:latin typeface="Times New Roman"/>
                <a:cs typeface="Times New Roman"/>
              </a:rPr>
              <a:t>the</a:t>
            </a:r>
            <a:r>
              <a:rPr sz="1200" spc="155" dirty="0">
                <a:latin typeface="Times New Roman"/>
                <a:cs typeface="Times New Roman"/>
              </a:rPr>
              <a:t> </a:t>
            </a:r>
            <a:r>
              <a:rPr sz="1200" spc="-10" dirty="0">
                <a:latin typeface="Times New Roman"/>
                <a:cs typeface="Times New Roman"/>
              </a:rPr>
              <a:t>minimum </a:t>
            </a:r>
            <a:r>
              <a:rPr sz="1200" dirty="0">
                <a:latin typeface="Times New Roman"/>
                <a:cs typeface="Times New Roman"/>
              </a:rPr>
              <a:t>distance</a:t>
            </a:r>
            <a:r>
              <a:rPr sz="1200" spc="-30" dirty="0">
                <a:latin typeface="Times New Roman"/>
                <a:cs typeface="Times New Roman"/>
              </a:rPr>
              <a:t> </a:t>
            </a:r>
            <a:r>
              <a:rPr sz="1200" dirty="0">
                <a:latin typeface="Times New Roman"/>
                <a:cs typeface="Times New Roman"/>
              </a:rPr>
              <a:t>between</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thumb</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index</a:t>
            </a:r>
            <a:r>
              <a:rPr sz="1200" spc="-20" dirty="0">
                <a:latin typeface="Times New Roman"/>
                <a:cs typeface="Times New Roman"/>
              </a:rPr>
              <a:t> </a:t>
            </a:r>
            <a:r>
              <a:rPr sz="1200" dirty="0">
                <a:latin typeface="Times New Roman"/>
                <a:cs typeface="Times New Roman"/>
              </a:rPr>
              <a:t>finger</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thumbs</a:t>
            </a:r>
            <a:r>
              <a:rPr sz="1200" spc="-30" dirty="0">
                <a:latin typeface="Times New Roman"/>
                <a:cs typeface="Times New Roman"/>
              </a:rPr>
              <a:t> </a:t>
            </a:r>
            <a:r>
              <a:rPr sz="1200" dirty="0">
                <a:latin typeface="Times New Roman"/>
                <a:cs typeface="Times New Roman"/>
              </a:rPr>
              <a:t>up</a:t>
            </a:r>
            <a:r>
              <a:rPr sz="1200" spc="-20" dirty="0">
                <a:latin typeface="Times New Roman"/>
                <a:cs typeface="Times New Roman"/>
              </a:rPr>
              <a:t> </a:t>
            </a:r>
            <a:r>
              <a:rPr sz="1200" spc="-10" dirty="0">
                <a:latin typeface="Times New Roman"/>
                <a:cs typeface="Times New Roman"/>
              </a:rPr>
              <a:t>gesture).</a:t>
            </a:r>
            <a:endParaRPr sz="1200" dirty="0">
              <a:latin typeface="Times New Roman"/>
              <a:cs typeface="Times New Roman"/>
            </a:endParaRPr>
          </a:p>
          <a:p>
            <a:pPr marL="476884" marR="599440">
              <a:lnSpc>
                <a:spcPct val="143300"/>
              </a:lnSpc>
              <a:spcBef>
                <a:spcPts val="10"/>
              </a:spcBef>
            </a:pPr>
            <a:r>
              <a:rPr sz="1200" spc="-20" dirty="0">
                <a:latin typeface="Times New Roman"/>
                <a:cs typeface="Times New Roman"/>
              </a:rPr>
              <a:t>Verify</a:t>
            </a:r>
            <a:r>
              <a:rPr sz="1200" spc="-25"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adjust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threshold</a:t>
            </a:r>
            <a:r>
              <a:rPr sz="1200" spc="-20"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input</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other</a:t>
            </a:r>
            <a:r>
              <a:rPr sz="1200" spc="-15" dirty="0">
                <a:latin typeface="Times New Roman"/>
                <a:cs typeface="Times New Roman"/>
              </a:rPr>
              <a:t> </a:t>
            </a:r>
            <a:r>
              <a:rPr sz="1200" spc="-10" dirty="0">
                <a:latin typeface="Times New Roman"/>
                <a:cs typeface="Times New Roman"/>
              </a:rPr>
              <a:t>factors. Test</a:t>
            </a:r>
            <a:r>
              <a:rPr sz="1200" spc="-35" dirty="0">
                <a:latin typeface="Times New Roman"/>
                <a:cs typeface="Times New Roman"/>
              </a:rPr>
              <a:t> </a:t>
            </a:r>
            <a:r>
              <a:rPr sz="1200" dirty="0">
                <a:latin typeface="Times New Roman"/>
                <a:cs typeface="Times New Roman"/>
              </a:rPr>
              <a:t>that</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accurately</a:t>
            </a:r>
            <a:r>
              <a:rPr sz="1200" spc="-35" dirty="0">
                <a:latin typeface="Times New Roman"/>
                <a:cs typeface="Times New Roman"/>
              </a:rPr>
              <a:t> </a:t>
            </a:r>
            <a:r>
              <a:rPr sz="1200" dirty="0">
                <a:latin typeface="Times New Roman"/>
                <a:cs typeface="Times New Roman"/>
              </a:rPr>
              <a:t>detect</a:t>
            </a:r>
            <a:r>
              <a:rPr sz="1200" spc="-35" dirty="0">
                <a:latin typeface="Times New Roman"/>
                <a:cs typeface="Times New Roman"/>
              </a:rPr>
              <a:t> </a:t>
            </a:r>
            <a:r>
              <a:rPr sz="1200" dirty="0">
                <a:latin typeface="Times New Roman"/>
                <a:cs typeface="Times New Roman"/>
              </a:rPr>
              <a:t>gestures</a:t>
            </a:r>
            <a:r>
              <a:rPr sz="1200" spc="-25"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varying</a:t>
            </a:r>
            <a:r>
              <a:rPr sz="1200" spc="-35" dirty="0">
                <a:latin typeface="Times New Roman"/>
                <a:cs typeface="Times New Roman"/>
              </a:rPr>
              <a:t> </a:t>
            </a:r>
            <a:r>
              <a:rPr sz="1200" dirty="0">
                <a:latin typeface="Times New Roman"/>
                <a:cs typeface="Times New Roman"/>
              </a:rPr>
              <a:t>levels</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precision.</a:t>
            </a:r>
            <a:endParaRPr sz="1200" dirty="0">
              <a:latin typeface="Times New Roman"/>
              <a:cs typeface="Times New Roman"/>
            </a:endParaRPr>
          </a:p>
          <a:p>
            <a:pPr marL="12700">
              <a:lnSpc>
                <a:spcPct val="100000"/>
              </a:lnSpc>
              <a:spcBef>
                <a:spcPts val="640"/>
              </a:spcBef>
            </a:pPr>
            <a:r>
              <a:rPr sz="1200" b="1" spc="-20" dirty="0">
                <a:latin typeface="Times New Roman"/>
                <a:cs typeface="Times New Roman"/>
              </a:rPr>
              <a:t>Test</a:t>
            </a:r>
            <a:r>
              <a:rPr sz="1200" b="1" spc="-30" dirty="0">
                <a:latin typeface="Times New Roman"/>
                <a:cs typeface="Times New Roman"/>
              </a:rPr>
              <a:t> </a:t>
            </a:r>
            <a:r>
              <a:rPr sz="1200" b="1" dirty="0">
                <a:latin typeface="Times New Roman"/>
                <a:cs typeface="Times New Roman"/>
              </a:rPr>
              <a:t>Case</a:t>
            </a:r>
            <a:r>
              <a:rPr sz="1200" b="1" spc="-30" dirty="0">
                <a:latin typeface="Times New Roman"/>
                <a:cs typeface="Times New Roman"/>
              </a:rPr>
              <a:t> </a:t>
            </a:r>
            <a:r>
              <a:rPr sz="1200" b="1" dirty="0">
                <a:latin typeface="Times New Roman"/>
                <a:cs typeface="Times New Roman"/>
              </a:rPr>
              <a:t>5:</a:t>
            </a:r>
            <a:r>
              <a:rPr sz="1200" b="1" spc="-30" dirty="0">
                <a:latin typeface="Times New Roman"/>
                <a:cs typeface="Times New Roman"/>
              </a:rPr>
              <a:t> </a:t>
            </a:r>
            <a:r>
              <a:rPr sz="1200" b="1" dirty="0">
                <a:latin typeface="Times New Roman"/>
                <a:cs typeface="Times New Roman"/>
              </a:rPr>
              <a:t>Interference</a:t>
            </a:r>
            <a:r>
              <a:rPr sz="1200" b="1" spc="-30" dirty="0">
                <a:latin typeface="Times New Roman"/>
                <a:cs typeface="Times New Roman"/>
              </a:rPr>
              <a:t> </a:t>
            </a:r>
            <a:r>
              <a:rPr sz="1200" b="1" dirty="0">
                <a:latin typeface="Times New Roman"/>
                <a:cs typeface="Times New Roman"/>
              </a:rPr>
              <a:t>and</a:t>
            </a:r>
            <a:r>
              <a:rPr sz="1200" b="1" spc="-30" dirty="0">
                <a:latin typeface="Times New Roman"/>
                <a:cs typeface="Times New Roman"/>
              </a:rPr>
              <a:t> </a:t>
            </a:r>
            <a:r>
              <a:rPr sz="1200" b="1" spc="-10" dirty="0">
                <a:latin typeface="Times New Roman"/>
                <a:cs typeface="Times New Roman"/>
              </a:rPr>
              <a:t>Noise</a:t>
            </a:r>
            <a:endParaRPr sz="1200" dirty="0">
              <a:latin typeface="Times New Roman"/>
              <a:cs typeface="Times New Roman"/>
            </a:endParaRPr>
          </a:p>
          <a:p>
            <a:pPr marL="476884" marR="8890">
              <a:lnSpc>
                <a:spcPts val="2080"/>
              </a:lnSpc>
              <a:spcBef>
                <a:spcPts val="160"/>
              </a:spcBef>
            </a:pPr>
            <a:r>
              <a:rPr sz="1200" dirty="0">
                <a:latin typeface="Times New Roman"/>
                <a:cs typeface="Times New Roman"/>
              </a:rPr>
              <a:t>Test</a:t>
            </a:r>
            <a:r>
              <a:rPr sz="1200" spc="75" dirty="0">
                <a:latin typeface="Times New Roman"/>
                <a:cs typeface="Times New Roman"/>
              </a:rPr>
              <a:t> </a:t>
            </a:r>
            <a:r>
              <a:rPr sz="1200" dirty="0">
                <a:latin typeface="Times New Roman"/>
                <a:cs typeface="Times New Roman"/>
              </a:rPr>
              <a:t>that</a:t>
            </a:r>
            <a:r>
              <a:rPr sz="1200" spc="70"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system</a:t>
            </a:r>
            <a:r>
              <a:rPr sz="1200" spc="75" dirty="0">
                <a:latin typeface="Times New Roman"/>
                <a:cs typeface="Times New Roman"/>
              </a:rPr>
              <a:t> </a:t>
            </a:r>
            <a:r>
              <a:rPr sz="1200" dirty="0">
                <a:latin typeface="Times New Roman"/>
                <a:cs typeface="Times New Roman"/>
              </a:rPr>
              <a:t>can</a:t>
            </a:r>
            <a:r>
              <a:rPr sz="1200" spc="80" dirty="0">
                <a:latin typeface="Times New Roman"/>
                <a:cs typeface="Times New Roman"/>
              </a:rPr>
              <a:t> </a:t>
            </a:r>
            <a:r>
              <a:rPr sz="1200" dirty="0">
                <a:latin typeface="Times New Roman"/>
                <a:cs typeface="Times New Roman"/>
              </a:rPr>
              <a:t>accurately</a:t>
            </a:r>
            <a:r>
              <a:rPr sz="1200" spc="75" dirty="0">
                <a:latin typeface="Times New Roman"/>
                <a:cs typeface="Times New Roman"/>
              </a:rPr>
              <a:t> </a:t>
            </a:r>
            <a:r>
              <a:rPr sz="1200" dirty="0">
                <a:latin typeface="Times New Roman"/>
                <a:cs typeface="Times New Roman"/>
              </a:rPr>
              <a:t>detect</a:t>
            </a:r>
            <a:r>
              <a:rPr sz="1200" spc="70" dirty="0">
                <a:latin typeface="Times New Roman"/>
                <a:cs typeface="Times New Roman"/>
              </a:rPr>
              <a:t> </a:t>
            </a:r>
            <a:r>
              <a:rPr sz="1200" dirty="0">
                <a:latin typeface="Times New Roman"/>
                <a:cs typeface="Times New Roman"/>
              </a:rPr>
              <a:t>gestures</a:t>
            </a:r>
            <a:r>
              <a:rPr sz="1200" spc="75" dirty="0">
                <a:latin typeface="Times New Roman"/>
                <a:cs typeface="Times New Roman"/>
              </a:rPr>
              <a:t> </a:t>
            </a:r>
            <a:r>
              <a:rPr sz="1200" dirty="0">
                <a:latin typeface="Times New Roman"/>
                <a:cs typeface="Times New Roman"/>
              </a:rPr>
              <a:t>in</a:t>
            </a:r>
            <a:r>
              <a:rPr sz="1200" spc="70"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presence</a:t>
            </a:r>
            <a:r>
              <a:rPr sz="1200" spc="65" dirty="0">
                <a:latin typeface="Times New Roman"/>
                <a:cs typeface="Times New Roman"/>
              </a:rPr>
              <a:t> </a:t>
            </a:r>
            <a:r>
              <a:rPr sz="1200" dirty="0">
                <a:latin typeface="Times New Roman"/>
                <a:cs typeface="Times New Roman"/>
              </a:rPr>
              <a:t>of</a:t>
            </a:r>
            <a:r>
              <a:rPr sz="1200" spc="70" dirty="0">
                <a:latin typeface="Times New Roman"/>
                <a:cs typeface="Times New Roman"/>
              </a:rPr>
              <a:t> </a:t>
            </a:r>
            <a:r>
              <a:rPr sz="1200" dirty="0">
                <a:latin typeface="Times New Roman"/>
                <a:cs typeface="Times New Roman"/>
              </a:rPr>
              <a:t>interference</a:t>
            </a:r>
            <a:r>
              <a:rPr sz="1200" spc="70" dirty="0">
                <a:latin typeface="Times New Roman"/>
                <a:cs typeface="Times New Roman"/>
              </a:rPr>
              <a:t> </a:t>
            </a:r>
            <a:r>
              <a:rPr sz="1200" dirty="0">
                <a:latin typeface="Times New Roman"/>
                <a:cs typeface="Times New Roman"/>
              </a:rPr>
              <a:t>or</a:t>
            </a:r>
            <a:r>
              <a:rPr sz="1200" spc="65" dirty="0">
                <a:latin typeface="Times New Roman"/>
                <a:cs typeface="Times New Roman"/>
              </a:rPr>
              <a:t> </a:t>
            </a:r>
            <a:r>
              <a:rPr sz="1200" spc="-10" dirty="0">
                <a:latin typeface="Times New Roman"/>
                <a:cs typeface="Times New Roman"/>
              </a:rPr>
              <a:t>noise </a:t>
            </a:r>
            <a:r>
              <a:rPr sz="1200" dirty="0">
                <a:latin typeface="Times New Roman"/>
                <a:cs typeface="Times New Roman"/>
              </a:rPr>
              <a:t>(e.g.</a:t>
            </a:r>
            <a:r>
              <a:rPr sz="1200" spc="-40" dirty="0">
                <a:latin typeface="Times New Roman"/>
                <a:cs typeface="Times New Roman"/>
              </a:rPr>
              <a:t> </a:t>
            </a:r>
            <a:r>
              <a:rPr sz="1200" dirty="0">
                <a:latin typeface="Times New Roman"/>
                <a:cs typeface="Times New Roman"/>
              </a:rPr>
              <a:t>background</a:t>
            </a:r>
            <a:r>
              <a:rPr sz="1200" spc="-35" dirty="0">
                <a:latin typeface="Times New Roman"/>
                <a:cs typeface="Times New Roman"/>
              </a:rPr>
              <a:t> </a:t>
            </a:r>
            <a:r>
              <a:rPr sz="1200" dirty="0">
                <a:latin typeface="Times New Roman"/>
                <a:cs typeface="Times New Roman"/>
              </a:rPr>
              <a:t>movement</a:t>
            </a:r>
            <a:r>
              <a:rPr sz="1200" spc="-3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lighting</a:t>
            </a:r>
            <a:r>
              <a:rPr sz="1200" spc="-30" dirty="0">
                <a:latin typeface="Times New Roman"/>
                <a:cs typeface="Times New Roman"/>
              </a:rPr>
              <a:t> </a:t>
            </a:r>
            <a:r>
              <a:rPr sz="1200" spc="-10" dirty="0">
                <a:latin typeface="Times New Roman"/>
                <a:cs typeface="Times New Roman"/>
              </a:rPr>
              <a:t>changes).</a:t>
            </a:r>
            <a:endParaRPr sz="1200" dirty="0">
              <a:latin typeface="Times New Roman"/>
              <a:cs typeface="Times New Roman"/>
            </a:endParaRPr>
          </a:p>
          <a:p>
            <a:pPr marL="476884">
              <a:lnSpc>
                <a:spcPct val="100000"/>
              </a:lnSpc>
              <a:spcBef>
                <a:spcPts val="445"/>
              </a:spcBef>
            </a:pPr>
            <a:r>
              <a:rPr sz="1200" spc="-20" dirty="0">
                <a:latin typeface="Times New Roman"/>
                <a:cs typeface="Times New Roman"/>
              </a:rPr>
              <a:t>Verify</a:t>
            </a:r>
            <a:r>
              <a:rPr sz="1200" spc="-25"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out</a:t>
            </a:r>
            <a:r>
              <a:rPr sz="1200" spc="-20" dirty="0">
                <a:latin typeface="Times New Roman"/>
                <a:cs typeface="Times New Roman"/>
              </a:rPr>
              <a:t> </a:t>
            </a:r>
            <a:r>
              <a:rPr sz="1200" dirty="0">
                <a:latin typeface="Times New Roman"/>
                <a:cs typeface="Times New Roman"/>
              </a:rPr>
              <a:t>irrelevant</a:t>
            </a:r>
            <a:r>
              <a:rPr sz="1200" spc="-25"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focus</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gesture.</a:t>
            </a:r>
            <a:endParaRPr sz="1200" dirty="0">
              <a:latin typeface="Times New Roman"/>
              <a:cs typeface="Times New Roman"/>
            </a:endParaRPr>
          </a:p>
          <a:p>
            <a:pPr marL="476884" marR="7620">
              <a:lnSpc>
                <a:spcPct val="143300"/>
              </a:lnSpc>
              <a:spcBef>
                <a:spcPts val="10"/>
              </a:spcBef>
            </a:pPr>
            <a:r>
              <a:rPr sz="1200" spc="-10" dirty="0">
                <a:latin typeface="Times New Roman"/>
                <a:cs typeface="Times New Roman"/>
              </a:rPr>
              <a:t>Test</a:t>
            </a:r>
            <a:r>
              <a:rPr sz="1200" spc="-30"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accurately</a:t>
            </a:r>
            <a:r>
              <a:rPr sz="1200" spc="-25" dirty="0">
                <a:latin typeface="Times New Roman"/>
                <a:cs typeface="Times New Roman"/>
              </a:rPr>
              <a:t> </a:t>
            </a:r>
            <a:r>
              <a:rPr sz="1200" dirty="0">
                <a:latin typeface="Times New Roman"/>
                <a:cs typeface="Times New Roman"/>
              </a:rPr>
              <a:t>detect</a:t>
            </a:r>
            <a:r>
              <a:rPr sz="1200" spc="-25" dirty="0">
                <a:latin typeface="Times New Roman"/>
                <a:cs typeface="Times New Roman"/>
              </a:rPr>
              <a:t> </a:t>
            </a:r>
            <a:r>
              <a:rPr sz="1200" dirty="0">
                <a:latin typeface="Times New Roman"/>
                <a:cs typeface="Times New Roman"/>
              </a:rPr>
              <a:t>gestures</a:t>
            </a:r>
            <a:r>
              <a:rPr sz="1200" spc="-1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spc="-10" dirty="0">
                <a:latin typeface="Times New Roman"/>
                <a:cs typeface="Times New Roman"/>
              </a:rPr>
              <a:t>different</a:t>
            </a:r>
            <a:r>
              <a:rPr sz="1200" spc="-25" dirty="0">
                <a:latin typeface="Times New Roman"/>
                <a:cs typeface="Times New Roman"/>
              </a:rPr>
              <a:t> </a:t>
            </a:r>
            <a:r>
              <a:rPr sz="1200" spc="-10" dirty="0">
                <a:latin typeface="Times New Roman"/>
                <a:cs typeface="Times New Roman"/>
              </a:rPr>
              <a:t>environments</a:t>
            </a:r>
            <a:r>
              <a:rPr sz="1200" spc="-30" dirty="0">
                <a:latin typeface="Times New Roman"/>
                <a:cs typeface="Times New Roman"/>
              </a:rPr>
              <a:t> </a:t>
            </a:r>
            <a:r>
              <a:rPr sz="1200" dirty="0">
                <a:latin typeface="Times New Roman"/>
                <a:cs typeface="Times New Roman"/>
              </a:rPr>
              <a:t>(e.g.</a:t>
            </a:r>
            <a:r>
              <a:rPr sz="1200" spc="-25" dirty="0">
                <a:latin typeface="Times New Roman"/>
                <a:cs typeface="Times New Roman"/>
              </a:rPr>
              <a:t> </a:t>
            </a:r>
            <a:r>
              <a:rPr sz="1200" dirty="0">
                <a:latin typeface="Times New Roman"/>
                <a:cs typeface="Times New Roman"/>
              </a:rPr>
              <a:t>indoors</a:t>
            </a:r>
            <a:r>
              <a:rPr sz="1200" spc="-30" dirty="0">
                <a:latin typeface="Times New Roman"/>
                <a:cs typeface="Times New Roman"/>
              </a:rPr>
              <a:t> </a:t>
            </a:r>
            <a:r>
              <a:rPr sz="1200" spc="-25" dirty="0">
                <a:latin typeface="Times New Roman"/>
                <a:cs typeface="Times New Roman"/>
              </a:rPr>
              <a:t>vs. </a:t>
            </a:r>
            <a:r>
              <a:rPr sz="1200" spc="-10" dirty="0">
                <a:latin typeface="Times New Roman"/>
                <a:cs typeface="Times New Roman"/>
              </a:rPr>
              <a:t>outdoors).</a:t>
            </a:r>
            <a:endParaRPr sz="1200" dirty="0">
              <a:latin typeface="Times New Roman"/>
              <a:cs typeface="Times New Roman"/>
            </a:endParaRPr>
          </a:p>
          <a:p>
            <a:pPr marL="12700">
              <a:lnSpc>
                <a:spcPct val="100000"/>
              </a:lnSpc>
              <a:spcBef>
                <a:spcPts val="640"/>
              </a:spcBef>
            </a:pPr>
            <a:r>
              <a:rPr sz="1200" b="1" spc="-20" dirty="0">
                <a:latin typeface="Times New Roman"/>
                <a:cs typeface="Times New Roman"/>
              </a:rPr>
              <a:t>Test</a:t>
            </a:r>
            <a:r>
              <a:rPr sz="1200" b="1" spc="-25" dirty="0">
                <a:latin typeface="Times New Roman"/>
                <a:cs typeface="Times New Roman"/>
              </a:rPr>
              <a:t> </a:t>
            </a:r>
            <a:r>
              <a:rPr sz="1200" b="1" dirty="0">
                <a:latin typeface="Times New Roman"/>
                <a:cs typeface="Times New Roman"/>
              </a:rPr>
              <a:t>Case</a:t>
            </a:r>
            <a:r>
              <a:rPr sz="1200" b="1" spc="-25" dirty="0">
                <a:latin typeface="Times New Roman"/>
                <a:cs typeface="Times New Roman"/>
              </a:rPr>
              <a:t> </a:t>
            </a:r>
            <a:r>
              <a:rPr sz="1200" b="1" dirty="0">
                <a:latin typeface="Times New Roman"/>
                <a:cs typeface="Times New Roman"/>
              </a:rPr>
              <a:t>6:</a:t>
            </a:r>
            <a:r>
              <a:rPr sz="1200" b="1" spc="-20" dirty="0">
                <a:latin typeface="Times New Roman"/>
                <a:cs typeface="Times New Roman"/>
              </a:rPr>
              <a:t> </a:t>
            </a:r>
            <a:r>
              <a:rPr sz="1200" b="1" dirty="0">
                <a:latin typeface="Times New Roman"/>
                <a:cs typeface="Times New Roman"/>
              </a:rPr>
              <a:t>User</a:t>
            </a:r>
            <a:r>
              <a:rPr sz="1200" b="1" spc="-40" dirty="0">
                <a:latin typeface="Times New Roman"/>
                <a:cs typeface="Times New Roman"/>
              </a:rPr>
              <a:t> </a:t>
            </a:r>
            <a:r>
              <a:rPr sz="1200" b="1" spc="-10" dirty="0">
                <a:latin typeface="Times New Roman"/>
                <a:cs typeface="Times New Roman"/>
              </a:rPr>
              <a:t>Calibration</a:t>
            </a:r>
            <a:endParaRPr sz="1200" dirty="0">
              <a:latin typeface="Times New Roman"/>
              <a:cs typeface="Times New Roman"/>
            </a:endParaRPr>
          </a:p>
          <a:p>
            <a:pPr marL="476884">
              <a:lnSpc>
                <a:spcPct val="100000"/>
              </a:lnSpc>
              <a:spcBef>
                <a:spcPts val="620"/>
              </a:spcBef>
            </a:pPr>
            <a:r>
              <a:rPr sz="1200" spc="-10" dirty="0">
                <a:latin typeface="Times New Roman"/>
                <a:cs typeface="Times New Roman"/>
              </a:rPr>
              <a:t>Test</a:t>
            </a:r>
            <a:r>
              <a:rPr sz="1200" spc="-3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accurately</a:t>
            </a:r>
            <a:r>
              <a:rPr sz="1200" spc="-30" dirty="0">
                <a:latin typeface="Times New Roman"/>
                <a:cs typeface="Times New Roman"/>
              </a:rPr>
              <a:t> </a:t>
            </a:r>
            <a:r>
              <a:rPr sz="1200" dirty="0">
                <a:latin typeface="Times New Roman"/>
                <a:cs typeface="Times New Roman"/>
              </a:rPr>
              <a:t>calibrate</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specific</a:t>
            </a:r>
            <a:r>
              <a:rPr sz="1200" spc="-35" dirty="0">
                <a:latin typeface="Times New Roman"/>
                <a:cs typeface="Times New Roman"/>
              </a:rPr>
              <a:t> </a:t>
            </a:r>
            <a:r>
              <a:rPr sz="1200" dirty="0">
                <a:latin typeface="Times New Roman"/>
                <a:cs typeface="Times New Roman"/>
              </a:rPr>
              <a:t>hand</a:t>
            </a:r>
            <a:r>
              <a:rPr sz="1200" spc="-25" dirty="0">
                <a:latin typeface="Times New Roman"/>
                <a:cs typeface="Times New Roman"/>
              </a:rPr>
              <a:t> </a:t>
            </a:r>
            <a:r>
              <a:rPr sz="1200" dirty="0">
                <a:latin typeface="Times New Roman"/>
                <a:cs typeface="Times New Roman"/>
              </a:rPr>
              <a:t>shape</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gesture</a:t>
            </a:r>
            <a:r>
              <a:rPr sz="1200" spc="-35" dirty="0">
                <a:latin typeface="Times New Roman"/>
                <a:cs typeface="Times New Roman"/>
              </a:rPr>
              <a:t> </a:t>
            </a:r>
            <a:r>
              <a:rPr sz="1200" spc="-10" dirty="0">
                <a:latin typeface="Times New Roman"/>
                <a:cs typeface="Times New Roman"/>
              </a:rPr>
              <a:t>style.</a:t>
            </a:r>
            <a:endParaRPr sz="1200" dirty="0">
              <a:latin typeface="Times New Roman"/>
              <a:cs typeface="Times New Roman"/>
            </a:endParaRPr>
          </a:p>
          <a:p>
            <a:pPr marL="476884" marR="6350">
              <a:lnSpc>
                <a:spcPct val="143300"/>
              </a:lnSpc>
              <a:spcBef>
                <a:spcPts val="15"/>
              </a:spcBef>
            </a:pPr>
            <a:r>
              <a:rPr sz="1200" spc="-25" dirty="0">
                <a:latin typeface="Times New Roman"/>
                <a:cs typeface="Times New Roman"/>
              </a:rPr>
              <a:t>Verify</a:t>
            </a:r>
            <a:r>
              <a:rPr sz="1200" spc="-40" dirty="0">
                <a:latin typeface="Times New Roman"/>
                <a:cs typeface="Times New Roman"/>
              </a:rPr>
              <a:t> </a:t>
            </a:r>
            <a:r>
              <a:rPr sz="1200" dirty="0">
                <a:latin typeface="Times New Roman"/>
                <a:cs typeface="Times New Roman"/>
              </a:rPr>
              <a:t>that</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system</a:t>
            </a:r>
            <a:r>
              <a:rPr sz="1200" spc="-4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adjust</a:t>
            </a:r>
            <a:r>
              <a:rPr sz="1200" spc="-30"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spc="-10" dirty="0">
                <a:latin typeface="Times New Roman"/>
                <a:cs typeface="Times New Roman"/>
              </a:rPr>
              <a:t>detection</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recognition</a:t>
            </a:r>
            <a:r>
              <a:rPr sz="1200" spc="-35" dirty="0">
                <a:latin typeface="Times New Roman"/>
                <a:cs typeface="Times New Roman"/>
              </a:rPr>
              <a:t> </a:t>
            </a:r>
            <a:r>
              <a:rPr sz="1200" dirty="0">
                <a:latin typeface="Times New Roman"/>
                <a:cs typeface="Times New Roman"/>
              </a:rPr>
              <a:t>algorithms</a:t>
            </a:r>
            <a:r>
              <a:rPr sz="1200" spc="-40" dirty="0">
                <a:latin typeface="Times New Roman"/>
                <a:cs typeface="Times New Roman"/>
              </a:rPr>
              <a:t> </a:t>
            </a:r>
            <a:r>
              <a:rPr sz="1200" dirty="0">
                <a:latin typeface="Times New Roman"/>
                <a:cs typeface="Times New Roman"/>
              </a:rPr>
              <a:t>based</a:t>
            </a:r>
            <a:r>
              <a:rPr sz="1200" spc="-35" dirty="0">
                <a:latin typeface="Times New Roman"/>
                <a:cs typeface="Times New Roman"/>
              </a:rPr>
              <a:t>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spc="-10" dirty="0">
                <a:latin typeface="Times New Roman"/>
                <a:cs typeface="Times New Roman"/>
              </a:rPr>
              <a:t>input. Test</a:t>
            </a:r>
            <a:r>
              <a:rPr sz="1200" spc="-40" dirty="0">
                <a:latin typeface="Times New Roman"/>
                <a:cs typeface="Times New Roman"/>
              </a:rPr>
              <a:t> </a:t>
            </a:r>
            <a:r>
              <a:rPr sz="1200" dirty="0">
                <a:latin typeface="Times New Roman"/>
                <a:cs typeface="Times New Roman"/>
              </a:rPr>
              <a:t>that</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accurately</a:t>
            </a:r>
            <a:r>
              <a:rPr sz="1200" spc="-35" dirty="0">
                <a:latin typeface="Times New Roman"/>
                <a:cs typeface="Times New Roman"/>
              </a:rPr>
              <a:t> </a:t>
            </a:r>
            <a:r>
              <a:rPr sz="1200" dirty="0">
                <a:latin typeface="Times New Roman"/>
                <a:cs typeface="Times New Roman"/>
              </a:rPr>
              <a:t>detect</a:t>
            </a:r>
            <a:r>
              <a:rPr sz="1200" spc="-35" dirty="0">
                <a:latin typeface="Times New Roman"/>
                <a:cs typeface="Times New Roman"/>
              </a:rPr>
              <a:t> </a:t>
            </a:r>
            <a:r>
              <a:rPr sz="1200" dirty="0">
                <a:latin typeface="Times New Roman"/>
                <a:cs typeface="Times New Roman"/>
              </a:rPr>
              <a:t>gestures</a:t>
            </a:r>
            <a:r>
              <a:rPr sz="1200" spc="-25" dirty="0">
                <a:latin typeface="Times New Roman"/>
                <a:cs typeface="Times New Roman"/>
              </a:rPr>
              <a:t> </a:t>
            </a:r>
            <a:r>
              <a:rPr sz="1200" dirty="0">
                <a:latin typeface="Times New Roman"/>
                <a:cs typeface="Times New Roman"/>
              </a:rPr>
              <a:t>after</a:t>
            </a:r>
            <a:r>
              <a:rPr sz="1200" spc="-30" dirty="0">
                <a:latin typeface="Times New Roman"/>
                <a:cs typeface="Times New Roman"/>
              </a:rPr>
              <a:t> </a:t>
            </a:r>
            <a:r>
              <a:rPr sz="1200" spc="-10" dirty="0">
                <a:latin typeface="Times New Roman"/>
                <a:cs typeface="Times New Roman"/>
              </a:rPr>
              <a:t>calibration.</a:t>
            </a:r>
            <a:endParaRPr sz="12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6" name="object 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33</a:t>
            </a:r>
            <a:endParaRPr spc="-25" dirty="0"/>
          </a:p>
        </p:txBody>
      </p:sp>
      <p:sp>
        <p:nvSpPr>
          <p:cNvPr id="7" name="object 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3" name="object 3"/>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4" name="object 4"/>
          <p:cNvSpPr txBox="1"/>
          <p:nvPr/>
        </p:nvSpPr>
        <p:spPr>
          <a:xfrm>
            <a:off x="886764" y="540511"/>
            <a:ext cx="6148070" cy="9441111"/>
          </a:xfrm>
          <a:prstGeom prst="rect">
            <a:avLst/>
          </a:prstGeom>
        </p:spPr>
        <p:txBody>
          <a:bodyPr vert="horz" wrap="square" lIns="0" tIns="96520" rIns="0" bIns="0" rtlCol="0">
            <a:spAutoFit/>
          </a:bodyPr>
          <a:lstStyle/>
          <a:p>
            <a:pPr marL="50800">
              <a:lnSpc>
                <a:spcPct val="100000"/>
              </a:lnSpc>
              <a:spcBef>
                <a:spcPts val="760"/>
              </a:spcBef>
              <a:tabLst>
                <a:tab pos="5687060" algn="l"/>
              </a:tabLst>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r>
              <a:rPr sz="120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12700">
              <a:lnSpc>
                <a:spcPct val="100000"/>
              </a:lnSpc>
              <a:spcBef>
                <a:spcPts val="660"/>
              </a:spcBef>
            </a:pPr>
            <a:r>
              <a:rPr sz="1200" b="1" spc="-20" dirty="0">
                <a:latin typeface="Times New Roman"/>
                <a:cs typeface="Times New Roman"/>
              </a:rPr>
              <a:t>Test </a:t>
            </a:r>
            <a:r>
              <a:rPr sz="1200" b="1" dirty="0">
                <a:latin typeface="Times New Roman"/>
                <a:cs typeface="Times New Roman"/>
              </a:rPr>
              <a:t>Case</a:t>
            </a:r>
            <a:r>
              <a:rPr sz="1200" b="1" spc="-25" dirty="0">
                <a:latin typeface="Times New Roman"/>
                <a:cs typeface="Times New Roman"/>
              </a:rPr>
              <a:t> </a:t>
            </a:r>
            <a:r>
              <a:rPr sz="1200" b="1" dirty="0">
                <a:latin typeface="Times New Roman"/>
                <a:cs typeface="Times New Roman"/>
              </a:rPr>
              <a:t>7:</a:t>
            </a:r>
            <a:r>
              <a:rPr sz="1200" b="1" spc="-15" dirty="0">
                <a:latin typeface="Times New Roman"/>
                <a:cs typeface="Times New Roman"/>
              </a:rPr>
              <a:t> </a:t>
            </a:r>
            <a:r>
              <a:rPr sz="1200" b="1" spc="-10" dirty="0">
                <a:latin typeface="Times New Roman"/>
                <a:cs typeface="Times New Roman"/>
              </a:rPr>
              <a:t>Error</a:t>
            </a:r>
            <a:r>
              <a:rPr sz="1200" b="1" spc="-40" dirty="0">
                <a:latin typeface="Times New Roman"/>
                <a:cs typeface="Times New Roman"/>
              </a:rPr>
              <a:t> </a:t>
            </a:r>
            <a:r>
              <a:rPr sz="1200" b="1" spc="-10" dirty="0">
                <a:latin typeface="Times New Roman"/>
                <a:cs typeface="Times New Roman"/>
              </a:rPr>
              <a:t>Handling</a:t>
            </a:r>
            <a:endParaRPr sz="1200" dirty="0">
              <a:latin typeface="Times New Roman"/>
              <a:cs typeface="Times New Roman"/>
            </a:endParaRPr>
          </a:p>
          <a:p>
            <a:pPr marL="476884" marR="9525">
              <a:lnSpc>
                <a:spcPts val="2080"/>
              </a:lnSpc>
              <a:spcBef>
                <a:spcPts val="160"/>
              </a:spcBef>
            </a:pPr>
            <a:r>
              <a:rPr sz="1200" dirty="0">
                <a:latin typeface="Times New Roman"/>
                <a:cs typeface="Times New Roman"/>
              </a:rPr>
              <a:t>Test</a:t>
            </a:r>
            <a:r>
              <a:rPr sz="1200" spc="95" dirty="0">
                <a:latin typeface="Times New Roman"/>
                <a:cs typeface="Times New Roman"/>
              </a:rPr>
              <a:t> </a:t>
            </a:r>
            <a:r>
              <a:rPr sz="1200" dirty="0">
                <a:latin typeface="Times New Roman"/>
                <a:cs typeface="Times New Roman"/>
              </a:rPr>
              <a:t>that</a:t>
            </a:r>
            <a:r>
              <a:rPr sz="1200" spc="100" dirty="0">
                <a:latin typeface="Times New Roman"/>
                <a:cs typeface="Times New Roman"/>
              </a:rPr>
              <a:t> </a:t>
            </a:r>
            <a:r>
              <a:rPr sz="1200" dirty="0">
                <a:latin typeface="Times New Roman"/>
                <a:cs typeface="Times New Roman"/>
              </a:rPr>
              <a:t>the</a:t>
            </a:r>
            <a:r>
              <a:rPr sz="1200" spc="95" dirty="0">
                <a:latin typeface="Times New Roman"/>
                <a:cs typeface="Times New Roman"/>
              </a:rPr>
              <a:t> </a:t>
            </a:r>
            <a:r>
              <a:rPr sz="1200" dirty="0">
                <a:latin typeface="Times New Roman"/>
                <a:cs typeface="Times New Roman"/>
              </a:rPr>
              <a:t>system</a:t>
            </a:r>
            <a:r>
              <a:rPr sz="1200" spc="95" dirty="0">
                <a:latin typeface="Times New Roman"/>
                <a:cs typeface="Times New Roman"/>
              </a:rPr>
              <a:t> </a:t>
            </a:r>
            <a:r>
              <a:rPr sz="1200" dirty="0">
                <a:latin typeface="Times New Roman"/>
                <a:cs typeface="Times New Roman"/>
              </a:rPr>
              <a:t>can</a:t>
            </a:r>
            <a:r>
              <a:rPr sz="1200" spc="100" dirty="0">
                <a:latin typeface="Times New Roman"/>
                <a:cs typeface="Times New Roman"/>
              </a:rPr>
              <a:t> </a:t>
            </a:r>
            <a:r>
              <a:rPr sz="1200" dirty="0">
                <a:latin typeface="Times New Roman"/>
                <a:cs typeface="Times New Roman"/>
              </a:rPr>
              <a:t>handle</a:t>
            </a:r>
            <a:r>
              <a:rPr sz="1200" spc="95" dirty="0">
                <a:latin typeface="Times New Roman"/>
                <a:cs typeface="Times New Roman"/>
              </a:rPr>
              <a:t> </a:t>
            </a:r>
            <a:r>
              <a:rPr sz="1200" dirty="0">
                <a:latin typeface="Times New Roman"/>
                <a:cs typeface="Times New Roman"/>
              </a:rPr>
              <a:t>errors</a:t>
            </a:r>
            <a:r>
              <a:rPr sz="1200" spc="90" dirty="0">
                <a:latin typeface="Times New Roman"/>
                <a:cs typeface="Times New Roman"/>
              </a:rPr>
              <a:t> </a:t>
            </a:r>
            <a:r>
              <a:rPr sz="1200" dirty="0">
                <a:latin typeface="Times New Roman"/>
                <a:cs typeface="Times New Roman"/>
              </a:rPr>
              <a:t>and</a:t>
            </a:r>
            <a:r>
              <a:rPr sz="1200" spc="110" dirty="0">
                <a:latin typeface="Times New Roman"/>
                <a:cs typeface="Times New Roman"/>
              </a:rPr>
              <a:t> </a:t>
            </a:r>
            <a:r>
              <a:rPr sz="1200" dirty="0">
                <a:latin typeface="Times New Roman"/>
                <a:cs typeface="Times New Roman"/>
              </a:rPr>
              <a:t>exceptions</a:t>
            </a:r>
            <a:r>
              <a:rPr sz="1200" spc="100" dirty="0">
                <a:latin typeface="Times New Roman"/>
                <a:cs typeface="Times New Roman"/>
              </a:rPr>
              <a:t> </a:t>
            </a:r>
            <a:r>
              <a:rPr sz="1200" dirty="0">
                <a:latin typeface="Times New Roman"/>
                <a:cs typeface="Times New Roman"/>
              </a:rPr>
              <a:t>gracefully</a:t>
            </a:r>
            <a:r>
              <a:rPr sz="1200" spc="95" dirty="0">
                <a:latin typeface="Times New Roman"/>
                <a:cs typeface="Times New Roman"/>
              </a:rPr>
              <a:t> </a:t>
            </a:r>
            <a:r>
              <a:rPr sz="1200" dirty="0">
                <a:latin typeface="Times New Roman"/>
                <a:cs typeface="Times New Roman"/>
              </a:rPr>
              <a:t>(e.g.</a:t>
            </a:r>
            <a:r>
              <a:rPr sz="1200" spc="100" dirty="0">
                <a:latin typeface="Times New Roman"/>
                <a:cs typeface="Times New Roman"/>
              </a:rPr>
              <a:t> </a:t>
            </a:r>
            <a:r>
              <a:rPr sz="1200" dirty="0">
                <a:latin typeface="Times New Roman"/>
                <a:cs typeface="Times New Roman"/>
              </a:rPr>
              <a:t>if</a:t>
            </a:r>
            <a:r>
              <a:rPr sz="1200" spc="95" dirty="0">
                <a:latin typeface="Times New Roman"/>
                <a:cs typeface="Times New Roman"/>
              </a:rPr>
              <a:t> </a:t>
            </a:r>
            <a:r>
              <a:rPr sz="1200" dirty="0">
                <a:latin typeface="Times New Roman"/>
                <a:cs typeface="Times New Roman"/>
              </a:rPr>
              <a:t>the</a:t>
            </a:r>
            <a:r>
              <a:rPr sz="1200" spc="95" dirty="0">
                <a:latin typeface="Times New Roman"/>
                <a:cs typeface="Times New Roman"/>
              </a:rPr>
              <a:t> </a:t>
            </a:r>
            <a:r>
              <a:rPr sz="1200" dirty="0">
                <a:latin typeface="Times New Roman"/>
                <a:cs typeface="Times New Roman"/>
              </a:rPr>
              <a:t>camera</a:t>
            </a:r>
            <a:r>
              <a:rPr sz="1200" spc="90" dirty="0">
                <a:latin typeface="Times New Roman"/>
                <a:cs typeface="Times New Roman"/>
              </a:rPr>
              <a:t> </a:t>
            </a:r>
            <a:r>
              <a:rPr sz="1200" dirty="0">
                <a:latin typeface="Times New Roman"/>
                <a:cs typeface="Times New Roman"/>
              </a:rPr>
              <a:t>is</a:t>
            </a:r>
            <a:r>
              <a:rPr sz="1200" spc="100" dirty="0">
                <a:latin typeface="Times New Roman"/>
                <a:cs typeface="Times New Roman"/>
              </a:rPr>
              <a:t> </a:t>
            </a:r>
            <a:r>
              <a:rPr sz="1200" spc="-25" dirty="0">
                <a:latin typeface="Times New Roman"/>
                <a:cs typeface="Times New Roman"/>
              </a:rPr>
              <a:t>not </a:t>
            </a:r>
            <a:r>
              <a:rPr sz="1200" dirty="0">
                <a:latin typeface="Times New Roman"/>
                <a:cs typeface="Times New Roman"/>
              </a:rPr>
              <a:t>available</a:t>
            </a:r>
            <a:r>
              <a:rPr sz="1200" spc="-25" dirty="0">
                <a:latin typeface="Times New Roman"/>
                <a:cs typeface="Times New Roman"/>
              </a:rPr>
              <a:t> </a:t>
            </a:r>
            <a:r>
              <a:rPr sz="1200" dirty="0">
                <a:latin typeface="Times New Roman"/>
                <a:cs typeface="Times New Roman"/>
              </a:rPr>
              <a:t>or</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gesture</a:t>
            </a:r>
            <a:r>
              <a:rPr sz="1200" spc="-30"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not</a:t>
            </a:r>
            <a:r>
              <a:rPr sz="1200" spc="-20" dirty="0">
                <a:latin typeface="Times New Roman"/>
                <a:cs typeface="Times New Roman"/>
              </a:rPr>
              <a:t> </a:t>
            </a:r>
            <a:r>
              <a:rPr sz="1200" spc="-10" dirty="0">
                <a:latin typeface="Times New Roman"/>
                <a:cs typeface="Times New Roman"/>
              </a:rPr>
              <a:t>recognized).</a:t>
            </a:r>
            <a:endParaRPr sz="1200" dirty="0">
              <a:latin typeface="Times New Roman"/>
              <a:cs typeface="Times New Roman"/>
            </a:endParaRPr>
          </a:p>
          <a:p>
            <a:pPr marL="476884">
              <a:lnSpc>
                <a:spcPct val="100000"/>
              </a:lnSpc>
              <a:spcBef>
                <a:spcPts val="445"/>
              </a:spcBef>
            </a:pPr>
            <a:r>
              <a:rPr sz="1200" spc="-20" dirty="0">
                <a:latin typeface="Times New Roman"/>
                <a:cs typeface="Times New Roman"/>
              </a:rPr>
              <a:t>Verify</a:t>
            </a:r>
            <a:r>
              <a:rPr sz="1200" spc="-35"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provide</a:t>
            </a:r>
            <a:r>
              <a:rPr sz="1200" spc="-20" dirty="0">
                <a:latin typeface="Times New Roman"/>
                <a:cs typeface="Times New Roman"/>
              </a:rPr>
              <a:t> </a:t>
            </a:r>
            <a:r>
              <a:rPr sz="1200" dirty="0">
                <a:latin typeface="Times New Roman"/>
                <a:cs typeface="Times New Roman"/>
              </a:rPr>
              <a:t>feedback</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case</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an </a:t>
            </a:r>
            <a:r>
              <a:rPr sz="1200" spc="-10" dirty="0">
                <a:latin typeface="Times New Roman"/>
                <a:cs typeface="Times New Roman"/>
              </a:rPr>
              <a:t>error.</a:t>
            </a:r>
            <a:endParaRPr sz="1200" dirty="0">
              <a:latin typeface="Times New Roman"/>
              <a:cs typeface="Times New Roman"/>
            </a:endParaRPr>
          </a:p>
          <a:p>
            <a:pPr marL="476884">
              <a:lnSpc>
                <a:spcPct val="100000"/>
              </a:lnSpc>
              <a:spcBef>
                <a:spcPts val="635"/>
              </a:spcBef>
            </a:pPr>
            <a:r>
              <a:rPr sz="1200" spc="-10" dirty="0">
                <a:latin typeface="Times New Roman"/>
                <a:cs typeface="Times New Roman"/>
              </a:rPr>
              <a:t>Test</a:t>
            </a:r>
            <a:r>
              <a:rPr sz="1200" spc="-3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recover</a:t>
            </a:r>
            <a:r>
              <a:rPr sz="1200" spc="-30"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dirty="0">
                <a:latin typeface="Times New Roman"/>
                <a:cs typeface="Times New Roman"/>
              </a:rPr>
              <a:t>errors</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continue</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function</a:t>
            </a:r>
            <a:r>
              <a:rPr sz="1200" spc="-30" dirty="0">
                <a:latin typeface="Times New Roman"/>
                <a:cs typeface="Times New Roman"/>
              </a:rPr>
              <a:t> </a:t>
            </a:r>
            <a:r>
              <a:rPr sz="1200" spc="-10" dirty="0">
                <a:latin typeface="Times New Roman"/>
                <a:cs typeface="Times New Roman"/>
              </a:rPr>
              <a:t>correctly.</a:t>
            </a:r>
            <a:endParaRPr sz="1200" dirty="0">
              <a:latin typeface="Times New Roman"/>
              <a:cs typeface="Times New Roman"/>
            </a:endParaRPr>
          </a:p>
          <a:p>
            <a:pPr>
              <a:lnSpc>
                <a:spcPct val="100000"/>
              </a:lnSpc>
              <a:spcBef>
                <a:spcPts val="415"/>
              </a:spcBef>
            </a:pPr>
            <a:endParaRPr sz="1200" dirty="0">
              <a:latin typeface="Times New Roman"/>
              <a:cs typeface="Times New Roman"/>
            </a:endParaRPr>
          </a:p>
          <a:p>
            <a:pPr marL="12700" lvl="1">
              <a:lnSpc>
                <a:spcPct val="100000"/>
              </a:lnSpc>
              <a:tabLst>
                <a:tab pos="316230" algn="l"/>
              </a:tabLst>
            </a:pPr>
            <a:r>
              <a:rPr lang="en-US" sz="1600" b="1" dirty="0">
                <a:latin typeface="Times New Roman"/>
                <a:cs typeface="Times New Roman"/>
              </a:rPr>
              <a:t>7.4 </a:t>
            </a:r>
            <a:r>
              <a:rPr sz="1600" b="1" dirty="0">
                <a:latin typeface="Times New Roman"/>
                <a:cs typeface="Times New Roman"/>
              </a:rPr>
              <a:t>System</a:t>
            </a:r>
            <a:r>
              <a:rPr sz="1600" b="1" spc="-80" dirty="0">
                <a:latin typeface="Times New Roman"/>
                <a:cs typeface="Times New Roman"/>
              </a:rPr>
              <a:t> </a:t>
            </a:r>
            <a:r>
              <a:rPr sz="1600" b="1" spc="-10" dirty="0">
                <a:latin typeface="Times New Roman"/>
                <a:cs typeface="Times New Roman"/>
              </a:rPr>
              <a:t>Testing</a:t>
            </a:r>
            <a:endParaRPr sz="1600" dirty="0">
              <a:latin typeface="Times New Roman"/>
              <a:cs typeface="Times New Roman"/>
            </a:endParaRPr>
          </a:p>
          <a:p>
            <a:pPr marL="12700" marR="5080" indent="499745" algn="just">
              <a:lnSpc>
                <a:spcPct val="144000"/>
              </a:lnSpc>
              <a:spcBef>
                <a:spcPts val="235"/>
              </a:spcBef>
            </a:pPr>
            <a:r>
              <a:rPr lang="en-US" sz="1200" dirty="0">
                <a:latin typeface="Times New Roman" panose="02020603050405020304" pitchFamily="18" charset="0"/>
                <a:cs typeface="Times New Roman" panose="02020603050405020304" pitchFamily="18" charset="0"/>
              </a:rPr>
              <a:t>System testing for the gesture-controlled mouse project evaluates the entire workflow end-to-end using the actual webcam, </a:t>
            </a:r>
            <a:r>
              <a:rPr lang="en-US" sz="1200" dirty="0" err="1">
                <a:latin typeface="Times New Roman" panose="02020603050405020304" pitchFamily="18" charset="0"/>
                <a:cs typeface="Times New Roman" panose="02020603050405020304" pitchFamily="18" charset="0"/>
              </a:rPr>
              <a:t>MediaPipe</a:t>
            </a:r>
            <a:r>
              <a:rPr lang="en-US" sz="1200" dirty="0">
                <a:latin typeface="Times New Roman" panose="02020603050405020304" pitchFamily="18" charset="0"/>
                <a:cs typeface="Times New Roman" panose="02020603050405020304" pitchFamily="18" charset="0"/>
              </a:rPr>
              <a:t> hand-tracking, and OS mouse-control libraries. The goal is to verify whether cursor movement, left/right click, double click, and screenshot actions trigger correctly across different users, lighting conditions, and gesture variations. Tests include normal operation, edge-of-frame gestures, rapid gesture sequences, background interference, and incorrect or partial hand detection. The system must respond smoothly, avoid false positives, and remain stable without crashing, even when multiple hands appear or the webcam feed becomes unreliable. This ensures the program behaves reliably in real-world usage and handles all operational scenarios gracefully</a:t>
            </a:r>
            <a:r>
              <a:rPr sz="1200" spc="-2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2700" lvl="1">
              <a:lnSpc>
                <a:spcPct val="100000"/>
              </a:lnSpc>
              <a:spcBef>
                <a:spcPts val="605"/>
              </a:spcBef>
              <a:tabLst>
                <a:tab pos="305435" algn="l"/>
              </a:tabLst>
            </a:pPr>
            <a:r>
              <a:rPr lang="en-US" sz="1600" b="1" spc="-10" dirty="0">
                <a:latin typeface="Times New Roman"/>
                <a:cs typeface="Times New Roman"/>
              </a:rPr>
              <a:t>7.5 </a:t>
            </a:r>
            <a:r>
              <a:rPr sz="1600" b="1" spc="-10" dirty="0">
                <a:latin typeface="Times New Roman"/>
                <a:cs typeface="Times New Roman"/>
              </a:rPr>
              <a:t>Acceptance</a:t>
            </a:r>
            <a:r>
              <a:rPr sz="1600" b="1" spc="-15" dirty="0">
                <a:latin typeface="Times New Roman"/>
                <a:cs typeface="Times New Roman"/>
              </a:rPr>
              <a:t> </a:t>
            </a:r>
            <a:r>
              <a:rPr sz="1600" b="1" spc="-10" dirty="0">
                <a:latin typeface="Times New Roman"/>
                <a:cs typeface="Times New Roman"/>
              </a:rPr>
              <a:t>Testing</a:t>
            </a:r>
            <a:endParaRPr sz="1600" dirty="0">
              <a:latin typeface="Times New Roman"/>
              <a:cs typeface="Times New Roman"/>
            </a:endParaRPr>
          </a:p>
          <a:p>
            <a:pPr marL="12700" marR="6350" indent="464184" algn="just">
              <a:lnSpc>
                <a:spcPct val="143600"/>
              </a:lnSpc>
              <a:spcBef>
                <a:spcPts val="244"/>
              </a:spcBef>
            </a:pPr>
            <a:r>
              <a:rPr lang="en-US" sz="1200" dirty="0">
                <a:latin typeface="Times New Roman" panose="02020603050405020304" pitchFamily="18" charset="0"/>
                <a:cs typeface="Times New Roman" panose="02020603050405020304" pitchFamily="18" charset="0"/>
              </a:rPr>
              <a:t>Acceptance testing confirms that the gesture mouse-control system meets all functional expectations and is ready for practical use. The system is accepted if it consistently recognizes intended gestures for cursor movement, clicking, double-clicking, and screenshot capture with high accuracy, while keeping false triggers minimal. It must also handle consecutive gestures without lag, provide on-screen feedback, and operate correctly under normal indoor lighting for different users. Additional acceptance checks verify that screenshots save properly, the program exits cleanly, and incorrect or ambiguous gestures do not cause unexpected actions. If the system performs reliably across these conditions, it is considered ready for deployment.</a:t>
            </a:r>
            <a:r>
              <a:rPr sz="1200" spc="-10" dirty="0">
                <a:latin typeface="Times New Roman"/>
                <a:cs typeface="Times New Roman"/>
              </a:rPr>
              <a:t>.</a:t>
            </a:r>
            <a:endParaRPr sz="1200" dirty="0">
              <a:latin typeface="Times New Roman"/>
              <a:cs typeface="Times New Roman"/>
            </a:endParaRPr>
          </a:p>
          <a:p>
            <a:pPr marL="20320" lvl="1">
              <a:lnSpc>
                <a:spcPct val="100000"/>
              </a:lnSpc>
              <a:spcBef>
                <a:spcPts val="600"/>
              </a:spcBef>
              <a:tabLst>
                <a:tab pos="321310" algn="l"/>
              </a:tabLst>
            </a:pPr>
            <a:r>
              <a:rPr lang="en-US" sz="1600" b="1" spc="-25" dirty="0">
                <a:latin typeface="Times New Roman"/>
                <a:cs typeface="Times New Roman"/>
              </a:rPr>
              <a:t>7.6 </a:t>
            </a:r>
            <a:r>
              <a:rPr sz="1600" b="1" spc="-25" dirty="0">
                <a:latin typeface="Times New Roman"/>
                <a:cs typeface="Times New Roman"/>
              </a:rPr>
              <a:t>Test</a:t>
            </a:r>
            <a:r>
              <a:rPr sz="1600" b="1" spc="-75" dirty="0">
                <a:latin typeface="Times New Roman"/>
                <a:cs typeface="Times New Roman"/>
              </a:rPr>
              <a:t> </a:t>
            </a:r>
            <a:r>
              <a:rPr sz="1600" b="1" spc="-10" dirty="0">
                <a:latin typeface="Times New Roman"/>
                <a:cs typeface="Times New Roman"/>
              </a:rPr>
              <a:t>Cases</a:t>
            </a:r>
            <a:endParaRPr sz="1600" dirty="0">
              <a:latin typeface="Times New Roman"/>
              <a:cs typeface="Times New Roman"/>
            </a:endParaRPr>
          </a:p>
          <a:p>
            <a:pPr marL="12700" marR="7620" indent="464184" algn="just">
              <a:lnSpc>
                <a:spcPct val="143900"/>
              </a:lnSpc>
              <a:spcBef>
                <a:spcPts val="234"/>
              </a:spcBef>
            </a:pPr>
            <a:r>
              <a:rPr lang="en-US" sz="1200" dirty="0">
                <a:latin typeface="Times New Roman" panose="02020603050405020304" pitchFamily="18" charset="0"/>
                <a:cs typeface="Times New Roman" panose="02020603050405020304" pitchFamily="18" charset="0"/>
              </a:rPr>
              <a:t>Test cases for the gesture-based mouse system define clear, repeatable scenarios that evaluate gesture detection accuracy and system response. Each case specifies the gesture input, conditions (lighting, position, hand pose), execution steps, and the expected output such as cursor movement, left/right click, double click, or screenshot generation. The set includes normal gesture recognition, edge-of-frame performance, rapid gesture sequences, incorrect gesture rejection, partial hand detection handling, multi-hand interference, camera failure handling, and verification of screenshot file creation. These structured test cases ensure every feature, boundary condition, and error scenario is validated fully and consistently.</a:t>
            </a:r>
            <a:endParaRPr sz="1200" dirty="0">
              <a:latin typeface="Times New Roman" panose="02020603050405020304" pitchFamily="18" charset="0"/>
              <a:cs typeface="Times New Roman" panose="02020603050405020304" pitchFamily="18" charset="0"/>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6" name="object 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34</a:t>
            </a:r>
            <a:endParaRPr spc="-25" dirty="0"/>
          </a:p>
        </p:txBody>
      </p:sp>
      <p:sp>
        <p:nvSpPr>
          <p:cNvPr id="7" name="object 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dirty="0">
              <a:latin typeface="Times New Roman"/>
              <a:cs typeface="Times New Roman"/>
            </a:endParaRPr>
          </a:p>
        </p:txBody>
      </p:sp>
      <p:sp>
        <p:nvSpPr>
          <p:cNvPr id="3" name="object 3"/>
          <p:cNvSpPr txBox="1"/>
          <p:nvPr/>
        </p:nvSpPr>
        <p:spPr>
          <a:xfrm>
            <a:off x="6561581" y="624331"/>
            <a:ext cx="47244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Testing</a:t>
            </a:r>
            <a:endParaRPr sz="1200" dirty="0">
              <a:latin typeface="Times New Roman"/>
              <a:cs typeface="Times New Roman"/>
            </a:endParaRPr>
          </a:p>
        </p:txBody>
      </p:sp>
      <p:sp>
        <p:nvSpPr>
          <p:cNvPr id="4" name="object 4"/>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5" name="object 5"/>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6" name="object 6"/>
          <p:cNvSpPr txBox="1"/>
          <p:nvPr/>
        </p:nvSpPr>
        <p:spPr>
          <a:xfrm>
            <a:off x="976950" y="4492860"/>
            <a:ext cx="6306500" cy="527067"/>
          </a:xfrm>
          <a:prstGeom prst="rect">
            <a:avLst/>
          </a:prstGeom>
        </p:spPr>
        <p:txBody>
          <a:bodyPr vert="horz" wrap="square" lIns="0" tIns="12700" rIns="0" bIns="0" rtlCol="0">
            <a:spAutoFit/>
          </a:bodyPr>
          <a:lstStyle/>
          <a:p>
            <a:pPr marL="12700" marR="5080">
              <a:lnSpc>
                <a:spcPct val="143500"/>
              </a:lnSpc>
              <a:spcBef>
                <a:spcPts val="100"/>
              </a:spcBef>
            </a:pPr>
            <a:r>
              <a:rPr sz="1200" dirty="0">
                <a:latin typeface="Times New Roman"/>
                <a:cs typeface="Times New Roman"/>
              </a:rPr>
              <a:t>The</a:t>
            </a:r>
            <a:r>
              <a:rPr sz="1200" spc="-30" dirty="0">
                <a:latin typeface="Times New Roman"/>
                <a:cs typeface="Times New Roman"/>
              </a:rPr>
              <a:t> </a:t>
            </a:r>
            <a:r>
              <a:rPr lang="en-US" sz="1200" spc="-30" dirty="0">
                <a:latin typeface="Times New Roman"/>
                <a:cs typeface="Times New Roman"/>
              </a:rPr>
              <a:t>Above T</a:t>
            </a:r>
            <a:r>
              <a:rPr sz="1200" dirty="0">
                <a:latin typeface="Times New Roman"/>
                <a:cs typeface="Times New Roman"/>
              </a:rPr>
              <a:t>able</a:t>
            </a:r>
            <a:r>
              <a:rPr sz="1200" spc="-25" dirty="0">
                <a:latin typeface="Times New Roman"/>
                <a:cs typeface="Times New Roman"/>
              </a:rPr>
              <a:t> </a:t>
            </a:r>
            <a:r>
              <a:rPr sz="1200" dirty="0">
                <a:latin typeface="Times New Roman"/>
                <a:cs typeface="Times New Roman"/>
              </a:rPr>
              <a:t>7.1</a:t>
            </a:r>
            <a:r>
              <a:rPr sz="1200" spc="-15"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test</a:t>
            </a:r>
            <a:r>
              <a:rPr sz="1200" spc="-20" dirty="0">
                <a:latin typeface="Times New Roman"/>
                <a:cs typeface="Times New Roman"/>
              </a:rPr>
              <a:t> </a:t>
            </a:r>
            <a:r>
              <a:rPr sz="1200" dirty="0">
                <a:latin typeface="Times New Roman"/>
                <a:cs typeface="Times New Roman"/>
              </a:rPr>
              <a:t>case</a:t>
            </a:r>
            <a:r>
              <a:rPr sz="1200" spc="-1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TC-</a:t>
            </a:r>
            <a:r>
              <a:rPr sz="1200" dirty="0">
                <a:latin typeface="Times New Roman"/>
                <a:cs typeface="Times New Roman"/>
              </a:rPr>
              <a:t>1</a:t>
            </a:r>
            <a:r>
              <a:rPr sz="1200" spc="-5" dirty="0">
                <a:latin typeface="Times New Roman"/>
                <a:cs typeface="Times New Roman"/>
              </a:rPr>
              <a:t> </a:t>
            </a:r>
            <a:r>
              <a:rPr sz="1200" dirty="0">
                <a:latin typeface="Times New Roman"/>
                <a:cs typeface="Times New Roman"/>
              </a:rPr>
              <a:t>represented</a:t>
            </a:r>
            <a:r>
              <a:rPr sz="1200" spc="-25" dirty="0">
                <a:latin typeface="Times New Roman"/>
                <a:cs typeface="Times New Roman"/>
              </a:rPr>
              <a:t> as</a:t>
            </a:r>
            <a:endParaRPr lang="en-US" sz="1200" spc="-25" dirty="0">
              <a:latin typeface="Times New Roman"/>
              <a:cs typeface="Times New Roman"/>
            </a:endParaRPr>
          </a:p>
          <a:p>
            <a:pPr marL="12700" marR="5080">
              <a:lnSpc>
                <a:spcPct val="143500"/>
              </a:lnSpc>
              <a:spcBef>
                <a:spcPts val="100"/>
              </a:spcBef>
            </a:pPr>
            <a:r>
              <a:rPr sz="1200" spc="-25" dirty="0">
                <a:latin typeface="Times New Roman"/>
                <a:cs typeface="Times New Roman"/>
              </a:rPr>
              <a:t> </a:t>
            </a:r>
            <a:endParaRPr sz="1200" b="1" dirty="0">
              <a:latin typeface="Times New Roman"/>
              <a:cs typeface="Times New Roman"/>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12" name="object 12"/>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35</a:t>
            </a:r>
            <a:endParaRPr spc="-25" dirty="0"/>
          </a:p>
        </p:txBody>
      </p:sp>
      <p:sp>
        <p:nvSpPr>
          <p:cNvPr id="13" name="object 13"/>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sp>
        <p:nvSpPr>
          <p:cNvPr id="7" name="object 7"/>
          <p:cNvSpPr txBox="1"/>
          <p:nvPr/>
        </p:nvSpPr>
        <p:spPr>
          <a:xfrm>
            <a:off x="984250" y="4505267"/>
            <a:ext cx="6146800" cy="2416046"/>
          </a:xfrm>
          <a:prstGeom prst="rect">
            <a:avLst/>
          </a:prstGeom>
        </p:spPr>
        <p:txBody>
          <a:bodyPr vert="horz" wrap="square" lIns="0" tIns="91440" rIns="0" bIns="0" rtlCol="0">
            <a:spAutoFit/>
          </a:bodyPr>
          <a:lstStyle/>
          <a:p>
            <a:pPr marL="2405380">
              <a:lnSpc>
                <a:spcPct val="100000"/>
              </a:lnSpc>
              <a:spcBef>
                <a:spcPts val="720"/>
              </a:spcBef>
            </a:pPr>
            <a:endParaRPr sz="1200" dirty="0">
              <a:latin typeface="Times New Roman"/>
              <a:cs typeface="Times New Roman"/>
            </a:endParaRPr>
          </a:p>
          <a:p>
            <a:pPr marL="12700" marR="5715" indent="7620">
              <a:lnSpc>
                <a:spcPts val="2080"/>
              </a:lnSpc>
              <a:spcBef>
                <a:spcPts val="160"/>
              </a:spcBef>
            </a:pPr>
            <a:r>
              <a:rPr sz="1200" b="1" dirty="0">
                <a:latin typeface="Times New Roman"/>
                <a:cs typeface="Times New Roman"/>
              </a:rPr>
              <a:t>Objective:</a:t>
            </a:r>
            <a:r>
              <a:rPr sz="1200" b="1" spc="10" dirty="0">
                <a:latin typeface="Times New Roman"/>
                <a:cs typeface="Times New Roman"/>
              </a:rPr>
              <a:t> </a:t>
            </a:r>
            <a:r>
              <a:rPr sz="1200" spc="-10" dirty="0">
                <a:latin typeface="Times New Roman"/>
                <a:cs typeface="Times New Roman"/>
              </a:rPr>
              <a:t>Verify</a:t>
            </a:r>
            <a:r>
              <a:rPr sz="1200" spc="35" dirty="0">
                <a:latin typeface="Times New Roman"/>
                <a:cs typeface="Times New Roman"/>
              </a:rPr>
              <a:t> </a:t>
            </a:r>
            <a:r>
              <a:rPr sz="1200" dirty="0">
                <a:latin typeface="Times New Roman"/>
                <a:cs typeface="Times New Roman"/>
              </a:rPr>
              <a:t>that</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accurately</a:t>
            </a:r>
            <a:r>
              <a:rPr sz="1200" spc="35" dirty="0">
                <a:latin typeface="Times New Roman"/>
                <a:cs typeface="Times New Roman"/>
              </a:rPr>
              <a:t> </a:t>
            </a:r>
            <a:r>
              <a:rPr sz="1200" dirty="0">
                <a:latin typeface="Times New Roman"/>
                <a:cs typeface="Times New Roman"/>
              </a:rPr>
              <a:t>recognizes</a:t>
            </a:r>
            <a:r>
              <a:rPr sz="1200" spc="3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hand</a:t>
            </a:r>
            <a:r>
              <a:rPr sz="1200" spc="35" dirty="0">
                <a:latin typeface="Times New Roman"/>
                <a:cs typeface="Times New Roman"/>
              </a:rPr>
              <a:t> </a:t>
            </a:r>
            <a:r>
              <a:rPr sz="1200" dirty="0">
                <a:latin typeface="Times New Roman"/>
                <a:cs typeface="Times New Roman"/>
              </a:rPr>
              <a:t>gestures</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lang="en-US" sz="1200" spc="35" dirty="0">
                <a:latin typeface="Times New Roman"/>
                <a:cs typeface="Times New Roman"/>
              </a:rPr>
              <a:t>can access any cursor movements.</a:t>
            </a:r>
            <a:endParaRPr sz="1200" dirty="0">
              <a:latin typeface="Times New Roman"/>
              <a:cs typeface="Times New Roman"/>
            </a:endParaRPr>
          </a:p>
          <a:p>
            <a:pPr marL="20320">
              <a:lnSpc>
                <a:spcPct val="100000"/>
              </a:lnSpc>
              <a:spcBef>
                <a:spcPts val="445"/>
              </a:spcBef>
            </a:pPr>
            <a:r>
              <a:rPr sz="1200" b="1" spc="-25" dirty="0">
                <a:latin typeface="Times New Roman"/>
                <a:cs typeface="Times New Roman"/>
              </a:rPr>
              <a:t>Test</a:t>
            </a:r>
            <a:r>
              <a:rPr sz="1200" b="1" spc="-50" dirty="0">
                <a:latin typeface="Times New Roman"/>
                <a:cs typeface="Times New Roman"/>
              </a:rPr>
              <a:t> </a:t>
            </a:r>
            <a:r>
              <a:rPr sz="1200" b="1" dirty="0">
                <a:latin typeface="Times New Roman"/>
                <a:cs typeface="Times New Roman"/>
              </a:rPr>
              <a:t>Case</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Perform</a:t>
            </a:r>
            <a:r>
              <a:rPr sz="1200" spc="-45" dirty="0">
                <a:latin typeface="Times New Roman"/>
                <a:cs typeface="Times New Roman"/>
              </a:rPr>
              <a:t> </a:t>
            </a:r>
            <a:r>
              <a:rPr sz="1200" dirty="0">
                <a:latin typeface="Times New Roman"/>
                <a:cs typeface="Times New Roman"/>
              </a:rPr>
              <a:t>various</a:t>
            </a:r>
            <a:r>
              <a:rPr sz="1200" spc="-45" dirty="0">
                <a:latin typeface="Times New Roman"/>
                <a:cs typeface="Times New Roman"/>
              </a:rPr>
              <a:t> </a:t>
            </a:r>
            <a:r>
              <a:rPr sz="1200" dirty="0">
                <a:latin typeface="Times New Roman"/>
                <a:cs typeface="Times New Roman"/>
              </a:rPr>
              <a:t>hand</a:t>
            </a:r>
            <a:r>
              <a:rPr sz="1200" spc="-50" dirty="0">
                <a:latin typeface="Times New Roman"/>
                <a:cs typeface="Times New Roman"/>
              </a:rPr>
              <a:t> </a:t>
            </a:r>
            <a:r>
              <a:rPr sz="1200" dirty="0">
                <a:latin typeface="Times New Roman"/>
                <a:cs typeface="Times New Roman"/>
              </a:rPr>
              <a:t>gestures</a:t>
            </a:r>
            <a:r>
              <a:rPr sz="1200" spc="-45" dirty="0">
                <a:latin typeface="Times New Roman"/>
                <a:cs typeface="Times New Roman"/>
              </a:rPr>
              <a:t> </a:t>
            </a:r>
            <a:r>
              <a:rPr sz="1200" dirty="0">
                <a:latin typeface="Times New Roman"/>
                <a:cs typeface="Times New Roman"/>
              </a:rPr>
              <a:t>(e.g.,</a:t>
            </a:r>
            <a:r>
              <a:rPr sz="1200" spc="-45" dirty="0">
                <a:latin typeface="Times New Roman"/>
                <a:cs typeface="Times New Roman"/>
              </a:rPr>
              <a:t> </a:t>
            </a:r>
            <a:r>
              <a:rPr sz="1200" dirty="0">
                <a:latin typeface="Times New Roman"/>
                <a:cs typeface="Times New Roman"/>
              </a:rPr>
              <a:t>hand</a:t>
            </a:r>
            <a:r>
              <a:rPr sz="1200" spc="-45" dirty="0">
                <a:latin typeface="Times New Roman"/>
                <a:cs typeface="Times New Roman"/>
              </a:rPr>
              <a:t> </a:t>
            </a:r>
            <a:r>
              <a:rPr sz="1200" dirty="0">
                <a:latin typeface="Times New Roman"/>
                <a:cs typeface="Times New Roman"/>
              </a:rPr>
              <a:t>up,</a:t>
            </a:r>
            <a:r>
              <a:rPr sz="1200" spc="-50" dirty="0">
                <a:latin typeface="Times New Roman"/>
                <a:cs typeface="Times New Roman"/>
              </a:rPr>
              <a:t> </a:t>
            </a:r>
            <a:r>
              <a:rPr sz="1200" dirty="0">
                <a:latin typeface="Times New Roman"/>
                <a:cs typeface="Times New Roman"/>
              </a:rPr>
              <a:t>hand</a:t>
            </a:r>
            <a:r>
              <a:rPr sz="1200" spc="-45" dirty="0">
                <a:latin typeface="Times New Roman"/>
                <a:cs typeface="Times New Roman"/>
              </a:rPr>
              <a:t> </a:t>
            </a:r>
            <a:r>
              <a:rPr sz="1200" dirty="0">
                <a:latin typeface="Times New Roman"/>
                <a:cs typeface="Times New Roman"/>
              </a:rPr>
              <a:t>down,</a:t>
            </a:r>
            <a:r>
              <a:rPr sz="1200" spc="-45" dirty="0">
                <a:latin typeface="Times New Roman"/>
                <a:cs typeface="Times New Roman"/>
              </a:rPr>
              <a:t> </a:t>
            </a:r>
            <a:r>
              <a:rPr sz="1200" dirty="0">
                <a:latin typeface="Times New Roman"/>
                <a:cs typeface="Times New Roman"/>
              </a:rPr>
              <a:t>hand</a:t>
            </a:r>
            <a:r>
              <a:rPr sz="1200" spc="-60" dirty="0">
                <a:latin typeface="Times New Roman"/>
                <a:cs typeface="Times New Roman"/>
              </a:rPr>
              <a:t> </a:t>
            </a:r>
            <a:r>
              <a:rPr sz="1200" dirty="0">
                <a:latin typeface="Times New Roman"/>
                <a:cs typeface="Times New Roman"/>
              </a:rPr>
              <a:t>moving</a:t>
            </a:r>
            <a:r>
              <a:rPr sz="1200" spc="-45" dirty="0">
                <a:latin typeface="Times New Roman"/>
                <a:cs typeface="Times New Roman"/>
              </a:rPr>
              <a:t> </a:t>
            </a:r>
            <a:r>
              <a:rPr sz="1200" dirty="0">
                <a:latin typeface="Times New Roman"/>
                <a:cs typeface="Times New Roman"/>
              </a:rPr>
              <a:t>left,</a:t>
            </a:r>
            <a:r>
              <a:rPr sz="1200" spc="-45" dirty="0">
                <a:latin typeface="Times New Roman"/>
                <a:cs typeface="Times New Roman"/>
              </a:rPr>
              <a:t> </a:t>
            </a:r>
            <a:r>
              <a:rPr sz="1200" dirty="0">
                <a:latin typeface="Times New Roman"/>
                <a:cs typeface="Times New Roman"/>
              </a:rPr>
              <a:t>hand</a:t>
            </a:r>
            <a:r>
              <a:rPr sz="1200" spc="-50" dirty="0">
                <a:latin typeface="Times New Roman"/>
                <a:cs typeface="Times New Roman"/>
              </a:rPr>
              <a:t> </a:t>
            </a:r>
            <a:r>
              <a:rPr sz="1200" spc="-10" dirty="0">
                <a:latin typeface="Times New Roman"/>
                <a:cs typeface="Times New Roman"/>
              </a:rPr>
              <a:t>moving</a:t>
            </a:r>
            <a:endParaRPr sz="1200" dirty="0">
              <a:latin typeface="Times New Roman"/>
              <a:cs typeface="Times New Roman"/>
            </a:endParaRPr>
          </a:p>
          <a:p>
            <a:pPr marL="12700">
              <a:lnSpc>
                <a:spcPct val="100000"/>
              </a:lnSpc>
              <a:spcBef>
                <a:spcPts val="635"/>
              </a:spcBef>
            </a:pPr>
            <a:r>
              <a:rPr sz="1200" dirty="0">
                <a:latin typeface="Times New Roman"/>
                <a:cs typeface="Times New Roman"/>
              </a:rPr>
              <a:t>right)</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front</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lang="en-US" sz="1200" spc="-30" dirty="0">
                <a:latin typeface="Times New Roman"/>
                <a:cs typeface="Times New Roman"/>
              </a:rPr>
              <a:t>camera.</a:t>
            </a:r>
            <a:r>
              <a:rPr sz="1200" spc="-10" dirty="0">
                <a:latin typeface="Times New Roman"/>
                <a:cs typeface="Times New Roman"/>
              </a:rPr>
              <a:t>.</a:t>
            </a:r>
            <a:endParaRPr sz="1200" dirty="0">
              <a:latin typeface="Times New Roman"/>
              <a:cs typeface="Times New Roman"/>
            </a:endParaRPr>
          </a:p>
          <a:p>
            <a:pPr marL="20320">
              <a:lnSpc>
                <a:spcPct val="100000"/>
              </a:lnSpc>
              <a:spcBef>
                <a:spcPts val="625"/>
              </a:spcBef>
            </a:pPr>
            <a:r>
              <a:rPr sz="1200" b="1" dirty="0">
                <a:latin typeface="Times New Roman"/>
                <a:cs typeface="Times New Roman"/>
              </a:rPr>
              <a:t>Expected</a:t>
            </a:r>
            <a:r>
              <a:rPr sz="1200" b="1" spc="-25" dirty="0">
                <a:latin typeface="Times New Roman"/>
                <a:cs typeface="Times New Roman"/>
              </a:rPr>
              <a:t> </a:t>
            </a:r>
            <a:r>
              <a:rPr sz="1200" b="1" dirty="0">
                <a:latin typeface="Times New Roman"/>
                <a:cs typeface="Times New Roman"/>
              </a:rPr>
              <a:t>Result</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should</a:t>
            </a:r>
            <a:r>
              <a:rPr sz="1200" spc="-20" dirty="0">
                <a:latin typeface="Times New Roman"/>
                <a:cs typeface="Times New Roman"/>
              </a:rPr>
              <a:t> </a:t>
            </a:r>
            <a:r>
              <a:rPr sz="1200" dirty="0">
                <a:latin typeface="Times New Roman"/>
                <a:cs typeface="Times New Roman"/>
              </a:rPr>
              <a:t>respond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gestures</a:t>
            </a:r>
            <a:r>
              <a:rPr sz="1200" spc="-2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high</a:t>
            </a:r>
            <a:r>
              <a:rPr sz="1200" spc="-25" dirty="0">
                <a:latin typeface="Times New Roman"/>
                <a:cs typeface="Times New Roman"/>
              </a:rPr>
              <a:t> </a:t>
            </a:r>
            <a:r>
              <a:rPr sz="1200" dirty="0">
                <a:latin typeface="Times New Roman"/>
                <a:cs typeface="Times New Roman"/>
              </a:rPr>
              <a:t>accuracy</a:t>
            </a:r>
            <a:r>
              <a:rPr sz="1200" spc="-20" dirty="0">
                <a:latin typeface="Times New Roman"/>
                <a:cs typeface="Times New Roman"/>
              </a:rPr>
              <a:t> </a:t>
            </a:r>
            <a:r>
              <a:rPr sz="1200" dirty="0">
                <a:latin typeface="Times New Roman"/>
                <a:cs typeface="Times New Roman"/>
              </a:rPr>
              <a:t>(at</a:t>
            </a:r>
            <a:r>
              <a:rPr sz="1200" spc="-25" dirty="0">
                <a:latin typeface="Times New Roman"/>
                <a:cs typeface="Times New Roman"/>
              </a:rPr>
              <a:t> </a:t>
            </a:r>
            <a:r>
              <a:rPr sz="1200" dirty="0">
                <a:latin typeface="Times New Roman"/>
                <a:cs typeface="Times New Roman"/>
              </a:rPr>
              <a:t>least</a:t>
            </a:r>
            <a:r>
              <a:rPr sz="1200" spc="-25" dirty="0">
                <a:latin typeface="Times New Roman"/>
                <a:cs typeface="Times New Roman"/>
              </a:rPr>
              <a:t> </a:t>
            </a:r>
            <a:r>
              <a:rPr sz="1200" spc="-10" dirty="0">
                <a:latin typeface="Times New Roman"/>
                <a:cs typeface="Times New Roman"/>
              </a:rPr>
              <a:t>95%).</a:t>
            </a:r>
            <a:endParaRPr lang="en-US" sz="1200" spc="-10" dirty="0">
              <a:latin typeface="Times New Roman"/>
              <a:cs typeface="Times New Roman"/>
            </a:endParaRPr>
          </a:p>
          <a:p>
            <a:pPr marL="20320">
              <a:lnSpc>
                <a:spcPct val="100000"/>
              </a:lnSpc>
              <a:spcBef>
                <a:spcPts val="625"/>
              </a:spcBef>
            </a:pPr>
            <a:endParaRPr sz="1200" dirty="0">
              <a:latin typeface="Times New Roman"/>
              <a:cs typeface="Times New Roman"/>
            </a:endParaRPr>
          </a:p>
          <a:p>
            <a:pPr marL="20320">
              <a:lnSpc>
                <a:spcPct val="100000"/>
              </a:lnSpc>
            </a:pPr>
            <a:endParaRPr lang="en-US" sz="1200" spc="-50" dirty="0">
              <a:latin typeface="Times New Roman"/>
              <a:cs typeface="Times New Roman"/>
            </a:endParaRPr>
          </a:p>
          <a:p>
            <a:pPr marL="20320">
              <a:lnSpc>
                <a:spcPct val="100000"/>
              </a:lnSpc>
            </a:pPr>
            <a:endParaRPr lang="en-US" sz="1200" spc="-50" dirty="0">
              <a:latin typeface="Times New Roman"/>
              <a:cs typeface="Times New Roman"/>
            </a:endParaRPr>
          </a:p>
          <a:p>
            <a:pPr marL="20320">
              <a:lnSpc>
                <a:spcPct val="100000"/>
              </a:lnSpc>
            </a:pPr>
            <a:endParaRPr sz="1200" dirty="0">
              <a:latin typeface="Times New Roman"/>
              <a:cs typeface="Times New Roman"/>
            </a:endParaRPr>
          </a:p>
        </p:txBody>
      </p:sp>
      <p:graphicFrame>
        <p:nvGraphicFramePr>
          <p:cNvPr id="10" name="object 10"/>
          <p:cNvGraphicFramePr>
            <a:graphicFrameLocks noGrp="1"/>
          </p:cNvGraphicFramePr>
          <p:nvPr>
            <p:extLst>
              <p:ext uri="{D42A27DB-BD31-4B8C-83A1-F6EECF244321}">
                <p14:modId xmlns:p14="http://schemas.microsoft.com/office/powerpoint/2010/main" val="2441944259"/>
              </p:ext>
            </p:extLst>
          </p:nvPr>
        </p:nvGraphicFramePr>
        <p:xfrm>
          <a:off x="981711" y="1835529"/>
          <a:ext cx="5920739" cy="2406033"/>
        </p:xfrm>
        <a:graphic>
          <a:graphicData uri="http://schemas.openxmlformats.org/drawingml/2006/table">
            <a:tbl>
              <a:tblPr firstRow="1" bandRow="1">
                <a:tableStyleId>{2D5ABB26-0587-4C30-8999-92F81FD0307C}</a:tableStyleId>
              </a:tblPr>
              <a:tblGrid>
                <a:gridCol w="1666239">
                  <a:extLst>
                    <a:ext uri="{9D8B030D-6E8A-4147-A177-3AD203B41FA5}">
                      <a16:colId xmlns:a16="http://schemas.microsoft.com/office/drawing/2014/main" val="20000"/>
                    </a:ext>
                  </a:extLst>
                </a:gridCol>
                <a:gridCol w="4254500">
                  <a:extLst>
                    <a:ext uri="{9D8B030D-6E8A-4147-A177-3AD203B41FA5}">
                      <a16:colId xmlns:a16="http://schemas.microsoft.com/office/drawing/2014/main" val="20001"/>
                    </a:ext>
                  </a:extLst>
                </a:gridCol>
              </a:tblGrid>
              <a:tr h="179088">
                <a:tc>
                  <a:txBody>
                    <a:bodyPr/>
                    <a:lstStyle/>
                    <a:p>
                      <a:pPr marL="67945">
                        <a:lnSpc>
                          <a:spcPts val="1390"/>
                        </a:lnSpc>
                      </a:pPr>
                      <a:r>
                        <a:rPr sz="1200" spc="-10" dirty="0">
                          <a:solidFill>
                            <a:srgbClr val="2D74B5"/>
                          </a:solidFill>
                          <a:latin typeface="Times New Roman"/>
                          <a:cs typeface="Times New Roman"/>
                        </a:rPr>
                        <a:t>Test</a:t>
                      </a:r>
                      <a:r>
                        <a:rPr sz="1200" spc="-65" dirty="0">
                          <a:solidFill>
                            <a:srgbClr val="2D74B5"/>
                          </a:solidFill>
                          <a:latin typeface="Times New Roman"/>
                          <a:cs typeface="Times New Roman"/>
                        </a:rPr>
                        <a:t> </a:t>
                      </a:r>
                      <a:r>
                        <a:rPr sz="1200" spc="-20" dirty="0">
                          <a:solidFill>
                            <a:srgbClr val="2D74B5"/>
                          </a:solidFill>
                          <a:latin typeface="Times New Roman"/>
                          <a:cs typeface="Times New Roman"/>
                        </a:rPr>
                        <a:t>case</a:t>
                      </a:r>
                      <a:endParaRPr sz="1200">
                        <a:latin typeface="Times New Roman"/>
                        <a:cs typeface="Times New Roman"/>
                      </a:endParaRPr>
                    </a:p>
                  </a:txBody>
                  <a:tcPr marL="0" marR="0" marT="0" marB="0">
                    <a:lnL w="6350">
                      <a:solidFill>
                        <a:srgbClr val="9CC2E4"/>
                      </a:solidFill>
                      <a:prstDash val="solid"/>
                    </a:lnL>
                    <a:lnR w="6350">
                      <a:solidFill>
                        <a:srgbClr val="9CC2E4"/>
                      </a:solidFill>
                      <a:prstDash val="solid"/>
                    </a:lnR>
                    <a:lnT w="6350">
                      <a:solidFill>
                        <a:srgbClr val="9CC2E4"/>
                      </a:solidFill>
                      <a:prstDash val="solid"/>
                    </a:lnT>
                    <a:lnB w="19050">
                      <a:solidFill>
                        <a:srgbClr val="9CC2E4"/>
                      </a:solidFill>
                      <a:prstDash val="solid"/>
                    </a:lnB>
                  </a:tcPr>
                </a:tc>
                <a:tc>
                  <a:txBody>
                    <a:bodyPr/>
                    <a:lstStyle/>
                    <a:p>
                      <a:pPr marL="69850">
                        <a:lnSpc>
                          <a:spcPts val="1390"/>
                        </a:lnSpc>
                      </a:pPr>
                      <a:r>
                        <a:rPr sz="1200" b="1" spc="-10" dirty="0">
                          <a:solidFill>
                            <a:srgbClr val="2D74B5"/>
                          </a:solidFill>
                          <a:latin typeface="Times New Roman"/>
                          <a:cs typeface="Times New Roman"/>
                        </a:rPr>
                        <a:t>TC-</a:t>
                      </a:r>
                      <a:r>
                        <a:rPr sz="1200" b="1" spc="-50" dirty="0">
                          <a:solidFill>
                            <a:srgbClr val="2D74B5"/>
                          </a:solidFill>
                          <a:latin typeface="Times New Roman"/>
                          <a:cs typeface="Times New Roman"/>
                        </a:rPr>
                        <a:t>1</a:t>
                      </a:r>
                      <a:endParaRPr sz="1200">
                        <a:latin typeface="Times New Roman"/>
                        <a:cs typeface="Times New Roman"/>
                      </a:endParaRPr>
                    </a:p>
                  </a:txBody>
                  <a:tcPr marL="0" marR="0" marT="0" marB="0">
                    <a:lnL w="6350">
                      <a:solidFill>
                        <a:srgbClr val="9CC2E4"/>
                      </a:solidFill>
                      <a:prstDash val="solid"/>
                    </a:lnL>
                    <a:lnR w="6350">
                      <a:solidFill>
                        <a:srgbClr val="9CC2E4"/>
                      </a:solidFill>
                      <a:prstDash val="solid"/>
                    </a:lnR>
                    <a:lnT w="6350">
                      <a:solidFill>
                        <a:srgbClr val="9CC2E4"/>
                      </a:solidFill>
                      <a:prstDash val="solid"/>
                    </a:lnT>
                    <a:lnB w="19050">
                      <a:solidFill>
                        <a:srgbClr val="9CC2E4"/>
                      </a:solidFill>
                      <a:prstDash val="solid"/>
                    </a:lnB>
                  </a:tcPr>
                </a:tc>
                <a:extLst>
                  <a:ext uri="{0D108BD9-81ED-4DB2-BD59-A6C34878D82A}">
                    <a16:rowId xmlns:a16="http://schemas.microsoft.com/office/drawing/2014/main" val="10000"/>
                  </a:ext>
                </a:extLst>
              </a:tr>
              <a:tr h="299720">
                <a:tc>
                  <a:txBody>
                    <a:bodyPr/>
                    <a:lstStyle/>
                    <a:p>
                      <a:pPr marL="67945">
                        <a:lnSpc>
                          <a:spcPct val="100000"/>
                        </a:lnSpc>
                      </a:pPr>
                      <a:r>
                        <a:rPr sz="1200" spc="-25" dirty="0">
                          <a:solidFill>
                            <a:srgbClr val="2D74B5"/>
                          </a:solidFill>
                          <a:latin typeface="Times New Roman"/>
                          <a:cs typeface="Times New Roman"/>
                        </a:rPr>
                        <a:t>Test</a:t>
                      </a:r>
                      <a:r>
                        <a:rPr sz="1200" spc="-45" dirty="0">
                          <a:solidFill>
                            <a:srgbClr val="2D74B5"/>
                          </a:solidFill>
                          <a:latin typeface="Times New Roman"/>
                          <a:cs typeface="Times New Roman"/>
                        </a:rPr>
                        <a:t> </a:t>
                      </a:r>
                      <a:r>
                        <a:rPr sz="1200" dirty="0">
                          <a:solidFill>
                            <a:srgbClr val="2D74B5"/>
                          </a:solidFill>
                          <a:latin typeface="Times New Roman"/>
                          <a:cs typeface="Times New Roman"/>
                        </a:rPr>
                        <a:t>case</a:t>
                      </a:r>
                      <a:r>
                        <a:rPr sz="1200" spc="-55" dirty="0">
                          <a:solidFill>
                            <a:srgbClr val="2D74B5"/>
                          </a:solidFill>
                          <a:latin typeface="Times New Roman"/>
                          <a:cs typeface="Times New Roman"/>
                        </a:rPr>
                        <a:t> </a:t>
                      </a:r>
                      <a:r>
                        <a:rPr sz="1200" spc="-10" dirty="0">
                          <a:solidFill>
                            <a:srgbClr val="2D74B5"/>
                          </a:solidFill>
                          <a:latin typeface="Times New Roman"/>
                          <a:cs typeface="Times New Roman"/>
                        </a:rPr>
                        <a:t>description</a:t>
                      </a:r>
                      <a:endParaRPr sz="1200">
                        <a:latin typeface="Times New Roman"/>
                        <a:cs typeface="Times New Roman"/>
                      </a:endParaRPr>
                    </a:p>
                  </a:txBody>
                  <a:tcPr marL="0" marR="0" marT="0" marB="0">
                    <a:lnL w="6350">
                      <a:solidFill>
                        <a:srgbClr val="9CC2E4"/>
                      </a:solidFill>
                      <a:prstDash val="solid"/>
                    </a:lnL>
                    <a:lnR w="6350">
                      <a:solidFill>
                        <a:srgbClr val="9CC2E4"/>
                      </a:solidFill>
                      <a:prstDash val="solid"/>
                    </a:lnR>
                    <a:lnT w="19050">
                      <a:solidFill>
                        <a:srgbClr val="9CC2E4"/>
                      </a:solidFill>
                      <a:prstDash val="solid"/>
                    </a:lnT>
                    <a:lnB w="6350">
                      <a:solidFill>
                        <a:srgbClr val="9CC2E4"/>
                      </a:solidFill>
                      <a:prstDash val="solid"/>
                    </a:lnB>
                    <a:solidFill>
                      <a:srgbClr val="DEEAF6"/>
                    </a:solidFill>
                  </a:tcPr>
                </a:tc>
                <a:tc>
                  <a:txBody>
                    <a:bodyPr/>
                    <a:lstStyle/>
                    <a:p>
                      <a:pPr marL="69850">
                        <a:lnSpc>
                          <a:spcPct val="100000"/>
                        </a:lnSpc>
                      </a:pPr>
                      <a:r>
                        <a:rPr sz="1200" dirty="0">
                          <a:solidFill>
                            <a:srgbClr val="2D74B5"/>
                          </a:solidFill>
                          <a:latin typeface="Times New Roman"/>
                          <a:cs typeface="Times New Roman"/>
                        </a:rPr>
                        <a:t>Hand</a:t>
                      </a:r>
                      <a:r>
                        <a:rPr sz="1200" spc="-30" dirty="0">
                          <a:solidFill>
                            <a:srgbClr val="2D74B5"/>
                          </a:solidFill>
                          <a:latin typeface="Times New Roman"/>
                          <a:cs typeface="Times New Roman"/>
                        </a:rPr>
                        <a:t> </a:t>
                      </a:r>
                      <a:r>
                        <a:rPr sz="1200" dirty="0">
                          <a:solidFill>
                            <a:srgbClr val="2D74B5"/>
                          </a:solidFill>
                          <a:latin typeface="Times New Roman"/>
                          <a:cs typeface="Times New Roman"/>
                        </a:rPr>
                        <a:t>Detection</a:t>
                      </a:r>
                      <a:r>
                        <a:rPr sz="1200" spc="-15" dirty="0">
                          <a:solidFill>
                            <a:srgbClr val="2D74B5"/>
                          </a:solidFill>
                          <a:latin typeface="Times New Roman"/>
                          <a:cs typeface="Times New Roman"/>
                        </a:rPr>
                        <a:t> </a:t>
                      </a:r>
                      <a:r>
                        <a:rPr sz="1200" dirty="0">
                          <a:solidFill>
                            <a:srgbClr val="2D74B5"/>
                          </a:solidFill>
                          <a:latin typeface="Times New Roman"/>
                          <a:cs typeface="Times New Roman"/>
                        </a:rPr>
                        <a:t>and</a:t>
                      </a:r>
                      <a:r>
                        <a:rPr sz="1200" spc="-40" dirty="0">
                          <a:solidFill>
                            <a:srgbClr val="2D74B5"/>
                          </a:solidFill>
                          <a:latin typeface="Times New Roman"/>
                          <a:cs typeface="Times New Roman"/>
                        </a:rPr>
                        <a:t> </a:t>
                      </a:r>
                      <a:r>
                        <a:rPr lang="en-US" sz="1200" spc="-35" dirty="0">
                          <a:solidFill>
                            <a:srgbClr val="2D74B5"/>
                          </a:solidFill>
                          <a:latin typeface="Times New Roman"/>
                          <a:cs typeface="Times New Roman"/>
                        </a:rPr>
                        <a:t>Cursor control</a:t>
                      </a:r>
                      <a:endParaRPr sz="1200" dirty="0">
                        <a:latin typeface="Times New Roman"/>
                        <a:cs typeface="Times New Roman"/>
                      </a:endParaRPr>
                    </a:p>
                  </a:txBody>
                  <a:tcPr marL="0" marR="0" marT="0" marB="0">
                    <a:lnL w="6350">
                      <a:solidFill>
                        <a:srgbClr val="9CC2E4"/>
                      </a:solidFill>
                      <a:prstDash val="solid"/>
                    </a:lnL>
                    <a:lnR w="6350">
                      <a:solidFill>
                        <a:srgbClr val="9CC2E4"/>
                      </a:solidFill>
                      <a:prstDash val="solid"/>
                    </a:lnR>
                    <a:lnT w="19050">
                      <a:solidFill>
                        <a:srgbClr val="9CC2E4"/>
                      </a:solidFill>
                      <a:prstDash val="solid"/>
                    </a:lnT>
                    <a:lnB w="6350">
                      <a:solidFill>
                        <a:srgbClr val="9CC2E4"/>
                      </a:solidFill>
                      <a:prstDash val="solid"/>
                    </a:lnB>
                    <a:solidFill>
                      <a:srgbClr val="DEEAF6"/>
                    </a:solidFill>
                  </a:tcPr>
                </a:tc>
                <a:extLst>
                  <a:ext uri="{0D108BD9-81ED-4DB2-BD59-A6C34878D82A}">
                    <a16:rowId xmlns:a16="http://schemas.microsoft.com/office/drawing/2014/main" val="10001"/>
                  </a:ext>
                </a:extLst>
              </a:tr>
              <a:tr h="569595">
                <a:tc>
                  <a:txBody>
                    <a:bodyPr/>
                    <a:lstStyle/>
                    <a:p>
                      <a:pPr marL="67945">
                        <a:lnSpc>
                          <a:spcPts val="1380"/>
                        </a:lnSpc>
                      </a:pPr>
                      <a:r>
                        <a:rPr sz="1200" spc="-10" dirty="0">
                          <a:solidFill>
                            <a:srgbClr val="2D74B5"/>
                          </a:solidFill>
                          <a:latin typeface="Times New Roman"/>
                          <a:cs typeface="Times New Roman"/>
                        </a:rPr>
                        <a:t>Input</a:t>
                      </a:r>
                      <a:endParaRPr sz="1200">
                        <a:latin typeface="Times New Roman"/>
                        <a:cs typeface="Times New Roman"/>
                      </a:endParaRPr>
                    </a:p>
                  </a:txBody>
                  <a:tcPr marL="0" marR="0" marT="0" marB="0">
                    <a:lnL w="6350">
                      <a:solidFill>
                        <a:srgbClr val="9CC2E4"/>
                      </a:solidFill>
                      <a:prstDash val="solid"/>
                    </a:lnL>
                    <a:lnR w="6350">
                      <a:solidFill>
                        <a:srgbClr val="9CC2E4"/>
                      </a:solidFill>
                      <a:prstDash val="solid"/>
                    </a:lnR>
                    <a:lnT w="6350">
                      <a:solidFill>
                        <a:srgbClr val="9CC2E4"/>
                      </a:solidFill>
                      <a:prstDash val="solid"/>
                    </a:lnT>
                    <a:lnB w="6350">
                      <a:solidFill>
                        <a:srgbClr val="9CC2E4"/>
                      </a:solidFill>
                      <a:prstDash val="solid"/>
                    </a:lnB>
                  </a:tcPr>
                </a:tc>
                <a:tc>
                  <a:txBody>
                    <a:bodyPr/>
                    <a:lstStyle/>
                    <a:p>
                      <a:pPr marL="69850">
                        <a:lnSpc>
                          <a:spcPts val="1380"/>
                        </a:lnSpc>
                      </a:pPr>
                      <a:r>
                        <a:rPr sz="1200" dirty="0">
                          <a:solidFill>
                            <a:srgbClr val="2D74B5"/>
                          </a:solidFill>
                          <a:latin typeface="Times New Roman"/>
                          <a:cs typeface="Times New Roman"/>
                        </a:rPr>
                        <a:t>A</a:t>
                      </a:r>
                      <a:r>
                        <a:rPr sz="1200" spc="105" dirty="0">
                          <a:solidFill>
                            <a:srgbClr val="2D74B5"/>
                          </a:solidFill>
                          <a:latin typeface="Times New Roman"/>
                          <a:cs typeface="Times New Roman"/>
                        </a:rPr>
                        <a:t> </a:t>
                      </a:r>
                      <a:r>
                        <a:rPr sz="1200" dirty="0">
                          <a:solidFill>
                            <a:srgbClr val="2D74B5"/>
                          </a:solidFill>
                          <a:latin typeface="Times New Roman"/>
                          <a:cs typeface="Times New Roman"/>
                        </a:rPr>
                        <a:t>video</a:t>
                      </a:r>
                      <a:r>
                        <a:rPr sz="1200" spc="160" dirty="0">
                          <a:solidFill>
                            <a:srgbClr val="2D74B5"/>
                          </a:solidFill>
                          <a:latin typeface="Times New Roman"/>
                          <a:cs typeface="Times New Roman"/>
                        </a:rPr>
                        <a:t> </a:t>
                      </a:r>
                      <a:r>
                        <a:rPr sz="1200" dirty="0">
                          <a:solidFill>
                            <a:srgbClr val="2D74B5"/>
                          </a:solidFill>
                          <a:latin typeface="Times New Roman"/>
                          <a:cs typeface="Times New Roman"/>
                        </a:rPr>
                        <a:t>feed</a:t>
                      </a:r>
                      <a:r>
                        <a:rPr sz="1200" spc="170" dirty="0">
                          <a:solidFill>
                            <a:srgbClr val="2D74B5"/>
                          </a:solidFill>
                          <a:latin typeface="Times New Roman"/>
                          <a:cs typeface="Times New Roman"/>
                        </a:rPr>
                        <a:t> </a:t>
                      </a:r>
                      <a:r>
                        <a:rPr sz="1200" dirty="0">
                          <a:solidFill>
                            <a:srgbClr val="2D74B5"/>
                          </a:solidFill>
                          <a:latin typeface="Times New Roman"/>
                          <a:cs typeface="Times New Roman"/>
                        </a:rPr>
                        <a:t>with</a:t>
                      </a:r>
                      <a:r>
                        <a:rPr sz="1200" spc="165" dirty="0">
                          <a:solidFill>
                            <a:srgbClr val="2D74B5"/>
                          </a:solidFill>
                          <a:latin typeface="Times New Roman"/>
                          <a:cs typeface="Times New Roman"/>
                        </a:rPr>
                        <a:t> </a:t>
                      </a:r>
                      <a:r>
                        <a:rPr sz="1200" dirty="0">
                          <a:solidFill>
                            <a:srgbClr val="2D74B5"/>
                          </a:solidFill>
                          <a:latin typeface="Times New Roman"/>
                          <a:cs typeface="Times New Roman"/>
                        </a:rPr>
                        <a:t>a</a:t>
                      </a:r>
                      <a:r>
                        <a:rPr sz="1200" spc="175" dirty="0">
                          <a:solidFill>
                            <a:srgbClr val="2D74B5"/>
                          </a:solidFill>
                          <a:latin typeface="Times New Roman"/>
                          <a:cs typeface="Times New Roman"/>
                        </a:rPr>
                        <a:t> </a:t>
                      </a:r>
                      <a:r>
                        <a:rPr sz="1200" dirty="0">
                          <a:solidFill>
                            <a:srgbClr val="2D74B5"/>
                          </a:solidFill>
                          <a:latin typeface="Times New Roman"/>
                          <a:cs typeface="Times New Roman"/>
                        </a:rPr>
                        <a:t>hand</a:t>
                      </a:r>
                      <a:r>
                        <a:rPr sz="1200" spc="165" dirty="0">
                          <a:solidFill>
                            <a:srgbClr val="2D74B5"/>
                          </a:solidFill>
                          <a:latin typeface="Times New Roman"/>
                          <a:cs typeface="Times New Roman"/>
                        </a:rPr>
                        <a:t> </a:t>
                      </a:r>
                      <a:r>
                        <a:rPr sz="1200" dirty="0">
                          <a:solidFill>
                            <a:srgbClr val="2D74B5"/>
                          </a:solidFill>
                          <a:latin typeface="Times New Roman"/>
                          <a:cs typeface="Times New Roman"/>
                        </a:rPr>
                        <a:t>performing</a:t>
                      </a:r>
                      <a:r>
                        <a:rPr sz="1200" spc="170" dirty="0">
                          <a:solidFill>
                            <a:srgbClr val="2D74B5"/>
                          </a:solidFill>
                          <a:latin typeface="Times New Roman"/>
                          <a:cs typeface="Times New Roman"/>
                        </a:rPr>
                        <a:t> </a:t>
                      </a:r>
                      <a:r>
                        <a:rPr sz="1200" dirty="0">
                          <a:solidFill>
                            <a:srgbClr val="2D74B5"/>
                          </a:solidFill>
                          <a:latin typeface="Times New Roman"/>
                          <a:cs typeface="Times New Roman"/>
                        </a:rPr>
                        <a:t>various</a:t>
                      </a:r>
                      <a:r>
                        <a:rPr sz="1200" spc="165" dirty="0">
                          <a:solidFill>
                            <a:srgbClr val="2D74B5"/>
                          </a:solidFill>
                          <a:latin typeface="Times New Roman"/>
                          <a:cs typeface="Times New Roman"/>
                        </a:rPr>
                        <a:t> </a:t>
                      </a:r>
                      <a:r>
                        <a:rPr sz="1200" dirty="0">
                          <a:solidFill>
                            <a:srgbClr val="2D74B5"/>
                          </a:solidFill>
                          <a:latin typeface="Times New Roman"/>
                          <a:cs typeface="Times New Roman"/>
                        </a:rPr>
                        <a:t>gestures</a:t>
                      </a:r>
                      <a:r>
                        <a:rPr sz="1200" spc="170" dirty="0">
                          <a:solidFill>
                            <a:srgbClr val="2D74B5"/>
                          </a:solidFill>
                          <a:latin typeface="Times New Roman"/>
                          <a:cs typeface="Times New Roman"/>
                        </a:rPr>
                        <a:t> </a:t>
                      </a:r>
                      <a:r>
                        <a:rPr sz="1200" spc="-10" dirty="0">
                          <a:solidFill>
                            <a:srgbClr val="2D74B5"/>
                          </a:solidFill>
                          <a:latin typeface="Times New Roman"/>
                          <a:cs typeface="Times New Roman"/>
                        </a:rPr>
                        <a:t>(e.g.,</a:t>
                      </a:r>
                      <a:endParaRPr sz="1200" dirty="0">
                        <a:latin typeface="Times New Roman"/>
                        <a:cs typeface="Times New Roman"/>
                      </a:endParaRPr>
                    </a:p>
                    <a:p>
                      <a:pPr marL="69850">
                        <a:lnSpc>
                          <a:spcPct val="100000"/>
                        </a:lnSpc>
                        <a:spcBef>
                          <a:spcPts val="635"/>
                        </a:spcBef>
                      </a:pPr>
                      <a:r>
                        <a:rPr sz="1200" dirty="0">
                          <a:solidFill>
                            <a:srgbClr val="2D74B5"/>
                          </a:solidFill>
                          <a:latin typeface="Times New Roman"/>
                          <a:cs typeface="Times New Roman"/>
                        </a:rPr>
                        <a:t>up/down,</a:t>
                      </a:r>
                      <a:r>
                        <a:rPr sz="1200" spc="-35" dirty="0">
                          <a:solidFill>
                            <a:srgbClr val="2D74B5"/>
                          </a:solidFill>
                          <a:latin typeface="Times New Roman"/>
                          <a:cs typeface="Times New Roman"/>
                        </a:rPr>
                        <a:t> </a:t>
                      </a:r>
                      <a:r>
                        <a:rPr sz="1200" dirty="0">
                          <a:solidFill>
                            <a:srgbClr val="2D74B5"/>
                          </a:solidFill>
                          <a:latin typeface="Times New Roman"/>
                          <a:cs typeface="Times New Roman"/>
                        </a:rPr>
                        <a:t>left/right,</a:t>
                      </a:r>
                      <a:r>
                        <a:rPr sz="1200" spc="-30" dirty="0">
                          <a:solidFill>
                            <a:srgbClr val="2D74B5"/>
                          </a:solidFill>
                          <a:latin typeface="Times New Roman"/>
                          <a:cs typeface="Times New Roman"/>
                        </a:rPr>
                        <a:t> </a:t>
                      </a:r>
                      <a:r>
                        <a:rPr sz="1200" spc="-10" dirty="0">
                          <a:solidFill>
                            <a:srgbClr val="2D74B5"/>
                          </a:solidFill>
                          <a:latin typeface="Times New Roman"/>
                          <a:cs typeface="Times New Roman"/>
                        </a:rPr>
                        <a:t>circular).</a:t>
                      </a:r>
                      <a:endParaRPr sz="1200" dirty="0">
                        <a:latin typeface="Times New Roman"/>
                        <a:cs typeface="Times New Roman"/>
                      </a:endParaRPr>
                    </a:p>
                  </a:txBody>
                  <a:tcPr marL="0" marR="0" marT="0" marB="0">
                    <a:lnL w="6350">
                      <a:solidFill>
                        <a:srgbClr val="9CC2E4"/>
                      </a:solidFill>
                      <a:prstDash val="solid"/>
                    </a:lnL>
                    <a:lnR w="6350">
                      <a:solidFill>
                        <a:srgbClr val="9CC2E4"/>
                      </a:solidFill>
                      <a:prstDash val="solid"/>
                    </a:lnR>
                    <a:lnT w="6350">
                      <a:solidFill>
                        <a:srgbClr val="9CC2E4"/>
                      </a:solidFill>
                      <a:prstDash val="solid"/>
                    </a:lnT>
                    <a:lnB w="6350">
                      <a:solidFill>
                        <a:srgbClr val="9CC2E4"/>
                      </a:solidFill>
                      <a:prstDash val="solid"/>
                    </a:lnB>
                  </a:tcPr>
                </a:tc>
                <a:extLst>
                  <a:ext uri="{0D108BD9-81ED-4DB2-BD59-A6C34878D82A}">
                    <a16:rowId xmlns:a16="http://schemas.microsoft.com/office/drawing/2014/main" val="10002"/>
                  </a:ext>
                </a:extLst>
              </a:tr>
              <a:tr h="533400">
                <a:tc>
                  <a:txBody>
                    <a:bodyPr/>
                    <a:lstStyle/>
                    <a:p>
                      <a:pPr marL="67945">
                        <a:lnSpc>
                          <a:spcPts val="1390"/>
                        </a:lnSpc>
                      </a:pPr>
                      <a:r>
                        <a:rPr sz="1200" dirty="0">
                          <a:solidFill>
                            <a:srgbClr val="2D74B5"/>
                          </a:solidFill>
                          <a:latin typeface="Times New Roman"/>
                          <a:cs typeface="Times New Roman"/>
                        </a:rPr>
                        <a:t>Expected</a:t>
                      </a:r>
                      <a:r>
                        <a:rPr sz="1200" spc="-60" dirty="0">
                          <a:solidFill>
                            <a:srgbClr val="2D74B5"/>
                          </a:solidFill>
                          <a:latin typeface="Times New Roman"/>
                          <a:cs typeface="Times New Roman"/>
                        </a:rPr>
                        <a:t> </a:t>
                      </a:r>
                      <a:r>
                        <a:rPr sz="1200" spc="-10" dirty="0">
                          <a:solidFill>
                            <a:srgbClr val="2D74B5"/>
                          </a:solidFill>
                          <a:latin typeface="Times New Roman"/>
                          <a:cs typeface="Times New Roman"/>
                        </a:rPr>
                        <a:t>output</a:t>
                      </a:r>
                      <a:endParaRPr sz="1200" dirty="0">
                        <a:latin typeface="Times New Roman"/>
                        <a:cs typeface="Times New Roman"/>
                      </a:endParaRPr>
                    </a:p>
                  </a:txBody>
                  <a:tcPr marL="0" marR="0" marT="0" marB="0">
                    <a:lnL w="6350">
                      <a:solidFill>
                        <a:srgbClr val="9CC2E4"/>
                      </a:solidFill>
                      <a:prstDash val="solid"/>
                    </a:lnL>
                    <a:lnR w="6350">
                      <a:solidFill>
                        <a:srgbClr val="9CC2E4"/>
                      </a:solidFill>
                      <a:prstDash val="solid"/>
                    </a:lnR>
                    <a:lnT w="6350">
                      <a:solidFill>
                        <a:srgbClr val="9CC2E4"/>
                      </a:solidFill>
                      <a:prstDash val="solid"/>
                    </a:lnT>
                    <a:lnB w="6350">
                      <a:solidFill>
                        <a:srgbClr val="9CC2E4"/>
                      </a:solidFill>
                      <a:prstDash val="solid"/>
                    </a:lnB>
                    <a:solidFill>
                      <a:srgbClr val="DEEAF6"/>
                    </a:solidFill>
                  </a:tcPr>
                </a:tc>
                <a:tc>
                  <a:txBody>
                    <a:bodyPr/>
                    <a:lstStyle/>
                    <a:p>
                      <a:pPr marL="69850">
                        <a:lnSpc>
                          <a:spcPts val="1390"/>
                        </a:lnSpc>
                      </a:pPr>
                      <a:r>
                        <a:rPr lang="en-US" sz="1200" dirty="0">
                          <a:solidFill>
                            <a:srgbClr val="2D74B5"/>
                          </a:solidFill>
                          <a:latin typeface="Times New Roman"/>
                          <a:cs typeface="Times New Roman"/>
                        </a:rPr>
                        <a:t>Cursor can access and click any folder.</a:t>
                      </a:r>
                      <a:endParaRPr sz="1200" dirty="0">
                        <a:latin typeface="Times New Roman"/>
                        <a:cs typeface="Times New Roman"/>
                      </a:endParaRPr>
                    </a:p>
                  </a:txBody>
                  <a:tcPr marL="0" marR="0" marT="0" marB="0">
                    <a:lnL w="6350">
                      <a:solidFill>
                        <a:srgbClr val="9CC2E4"/>
                      </a:solidFill>
                      <a:prstDash val="solid"/>
                    </a:lnL>
                    <a:lnR w="6350">
                      <a:solidFill>
                        <a:srgbClr val="9CC2E4"/>
                      </a:solidFill>
                      <a:prstDash val="solid"/>
                    </a:lnR>
                    <a:lnT w="6350">
                      <a:solidFill>
                        <a:srgbClr val="9CC2E4"/>
                      </a:solidFill>
                      <a:prstDash val="solid"/>
                    </a:lnT>
                    <a:lnB w="6350">
                      <a:solidFill>
                        <a:srgbClr val="9CC2E4"/>
                      </a:solidFill>
                      <a:prstDash val="solid"/>
                    </a:lnB>
                    <a:solidFill>
                      <a:srgbClr val="DEEAF6"/>
                    </a:solidFill>
                  </a:tcPr>
                </a:tc>
                <a:extLst>
                  <a:ext uri="{0D108BD9-81ED-4DB2-BD59-A6C34878D82A}">
                    <a16:rowId xmlns:a16="http://schemas.microsoft.com/office/drawing/2014/main" val="10003"/>
                  </a:ext>
                </a:extLst>
              </a:tr>
              <a:tr h="532130">
                <a:tc>
                  <a:txBody>
                    <a:bodyPr/>
                    <a:lstStyle/>
                    <a:p>
                      <a:pPr marL="67945">
                        <a:lnSpc>
                          <a:spcPts val="1380"/>
                        </a:lnSpc>
                      </a:pPr>
                      <a:r>
                        <a:rPr sz="1200" dirty="0">
                          <a:solidFill>
                            <a:srgbClr val="2D74B5"/>
                          </a:solidFill>
                          <a:latin typeface="Times New Roman"/>
                          <a:cs typeface="Times New Roman"/>
                        </a:rPr>
                        <a:t>Actual</a:t>
                      </a:r>
                      <a:r>
                        <a:rPr sz="1200" spc="-45" dirty="0">
                          <a:solidFill>
                            <a:srgbClr val="2D74B5"/>
                          </a:solidFill>
                          <a:latin typeface="Times New Roman"/>
                          <a:cs typeface="Times New Roman"/>
                        </a:rPr>
                        <a:t> </a:t>
                      </a:r>
                      <a:r>
                        <a:rPr sz="1200" spc="-10" dirty="0">
                          <a:solidFill>
                            <a:srgbClr val="2D74B5"/>
                          </a:solidFill>
                          <a:latin typeface="Times New Roman"/>
                          <a:cs typeface="Times New Roman"/>
                        </a:rPr>
                        <a:t>output</a:t>
                      </a:r>
                      <a:endParaRPr sz="1200">
                        <a:latin typeface="Times New Roman"/>
                        <a:cs typeface="Times New Roman"/>
                      </a:endParaRPr>
                    </a:p>
                  </a:txBody>
                  <a:tcPr marL="0" marR="0" marT="0" marB="0">
                    <a:lnL w="6350">
                      <a:solidFill>
                        <a:srgbClr val="9CC2E4"/>
                      </a:solidFill>
                      <a:prstDash val="solid"/>
                    </a:lnL>
                    <a:lnR w="6350">
                      <a:solidFill>
                        <a:srgbClr val="9CC2E4"/>
                      </a:solidFill>
                      <a:prstDash val="solid"/>
                    </a:lnR>
                    <a:lnT w="6350">
                      <a:solidFill>
                        <a:srgbClr val="9CC2E4"/>
                      </a:solidFill>
                      <a:prstDash val="solid"/>
                    </a:lnT>
                    <a:lnB w="6350">
                      <a:solidFill>
                        <a:srgbClr val="9CC2E4"/>
                      </a:solidFill>
                      <a:prstDash val="solid"/>
                    </a:lnB>
                  </a:tcPr>
                </a:tc>
                <a:tc>
                  <a:txBody>
                    <a:bodyPr/>
                    <a:lstStyle/>
                    <a:p>
                      <a:pPr marL="69850">
                        <a:lnSpc>
                          <a:spcPts val="1380"/>
                        </a:lnSpc>
                      </a:pPr>
                      <a:r>
                        <a:rPr sz="1200" dirty="0">
                          <a:solidFill>
                            <a:srgbClr val="2D74B5"/>
                          </a:solidFill>
                          <a:latin typeface="Times New Roman"/>
                          <a:cs typeface="Times New Roman"/>
                        </a:rPr>
                        <a:t>Record</a:t>
                      </a:r>
                      <a:r>
                        <a:rPr sz="1200" spc="245" dirty="0">
                          <a:solidFill>
                            <a:srgbClr val="2D74B5"/>
                          </a:solidFill>
                          <a:latin typeface="Times New Roman"/>
                          <a:cs typeface="Times New Roman"/>
                        </a:rPr>
                        <a:t> </a:t>
                      </a:r>
                      <a:r>
                        <a:rPr sz="1200" dirty="0">
                          <a:solidFill>
                            <a:srgbClr val="2D74B5"/>
                          </a:solidFill>
                          <a:latin typeface="Times New Roman"/>
                          <a:cs typeface="Times New Roman"/>
                        </a:rPr>
                        <a:t>the</a:t>
                      </a:r>
                      <a:r>
                        <a:rPr sz="1200" spc="254" dirty="0">
                          <a:solidFill>
                            <a:srgbClr val="2D74B5"/>
                          </a:solidFill>
                          <a:latin typeface="Times New Roman"/>
                          <a:cs typeface="Times New Roman"/>
                        </a:rPr>
                        <a:t> </a:t>
                      </a:r>
                      <a:r>
                        <a:rPr sz="1200" dirty="0">
                          <a:solidFill>
                            <a:srgbClr val="2D74B5"/>
                          </a:solidFill>
                          <a:latin typeface="Times New Roman"/>
                          <a:cs typeface="Times New Roman"/>
                        </a:rPr>
                        <a:t>actual</a:t>
                      </a:r>
                      <a:r>
                        <a:rPr lang="en-US" sz="1200" spc="245" dirty="0">
                          <a:solidFill>
                            <a:srgbClr val="2D74B5"/>
                          </a:solidFill>
                          <a:latin typeface="Times New Roman"/>
                          <a:cs typeface="Times New Roman"/>
                        </a:rPr>
                        <a:t> </a:t>
                      </a:r>
                      <a:r>
                        <a:rPr sz="1200" dirty="0">
                          <a:solidFill>
                            <a:srgbClr val="2D74B5"/>
                          </a:solidFill>
                          <a:latin typeface="Times New Roman"/>
                          <a:cs typeface="Times New Roman"/>
                        </a:rPr>
                        <a:t>changes</a:t>
                      </a:r>
                      <a:r>
                        <a:rPr sz="1200" spc="254" dirty="0">
                          <a:solidFill>
                            <a:srgbClr val="2D74B5"/>
                          </a:solidFill>
                          <a:latin typeface="Times New Roman"/>
                          <a:cs typeface="Times New Roman"/>
                        </a:rPr>
                        <a:t> </a:t>
                      </a:r>
                      <a:r>
                        <a:rPr sz="1200" dirty="0">
                          <a:solidFill>
                            <a:srgbClr val="2D74B5"/>
                          </a:solidFill>
                          <a:latin typeface="Times New Roman"/>
                          <a:cs typeface="Times New Roman"/>
                        </a:rPr>
                        <a:t>based</a:t>
                      </a:r>
                      <a:r>
                        <a:rPr sz="1200" spc="260" dirty="0">
                          <a:solidFill>
                            <a:srgbClr val="2D74B5"/>
                          </a:solidFill>
                          <a:latin typeface="Times New Roman"/>
                          <a:cs typeface="Times New Roman"/>
                        </a:rPr>
                        <a:t> </a:t>
                      </a:r>
                      <a:r>
                        <a:rPr sz="1200" dirty="0">
                          <a:solidFill>
                            <a:srgbClr val="2D74B5"/>
                          </a:solidFill>
                          <a:latin typeface="Times New Roman"/>
                          <a:cs typeface="Times New Roman"/>
                        </a:rPr>
                        <a:t>on</a:t>
                      </a:r>
                      <a:r>
                        <a:rPr sz="1200" spc="250" dirty="0">
                          <a:solidFill>
                            <a:srgbClr val="2D74B5"/>
                          </a:solidFill>
                          <a:latin typeface="Times New Roman"/>
                          <a:cs typeface="Times New Roman"/>
                        </a:rPr>
                        <a:t> </a:t>
                      </a:r>
                      <a:r>
                        <a:rPr sz="1200" dirty="0">
                          <a:solidFill>
                            <a:srgbClr val="2D74B5"/>
                          </a:solidFill>
                          <a:latin typeface="Times New Roman"/>
                          <a:cs typeface="Times New Roman"/>
                        </a:rPr>
                        <a:t>the</a:t>
                      </a:r>
                      <a:r>
                        <a:rPr sz="1200" spc="260" dirty="0">
                          <a:solidFill>
                            <a:srgbClr val="2D74B5"/>
                          </a:solidFill>
                          <a:latin typeface="Times New Roman"/>
                          <a:cs typeface="Times New Roman"/>
                        </a:rPr>
                        <a:t> </a:t>
                      </a:r>
                      <a:r>
                        <a:rPr sz="1200" spc="-10" dirty="0">
                          <a:solidFill>
                            <a:srgbClr val="2D74B5"/>
                          </a:solidFill>
                          <a:latin typeface="Times New Roman"/>
                          <a:cs typeface="Times New Roman"/>
                        </a:rPr>
                        <a:t>performed</a:t>
                      </a:r>
                      <a:endParaRPr sz="1200" dirty="0">
                        <a:latin typeface="Times New Roman"/>
                        <a:cs typeface="Times New Roman"/>
                      </a:endParaRPr>
                    </a:p>
                    <a:p>
                      <a:pPr marL="69850">
                        <a:lnSpc>
                          <a:spcPct val="100000"/>
                        </a:lnSpc>
                        <a:spcBef>
                          <a:spcPts val="625"/>
                        </a:spcBef>
                      </a:pPr>
                      <a:r>
                        <a:rPr sz="1200" spc="-10" dirty="0">
                          <a:solidFill>
                            <a:srgbClr val="2D74B5"/>
                          </a:solidFill>
                          <a:latin typeface="Times New Roman"/>
                          <a:cs typeface="Times New Roman"/>
                        </a:rPr>
                        <a:t>gestures.</a:t>
                      </a:r>
                      <a:endParaRPr sz="1200" dirty="0">
                        <a:latin typeface="Times New Roman"/>
                        <a:cs typeface="Times New Roman"/>
                      </a:endParaRPr>
                    </a:p>
                  </a:txBody>
                  <a:tcPr marL="0" marR="0" marT="0" marB="0">
                    <a:lnL w="6350">
                      <a:solidFill>
                        <a:srgbClr val="9CC2E4"/>
                      </a:solidFill>
                      <a:prstDash val="solid"/>
                    </a:lnL>
                    <a:lnR w="6350">
                      <a:solidFill>
                        <a:srgbClr val="9CC2E4"/>
                      </a:solidFill>
                      <a:prstDash val="solid"/>
                    </a:lnR>
                    <a:lnT w="6350">
                      <a:solidFill>
                        <a:srgbClr val="9CC2E4"/>
                      </a:solidFill>
                      <a:prstDash val="solid"/>
                    </a:lnT>
                    <a:lnB w="6350">
                      <a:solidFill>
                        <a:srgbClr val="9CC2E4"/>
                      </a:solidFill>
                      <a:prstDash val="solid"/>
                    </a:lnB>
                  </a:tcPr>
                </a:tc>
                <a:extLst>
                  <a:ext uri="{0D108BD9-81ED-4DB2-BD59-A6C34878D82A}">
                    <a16:rowId xmlns:a16="http://schemas.microsoft.com/office/drawing/2014/main" val="10004"/>
                  </a:ext>
                </a:extLst>
              </a:tr>
              <a:tr h="292100">
                <a:tc>
                  <a:txBody>
                    <a:bodyPr/>
                    <a:lstStyle/>
                    <a:p>
                      <a:pPr marL="67945">
                        <a:lnSpc>
                          <a:spcPts val="1380"/>
                        </a:lnSpc>
                      </a:pPr>
                      <a:r>
                        <a:rPr sz="1200" spc="-10" dirty="0">
                          <a:solidFill>
                            <a:srgbClr val="2D74B5"/>
                          </a:solidFill>
                          <a:latin typeface="Times New Roman"/>
                          <a:cs typeface="Times New Roman"/>
                        </a:rPr>
                        <a:t>Pass/Fail</a:t>
                      </a:r>
                      <a:endParaRPr sz="1200" dirty="0">
                        <a:latin typeface="Times New Roman"/>
                        <a:cs typeface="Times New Roman"/>
                      </a:endParaRPr>
                    </a:p>
                  </a:txBody>
                  <a:tcPr marL="0" marR="0" marT="0" marB="0">
                    <a:lnL w="6350">
                      <a:solidFill>
                        <a:srgbClr val="9CC2E4"/>
                      </a:solidFill>
                      <a:prstDash val="solid"/>
                    </a:lnL>
                    <a:lnR w="6350">
                      <a:solidFill>
                        <a:srgbClr val="9CC2E4"/>
                      </a:solidFill>
                      <a:prstDash val="solid"/>
                    </a:lnR>
                    <a:lnT w="6350">
                      <a:solidFill>
                        <a:srgbClr val="9CC2E4"/>
                      </a:solidFill>
                      <a:prstDash val="solid"/>
                    </a:lnT>
                    <a:lnB w="6350">
                      <a:solidFill>
                        <a:srgbClr val="9CC2E4"/>
                      </a:solidFill>
                      <a:prstDash val="solid"/>
                    </a:lnB>
                    <a:solidFill>
                      <a:srgbClr val="DEEAF6"/>
                    </a:solidFill>
                  </a:tcPr>
                </a:tc>
                <a:tc>
                  <a:txBody>
                    <a:bodyPr/>
                    <a:lstStyle/>
                    <a:p>
                      <a:pPr marL="69850">
                        <a:lnSpc>
                          <a:spcPts val="1380"/>
                        </a:lnSpc>
                      </a:pPr>
                      <a:r>
                        <a:rPr sz="1200" spc="-20" dirty="0">
                          <a:solidFill>
                            <a:srgbClr val="2D74B5"/>
                          </a:solidFill>
                          <a:latin typeface="Times New Roman"/>
                          <a:cs typeface="Times New Roman"/>
                        </a:rPr>
                        <a:t>Pass</a:t>
                      </a:r>
                      <a:endParaRPr sz="1200" dirty="0">
                        <a:latin typeface="Times New Roman"/>
                        <a:cs typeface="Times New Roman"/>
                      </a:endParaRPr>
                    </a:p>
                  </a:txBody>
                  <a:tcPr marL="0" marR="0" marT="0" marB="0">
                    <a:lnL w="6350">
                      <a:solidFill>
                        <a:srgbClr val="9CC2E4"/>
                      </a:solidFill>
                      <a:prstDash val="solid"/>
                    </a:lnL>
                    <a:lnR w="6350">
                      <a:solidFill>
                        <a:srgbClr val="9CC2E4"/>
                      </a:solidFill>
                      <a:prstDash val="solid"/>
                    </a:lnR>
                    <a:lnT w="6350">
                      <a:solidFill>
                        <a:srgbClr val="9CC2E4"/>
                      </a:solidFill>
                      <a:prstDash val="solid"/>
                    </a:lnT>
                    <a:lnB w="6350">
                      <a:solidFill>
                        <a:srgbClr val="9CC2E4"/>
                      </a:solidFill>
                      <a:prstDash val="solid"/>
                    </a:lnB>
                    <a:solidFill>
                      <a:srgbClr val="DEEAF6"/>
                    </a:solidFill>
                  </a:tcPr>
                </a:tc>
                <a:extLst>
                  <a:ext uri="{0D108BD9-81ED-4DB2-BD59-A6C34878D82A}">
                    <a16:rowId xmlns:a16="http://schemas.microsoft.com/office/drawing/2014/main" val="10005"/>
                  </a:ext>
                </a:extLst>
              </a:tr>
            </a:tbl>
          </a:graphicData>
        </a:graphic>
      </p:graphicFrame>
      <p:sp>
        <p:nvSpPr>
          <p:cNvPr id="14" name="TextBox 13">
            <a:extLst>
              <a:ext uri="{FF2B5EF4-FFF2-40B4-BE49-F238E27FC236}">
                <a16:creationId xmlns:a16="http://schemas.microsoft.com/office/drawing/2014/main" id="{E0A18F90-FB8A-DE49-3EAE-3B5A045DA30C}"/>
              </a:ext>
            </a:extLst>
          </p:cNvPr>
          <p:cNvSpPr txBox="1"/>
          <p:nvPr/>
        </p:nvSpPr>
        <p:spPr>
          <a:xfrm>
            <a:off x="895077" y="1399977"/>
            <a:ext cx="3035573" cy="635239"/>
          </a:xfrm>
          <a:prstGeom prst="rect">
            <a:avLst/>
          </a:prstGeom>
          <a:noFill/>
        </p:spPr>
        <p:txBody>
          <a:bodyPr wrap="square" rtlCol="0">
            <a:spAutoFit/>
          </a:bodyPr>
          <a:lstStyle/>
          <a:p>
            <a:pPr marL="12700" marR="5080">
              <a:lnSpc>
                <a:spcPct val="143500"/>
              </a:lnSpc>
              <a:spcBef>
                <a:spcPts val="100"/>
              </a:spcBef>
            </a:pPr>
            <a:r>
              <a:rPr lang="en-US" sz="1200" b="1" spc="-10" dirty="0">
                <a:latin typeface="Times New Roman"/>
                <a:cs typeface="Times New Roman"/>
              </a:rPr>
              <a:t>Table 7.1:</a:t>
            </a:r>
            <a:r>
              <a:rPr lang="en-US" sz="1200" b="1" spc="-50" dirty="0">
                <a:latin typeface="Times New Roman"/>
                <a:cs typeface="Times New Roman"/>
              </a:rPr>
              <a:t>  Hand detection and cursor control</a:t>
            </a:r>
            <a:endParaRPr lang="en-US" sz="1200" b="1" dirty="0">
              <a:latin typeface="Times New Roman"/>
              <a:cs typeface="Times New Roman"/>
            </a:endParaRPr>
          </a:p>
          <a:p>
            <a:endParaRPr lang="en-IN" dirty="0"/>
          </a:p>
        </p:txBody>
      </p:sp>
      <p:sp>
        <p:nvSpPr>
          <p:cNvPr id="17" name="TextBox 16">
            <a:extLst>
              <a:ext uri="{FF2B5EF4-FFF2-40B4-BE49-F238E27FC236}">
                <a16:creationId xmlns:a16="http://schemas.microsoft.com/office/drawing/2014/main" id="{7B71106E-038E-3246-DE20-B00D1C83AB6A}"/>
              </a:ext>
            </a:extLst>
          </p:cNvPr>
          <p:cNvSpPr txBox="1"/>
          <p:nvPr/>
        </p:nvSpPr>
        <p:spPr>
          <a:xfrm>
            <a:off x="882650" y="1079500"/>
            <a:ext cx="1219200"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Test Case 1</a:t>
            </a:r>
            <a:endParaRPr lang="en-IN" sz="1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3" name="object 3"/>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
        <p:nvSpPr>
          <p:cNvPr id="4" name="object 4"/>
          <p:cNvSpPr txBox="1"/>
          <p:nvPr/>
        </p:nvSpPr>
        <p:spPr>
          <a:xfrm>
            <a:off x="908050" y="4863913"/>
            <a:ext cx="6146800" cy="1610995"/>
          </a:xfrm>
          <a:prstGeom prst="rect">
            <a:avLst/>
          </a:prstGeom>
        </p:spPr>
        <p:txBody>
          <a:bodyPr vert="horz" wrap="square" lIns="0" tIns="96520" rIns="0" bIns="0" rtlCol="0">
            <a:spAutoFit/>
          </a:bodyPr>
          <a:lstStyle/>
          <a:p>
            <a:pPr marL="50800">
              <a:lnSpc>
                <a:spcPct val="100000"/>
              </a:lnSpc>
              <a:spcBef>
                <a:spcPts val="760"/>
              </a:spcBef>
              <a:tabLst>
                <a:tab pos="5687060" algn="l"/>
              </a:tabLst>
            </a:pPr>
            <a:endParaRPr sz="1200" dirty="0">
              <a:latin typeface="Times New Roman"/>
              <a:cs typeface="Times New Roman"/>
            </a:endParaRPr>
          </a:p>
          <a:p>
            <a:pPr marL="20320">
              <a:lnSpc>
                <a:spcPct val="100000"/>
              </a:lnSpc>
              <a:spcBef>
                <a:spcPts val="660"/>
              </a:spcBef>
            </a:pPr>
            <a:r>
              <a:rPr sz="1200" b="1" spc="-10" dirty="0">
                <a:latin typeface="Times New Roman"/>
                <a:cs typeface="Times New Roman"/>
              </a:rPr>
              <a:t>Objective</a:t>
            </a:r>
            <a:r>
              <a:rPr sz="1200" spc="-10" dirty="0">
                <a:latin typeface="Times New Roman"/>
                <a:cs typeface="Times New Roman"/>
              </a:rPr>
              <a:t>:</a:t>
            </a:r>
            <a:r>
              <a:rPr sz="1200" spc="-50" dirty="0">
                <a:latin typeface="Times New Roman"/>
                <a:cs typeface="Times New Roman"/>
              </a:rPr>
              <a:t> </a:t>
            </a:r>
            <a:r>
              <a:rPr sz="1200" spc="-20" dirty="0">
                <a:latin typeface="Times New Roman"/>
                <a:cs typeface="Times New Roman"/>
              </a:rPr>
              <a:t>Verify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accuracy</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sensitivity</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system’s</a:t>
            </a:r>
            <a:r>
              <a:rPr sz="1200" spc="-30" dirty="0">
                <a:latin typeface="Times New Roman"/>
                <a:cs typeface="Times New Roman"/>
              </a:rPr>
              <a:t> </a:t>
            </a:r>
            <a:r>
              <a:rPr sz="1200" dirty="0">
                <a:latin typeface="Times New Roman"/>
                <a:cs typeface="Times New Roman"/>
              </a:rPr>
              <a:t>gesture</a:t>
            </a:r>
            <a:r>
              <a:rPr sz="1200" spc="-25" dirty="0">
                <a:latin typeface="Times New Roman"/>
                <a:cs typeface="Times New Roman"/>
              </a:rPr>
              <a:t> </a:t>
            </a:r>
            <a:r>
              <a:rPr sz="1200" dirty="0">
                <a:latin typeface="Times New Roman"/>
                <a:cs typeface="Times New Roman"/>
              </a:rPr>
              <a:t>recognition</a:t>
            </a:r>
            <a:r>
              <a:rPr sz="1200" spc="-20" dirty="0">
                <a:latin typeface="Times New Roman"/>
                <a:cs typeface="Times New Roman"/>
              </a:rPr>
              <a:t> </a:t>
            </a:r>
            <a:r>
              <a:rPr sz="1200" spc="-10" dirty="0">
                <a:latin typeface="Times New Roman"/>
                <a:cs typeface="Times New Roman"/>
              </a:rPr>
              <a:t>feature.</a:t>
            </a:r>
            <a:endParaRPr sz="1200" dirty="0">
              <a:latin typeface="Times New Roman"/>
              <a:cs typeface="Times New Roman"/>
            </a:endParaRPr>
          </a:p>
          <a:p>
            <a:pPr marL="12700" marR="7620" indent="7620">
              <a:lnSpc>
                <a:spcPts val="2080"/>
              </a:lnSpc>
              <a:spcBef>
                <a:spcPts val="160"/>
              </a:spcBef>
            </a:pPr>
            <a:r>
              <a:rPr sz="1200" b="1" spc="-20" dirty="0">
                <a:latin typeface="Times New Roman"/>
                <a:cs typeface="Times New Roman"/>
              </a:rPr>
              <a:t>Test</a:t>
            </a:r>
            <a:r>
              <a:rPr sz="1200" b="1" spc="-30" dirty="0">
                <a:latin typeface="Times New Roman"/>
                <a:cs typeface="Times New Roman"/>
              </a:rPr>
              <a:t> </a:t>
            </a:r>
            <a:r>
              <a:rPr sz="1200" b="1" dirty="0">
                <a:latin typeface="Times New Roman"/>
                <a:cs typeface="Times New Roman"/>
              </a:rPr>
              <a:t>Case</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should</a:t>
            </a:r>
            <a:r>
              <a:rPr sz="1200" spc="-20" dirty="0">
                <a:latin typeface="Times New Roman"/>
                <a:cs typeface="Times New Roman"/>
              </a:rPr>
              <a:t> </a:t>
            </a:r>
            <a:r>
              <a:rPr sz="1200" dirty="0">
                <a:latin typeface="Times New Roman"/>
                <a:cs typeface="Times New Roman"/>
              </a:rPr>
              <a:t>be</a:t>
            </a:r>
            <a:r>
              <a:rPr sz="1200" spc="-30" dirty="0">
                <a:latin typeface="Times New Roman"/>
                <a:cs typeface="Times New Roman"/>
              </a:rPr>
              <a:t> </a:t>
            </a:r>
            <a:r>
              <a:rPr sz="1200" dirty="0">
                <a:latin typeface="Times New Roman"/>
                <a:cs typeface="Times New Roman"/>
              </a:rPr>
              <a:t>able</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accurately</a:t>
            </a:r>
            <a:r>
              <a:rPr sz="1200" spc="-20" dirty="0">
                <a:latin typeface="Times New Roman"/>
                <a:cs typeface="Times New Roman"/>
              </a:rPr>
              <a:t> </a:t>
            </a:r>
            <a:r>
              <a:rPr sz="1200" dirty="0">
                <a:latin typeface="Times New Roman"/>
                <a:cs typeface="Times New Roman"/>
              </a:rPr>
              <a:t>recognize</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various</a:t>
            </a:r>
            <a:r>
              <a:rPr sz="1200" spc="-10" dirty="0">
                <a:latin typeface="Times New Roman"/>
                <a:cs typeface="Times New Roman"/>
              </a:rPr>
              <a:t> </a:t>
            </a:r>
            <a:r>
              <a:rPr sz="1200" dirty="0">
                <a:latin typeface="Times New Roman"/>
                <a:cs typeface="Times New Roman"/>
              </a:rPr>
              <a:t>gestures</a:t>
            </a:r>
            <a:r>
              <a:rPr sz="1200" spc="-25" dirty="0">
                <a:latin typeface="Times New Roman"/>
                <a:cs typeface="Times New Roman"/>
              </a:rPr>
              <a:t> </a:t>
            </a:r>
            <a:r>
              <a:rPr sz="1200" dirty="0">
                <a:latin typeface="Times New Roman"/>
                <a:cs typeface="Times New Roman"/>
              </a:rPr>
              <a:t>performed</a:t>
            </a:r>
            <a:r>
              <a:rPr sz="1200" spc="-20" dirty="0">
                <a:latin typeface="Times New Roman"/>
                <a:cs typeface="Times New Roman"/>
              </a:rPr>
              <a:t> </a:t>
            </a:r>
            <a:r>
              <a:rPr sz="1200" dirty="0">
                <a:latin typeface="Times New Roman"/>
                <a:cs typeface="Times New Roman"/>
              </a:rPr>
              <a:t>by</a:t>
            </a:r>
            <a:r>
              <a:rPr sz="1200" spc="-2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user.</a:t>
            </a:r>
            <a:endParaRPr sz="1200" dirty="0">
              <a:latin typeface="Times New Roman"/>
              <a:cs typeface="Times New Roman"/>
            </a:endParaRPr>
          </a:p>
          <a:p>
            <a:pPr marL="20320">
              <a:lnSpc>
                <a:spcPct val="100000"/>
              </a:lnSpc>
              <a:spcBef>
                <a:spcPts val="445"/>
              </a:spcBef>
            </a:pPr>
            <a:r>
              <a:rPr sz="1200" b="1" dirty="0">
                <a:latin typeface="Times New Roman"/>
                <a:cs typeface="Times New Roman"/>
              </a:rPr>
              <a:t>Expected</a:t>
            </a:r>
            <a:r>
              <a:rPr sz="1200" b="1" spc="210" dirty="0">
                <a:latin typeface="Times New Roman"/>
                <a:cs typeface="Times New Roman"/>
              </a:rPr>
              <a:t> </a:t>
            </a:r>
            <a:r>
              <a:rPr sz="1200" b="1" dirty="0">
                <a:latin typeface="Times New Roman"/>
                <a:cs typeface="Times New Roman"/>
              </a:rPr>
              <a:t>Result</a:t>
            </a:r>
            <a:r>
              <a:rPr sz="1200" dirty="0">
                <a:latin typeface="Times New Roman"/>
                <a:cs typeface="Times New Roman"/>
              </a:rPr>
              <a:t>:</a:t>
            </a:r>
            <a:r>
              <a:rPr sz="1200" spc="175" dirty="0">
                <a:latin typeface="Times New Roman"/>
                <a:cs typeface="Times New Roman"/>
              </a:rPr>
              <a:t> </a:t>
            </a:r>
            <a:r>
              <a:rPr sz="1200" dirty="0">
                <a:latin typeface="Times New Roman"/>
                <a:cs typeface="Times New Roman"/>
              </a:rPr>
              <a:t>The</a:t>
            </a:r>
            <a:r>
              <a:rPr sz="1200" spc="200" dirty="0">
                <a:latin typeface="Times New Roman"/>
                <a:cs typeface="Times New Roman"/>
              </a:rPr>
              <a:t> </a:t>
            </a:r>
            <a:r>
              <a:rPr sz="1200" dirty="0">
                <a:latin typeface="Times New Roman"/>
                <a:cs typeface="Times New Roman"/>
              </a:rPr>
              <a:t>system</a:t>
            </a:r>
            <a:r>
              <a:rPr sz="1200" spc="210" dirty="0">
                <a:latin typeface="Times New Roman"/>
                <a:cs typeface="Times New Roman"/>
              </a:rPr>
              <a:t> </a:t>
            </a:r>
            <a:r>
              <a:rPr sz="1200" dirty="0">
                <a:latin typeface="Times New Roman"/>
                <a:cs typeface="Times New Roman"/>
              </a:rPr>
              <a:t>should</a:t>
            </a:r>
            <a:r>
              <a:rPr sz="1200" spc="204" dirty="0">
                <a:latin typeface="Times New Roman"/>
                <a:cs typeface="Times New Roman"/>
              </a:rPr>
              <a:t> </a:t>
            </a:r>
            <a:r>
              <a:rPr sz="1200" dirty="0">
                <a:latin typeface="Times New Roman"/>
                <a:cs typeface="Times New Roman"/>
              </a:rPr>
              <a:t>recognize</a:t>
            </a:r>
            <a:r>
              <a:rPr sz="1200" spc="210" dirty="0">
                <a:latin typeface="Times New Roman"/>
                <a:cs typeface="Times New Roman"/>
              </a:rPr>
              <a:t> </a:t>
            </a:r>
            <a:r>
              <a:rPr sz="1200" dirty="0">
                <a:latin typeface="Times New Roman"/>
                <a:cs typeface="Times New Roman"/>
              </a:rPr>
              <a:t>all</a:t>
            </a:r>
            <a:r>
              <a:rPr sz="1200" spc="210" dirty="0">
                <a:latin typeface="Times New Roman"/>
                <a:cs typeface="Times New Roman"/>
              </a:rPr>
              <a:t> </a:t>
            </a:r>
            <a:r>
              <a:rPr sz="1200" dirty="0">
                <a:latin typeface="Times New Roman"/>
                <a:cs typeface="Times New Roman"/>
              </a:rPr>
              <a:t>gestures</a:t>
            </a:r>
            <a:r>
              <a:rPr sz="1200" spc="204" dirty="0">
                <a:latin typeface="Times New Roman"/>
                <a:cs typeface="Times New Roman"/>
              </a:rPr>
              <a:t> </a:t>
            </a:r>
            <a:r>
              <a:rPr sz="1200" dirty="0">
                <a:latin typeface="Times New Roman"/>
                <a:cs typeface="Times New Roman"/>
              </a:rPr>
              <a:t>with</a:t>
            </a:r>
            <a:r>
              <a:rPr sz="1200" spc="210" dirty="0">
                <a:latin typeface="Times New Roman"/>
                <a:cs typeface="Times New Roman"/>
              </a:rPr>
              <a:t> </a:t>
            </a:r>
            <a:r>
              <a:rPr sz="1200" dirty="0">
                <a:latin typeface="Times New Roman"/>
                <a:cs typeface="Times New Roman"/>
              </a:rPr>
              <a:t>a</a:t>
            </a:r>
            <a:r>
              <a:rPr sz="1200" spc="204" dirty="0">
                <a:latin typeface="Times New Roman"/>
                <a:cs typeface="Times New Roman"/>
              </a:rPr>
              <a:t> </a:t>
            </a:r>
            <a:r>
              <a:rPr sz="1200" dirty="0">
                <a:latin typeface="Times New Roman"/>
                <a:cs typeface="Times New Roman"/>
              </a:rPr>
              <a:t>high</a:t>
            </a:r>
            <a:r>
              <a:rPr sz="1200" spc="204" dirty="0">
                <a:latin typeface="Times New Roman"/>
                <a:cs typeface="Times New Roman"/>
              </a:rPr>
              <a:t> </a:t>
            </a:r>
            <a:r>
              <a:rPr sz="1200" dirty="0">
                <a:latin typeface="Times New Roman"/>
                <a:cs typeface="Times New Roman"/>
              </a:rPr>
              <a:t>level</a:t>
            </a:r>
            <a:r>
              <a:rPr sz="1200" spc="210" dirty="0">
                <a:latin typeface="Times New Roman"/>
                <a:cs typeface="Times New Roman"/>
              </a:rPr>
              <a:t> </a:t>
            </a:r>
            <a:r>
              <a:rPr sz="1200" dirty="0">
                <a:latin typeface="Times New Roman"/>
                <a:cs typeface="Times New Roman"/>
              </a:rPr>
              <a:t>of</a:t>
            </a:r>
            <a:r>
              <a:rPr sz="1200" spc="204" dirty="0">
                <a:latin typeface="Times New Roman"/>
                <a:cs typeface="Times New Roman"/>
              </a:rPr>
              <a:t> </a:t>
            </a:r>
            <a:r>
              <a:rPr sz="1200" dirty="0">
                <a:latin typeface="Times New Roman"/>
                <a:cs typeface="Times New Roman"/>
              </a:rPr>
              <a:t>accuracy</a:t>
            </a:r>
            <a:r>
              <a:rPr sz="1200" spc="204" dirty="0">
                <a:latin typeface="Times New Roman"/>
                <a:cs typeface="Times New Roman"/>
              </a:rPr>
              <a:t> </a:t>
            </a:r>
            <a:r>
              <a:rPr sz="1200" spc="-25" dirty="0">
                <a:latin typeface="Times New Roman"/>
                <a:cs typeface="Times New Roman"/>
              </a:rPr>
              <a:t>and</a:t>
            </a:r>
            <a:endParaRPr sz="1200" dirty="0">
              <a:latin typeface="Times New Roman"/>
              <a:cs typeface="Times New Roman"/>
            </a:endParaRPr>
          </a:p>
          <a:p>
            <a:pPr marL="12700">
              <a:lnSpc>
                <a:spcPct val="100000"/>
              </a:lnSpc>
              <a:spcBef>
                <a:spcPts val="635"/>
              </a:spcBef>
            </a:pPr>
            <a:r>
              <a:rPr sz="1200" dirty="0">
                <a:latin typeface="Times New Roman"/>
                <a:cs typeface="Times New Roman"/>
              </a:rPr>
              <a:t>sensitivity</a:t>
            </a:r>
            <a:r>
              <a:rPr sz="1200" spc="-35" dirty="0">
                <a:latin typeface="Times New Roman"/>
                <a:cs typeface="Times New Roman"/>
              </a:rPr>
              <a:t> </a:t>
            </a:r>
            <a:r>
              <a:rPr sz="1200" dirty="0">
                <a:latin typeface="Times New Roman"/>
                <a:cs typeface="Times New Roman"/>
              </a:rPr>
              <a:t>(at</a:t>
            </a:r>
            <a:r>
              <a:rPr sz="1200" spc="-35" dirty="0">
                <a:latin typeface="Times New Roman"/>
                <a:cs typeface="Times New Roman"/>
              </a:rPr>
              <a:t> </a:t>
            </a:r>
            <a:r>
              <a:rPr sz="1200" dirty="0">
                <a:latin typeface="Times New Roman"/>
                <a:cs typeface="Times New Roman"/>
              </a:rPr>
              <a:t>least</a:t>
            </a:r>
            <a:r>
              <a:rPr sz="1200" spc="-35" dirty="0">
                <a:latin typeface="Times New Roman"/>
                <a:cs typeface="Times New Roman"/>
              </a:rPr>
              <a:t> </a:t>
            </a:r>
            <a:r>
              <a:rPr sz="1200" spc="-20" dirty="0">
                <a:latin typeface="Times New Roman"/>
                <a:cs typeface="Times New Roman"/>
              </a:rPr>
              <a:t>95%).</a:t>
            </a:r>
            <a:endParaRPr sz="12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Dept.</a:t>
            </a:r>
            <a:r>
              <a:rPr spc="-20" dirty="0"/>
              <a:t> </a:t>
            </a:r>
            <a:r>
              <a:rPr dirty="0"/>
              <a:t>Of</a:t>
            </a:r>
            <a:r>
              <a:rPr spc="-25" dirty="0"/>
              <a:t> </a:t>
            </a:r>
            <a:r>
              <a:rPr spc="-10" dirty="0"/>
              <a:t>CSE,CBIT</a:t>
            </a:r>
          </a:p>
        </p:txBody>
      </p:sp>
      <p:sp>
        <p:nvSpPr>
          <p:cNvPr id="6" name="object 6"/>
          <p:cNvSpPr txBox="1">
            <a:spLocks noGrp="1"/>
          </p:cNvSpPr>
          <p:nvPr>
            <p:ph type="sldNum" sz="quarter" idx="7"/>
          </p:nvPr>
        </p:nvSpPr>
        <p:spPr>
          <a:xfrm>
            <a:off x="3755771" y="9972378"/>
            <a:ext cx="241300" cy="179536"/>
          </a:xfrm>
          <a:prstGeom prst="rect">
            <a:avLst/>
          </a:prstGeom>
        </p:spPr>
        <p:txBody>
          <a:bodyPr vert="horz" wrap="square" lIns="0" tIns="0" rIns="0" bIns="0" rtlCol="0">
            <a:spAutoFit/>
          </a:bodyPr>
          <a:lstStyle/>
          <a:p>
            <a:pPr marL="38100">
              <a:lnSpc>
                <a:spcPts val="1410"/>
              </a:lnSpc>
            </a:pPr>
            <a:r>
              <a:rPr lang="en-US" spc="-25" dirty="0"/>
              <a:t>36</a:t>
            </a:r>
            <a:endParaRPr spc="-25" dirty="0"/>
          </a:p>
        </p:txBody>
      </p:sp>
      <p:sp>
        <p:nvSpPr>
          <p:cNvPr id="7" name="object 7"/>
          <p:cNvSpPr txBox="1">
            <a:spLocks noGrp="1"/>
          </p:cNvSpPr>
          <p:nvPr>
            <p:ph type="dt" sz="half" idx="6"/>
          </p:nvPr>
        </p:nvSpPr>
        <p:spPr>
          <a:xfrm>
            <a:off x="6500621" y="9972378"/>
            <a:ext cx="533400" cy="179536"/>
          </a:xfrm>
          <a:prstGeom prst="rect">
            <a:avLst/>
          </a:prstGeom>
        </p:spPr>
        <p:txBody>
          <a:bodyPr vert="horz" wrap="square" lIns="0" tIns="0" rIns="0" bIns="0" rtlCol="0">
            <a:spAutoFit/>
          </a:bodyPr>
          <a:lstStyle/>
          <a:p>
            <a:pPr marL="12700">
              <a:lnSpc>
                <a:spcPts val="1410"/>
              </a:lnSpc>
            </a:pPr>
            <a:r>
              <a:rPr spc="-10" dirty="0"/>
              <a:t>202</a:t>
            </a:r>
            <a:r>
              <a:rPr lang="en-US" spc="-10" dirty="0"/>
              <a:t>5</a:t>
            </a:r>
            <a:r>
              <a:rPr spc="-10" dirty="0"/>
              <a:t>-</a:t>
            </a:r>
            <a:r>
              <a:rPr spc="-25" dirty="0"/>
              <a:t>2</a:t>
            </a:r>
            <a:r>
              <a:rPr lang="en-US" spc="-25" dirty="0"/>
              <a:t>6</a:t>
            </a:r>
            <a:endParaRPr spc="-25" dirty="0"/>
          </a:p>
        </p:txBody>
      </p:sp>
      <p:graphicFrame>
        <p:nvGraphicFramePr>
          <p:cNvPr id="8" name="object 8">
            <a:extLst>
              <a:ext uri="{FF2B5EF4-FFF2-40B4-BE49-F238E27FC236}">
                <a16:creationId xmlns:a16="http://schemas.microsoft.com/office/drawing/2014/main" id="{1B968BD9-EFC1-EF5F-BB06-E37CA93A9CDB}"/>
              </a:ext>
            </a:extLst>
          </p:cNvPr>
          <p:cNvGraphicFramePr>
            <a:graphicFrameLocks noGrp="1"/>
          </p:cNvGraphicFramePr>
          <p:nvPr>
            <p:extLst>
              <p:ext uri="{D42A27DB-BD31-4B8C-83A1-F6EECF244321}">
                <p14:modId xmlns:p14="http://schemas.microsoft.com/office/powerpoint/2010/main" val="1645533473"/>
              </p:ext>
            </p:extLst>
          </p:nvPr>
        </p:nvGraphicFramePr>
        <p:xfrm>
          <a:off x="908747" y="1774077"/>
          <a:ext cx="6087745" cy="2717165"/>
        </p:xfrm>
        <a:graphic>
          <a:graphicData uri="http://schemas.openxmlformats.org/drawingml/2006/table">
            <a:tbl>
              <a:tblPr firstRow="1" bandRow="1">
                <a:tableStyleId>{2D5ABB26-0587-4C30-8999-92F81FD0307C}</a:tableStyleId>
              </a:tblPr>
              <a:tblGrid>
                <a:gridCol w="1890395">
                  <a:extLst>
                    <a:ext uri="{9D8B030D-6E8A-4147-A177-3AD203B41FA5}">
                      <a16:colId xmlns:a16="http://schemas.microsoft.com/office/drawing/2014/main" val="20000"/>
                    </a:ext>
                  </a:extLst>
                </a:gridCol>
                <a:gridCol w="4197350">
                  <a:extLst>
                    <a:ext uri="{9D8B030D-6E8A-4147-A177-3AD203B41FA5}">
                      <a16:colId xmlns:a16="http://schemas.microsoft.com/office/drawing/2014/main" val="20001"/>
                    </a:ext>
                  </a:extLst>
                </a:gridCol>
              </a:tblGrid>
              <a:tr h="348615">
                <a:tc>
                  <a:txBody>
                    <a:bodyPr/>
                    <a:lstStyle/>
                    <a:p>
                      <a:pPr marL="69215">
                        <a:lnSpc>
                          <a:spcPts val="1310"/>
                        </a:lnSpc>
                      </a:pPr>
                      <a:r>
                        <a:rPr sz="1200" spc="-10" dirty="0">
                          <a:solidFill>
                            <a:srgbClr val="006FC0"/>
                          </a:solidFill>
                          <a:latin typeface="Times New Roman"/>
                          <a:cs typeface="Times New Roman"/>
                        </a:rPr>
                        <a:t>Test</a:t>
                      </a:r>
                      <a:r>
                        <a:rPr sz="1200" spc="-65" dirty="0">
                          <a:solidFill>
                            <a:srgbClr val="006FC0"/>
                          </a:solidFill>
                          <a:latin typeface="Times New Roman"/>
                          <a:cs typeface="Times New Roman"/>
                        </a:rPr>
                        <a:t> </a:t>
                      </a:r>
                      <a:r>
                        <a:rPr sz="1200" spc="-20" dirty="0">
                          <a:solidFill>
                            <a:srgbClr val="006FC0"/>
                          </a:solidFill>
                          <a:latin typeface="Times New Roman"/>
                          <a:cs typeface="Times New Roman"/>
                        </a:rPr>
                        <a:t>case</a:t>
                      </a:r>
                      <a:endParaRPr sz="1200">
                        <a:latin typeface="Times New Roman"/>
                        <a:cs typeface="Times New Roman"/>
                      </a:endParaRPr>
                    </a:p>
                  </a:txBody>
                  <a:tcPr marL="0" marR="0" marT="0" marB="0">
                    <a:lnB w="19050">
                      <a:solidFill>
                        <a:srgbClr val="8EAADB"/>
                      </a:solidFill>
                      <a:prstDash val="solid"/>
                    </a:lnB>
                  </a:tcPr>
                </a:tc>
                <a:tc>
                  <a:txBody>
                    <a:bodyPr/>
                    <a:lstStyle/>
                    <a:p>
                      <a:pPr marL="69215">
                        <a:lnSpc>
                          <a:spcPts val="1310"/>
                        </a:lnSpc>
                      </a:pPr>
                      <a:r>
                        <a:rPr sz="1200" b="1" spc="-10" dirty="0">
                          <a:solidFill>
                            <a:srgbClr val="006FC0"/>
                          </a:solidFill>
                          <a:latin typeface="Times New Roman"/>
                          <a:cs typeface="Times New Roman"/>
                        </a:rPr>
                        <a:t>TC-</a:t>
                      </a:r>
                      <a:r>
                        <a:rPr sz="1200" b="1" spc="-50" dirty="0">
                          <a:solidFill>
                            <a:srgbClr val="006FC0"/>
                          </a:solidFill>
                          <a:latin typeface="Times New Roman"/>
                          <a:cs typeface="Times New Roman"/>
                        </a:rPr>
                        <a:t>2</a:t>
                      </a:r>
                      <a:endParaRPr sz="1200" dirty="0">
                        <a:latin typeface="Times New Roman"/>
                        <a:cs typeface="Times New Roman"/>
                      </a:endParaRPr>
                    </a:p>
                  </a:txBody>
                  <a:tcPr marL="0" marR="0" marT="0" marB="0">
                    <a:lnB w="19050">
                      <a:solidFill>
                        <a:srgbClr val="8EAADB"/>
                      </a:solidFill>
                      <a:prstDash val="solid"/>
                    </a:lnB>
                  </a:tcPr>
                </a:tc>
                <a:extLst>
                  <a:ext uri="{0D108BD9-81ED-4DB2-BD59-A6C34878D82A}">
                    <a16:rowId xmlns:a16="http://schemas.microsoft.com/office/drawing/2014/main" val="10000"/>
                  </a:ext>
                </a:extLst>
              </a:tr>
              <a:tr h="358140">
                <a:tc>
                  <a:txBody>
                    <a:bodyPr/>
                    <a:lstStyle/>
                    <a:p>
                      <a:pPr marL="69850">
                        <a:lnSpc>
                          <a:spcPct val="100000"/>
                        </a:lnSpc>
                      </a:pPr>
                      <a:r>
                        <a:rPr sz="1200" spc="-10" dirty="0">
                          <a:solidFill>
                            <a:srgbClr val="006FC0"/>
                          </a:solidFill>
                          <a:latin typeface="Times New Roman"/>
                          <a:cs typeface="Times New Roman"/>
                        </a:rPr>
                        <a:t>Test</a:t>
                      </a:r>
                      <a:r>
                        <a:rPr sz="1200" spc="-50" dirty="0">
                          <a:solidFill>
                            <a:srgbClr val="006FC0"/>
                          </a:solidFill>
                          <a:latin typeface="Times New Roman"/>
                          <a:cs typeface="Times New Roman"/>
                        </a:rPr>
                        <a:t> </a:t>
                      </a:r>
                      <a:r>
                        <a:rPr sz="1200" dirty="0">
                          <a:solidFill>
                            <a:srgbClr val="006FC0"/>
                          </a:solidFill>
                          <a:latin typeface="Times New Roman"/>
                          <a:cs typeface="Times New Roman"/>
                        </a:rPr>
                        <a:t>case</a:t>
                      </a:r>
                      <a:r>
                        <a:rPr sz="1200" spc="-50" dirty="0">
                          <a:solidFill>
                            <a:srgbClr val="006FC0"/>
                          </a:solidFill>
                          <a:latin typeface="Times New Roman"/>
                          <a:cs typeface="Times New Roman"/>
                        </a:rPr>
                        <a:t> </a:t>
                      </a:r>
                      <a:r>
                        <a:rPr sz="1200" spc="-10" dirty="0">
                          <a:solidFill>
                            <a:srgbClr val="006FC0"/>
                          </a:solidFill>
                          <a:latin typeface="Times New Roman"/>
                          <a:cs typeface="Times New Roman"/>
                        </a:rPr>
                        <a:t>description</a:t>
                      </a:r>
                      <a:endParaRPr sz="1200">
                        <a:latin typeface="Times New Roman"/>
                        <a:cs typeface="Times New Roman"/>
                      </a:endParaRPr>
                    </a:p>
                  </a:txBody>
                  <a:tcPr marL="0" marR="0" marT="0" marB="0">
                    <a:lnR w="3175">
                      <a:solidFill>
                        <a:srgbClr val="8EAADB"/>
                      </a:solidFill>
                      <a:prstDash val="solid"/>
                    </a:lnR>
                    <a:lnT w="19050">
                      <a:solidFill>
                        <a:srgbClr val="8EAADB"/>
                      </a:solidFill>
                      <a:prstDash val="solid"/>
                    </a:lnT>
                    <a:lnB w="3175">
                      <a:solidFill>
                        <a:srgbClr val="8EAADB"/>
                      </a:solidFill>
                      <a:prstDash val="solid"/>
                    </a:lnB>
                    <a:solidFill>
                      <a:srgbClr val="D9E1F3"/>
                    </a:solidFill>
                  </a:tcPr>
                </a:tc>
                <a:tc>
                  <a:txBody>
                    <a:bodyPr/>
                    <a:lstStyle/>
                    <a:p>
                      <a:pPr marL="67945">
                        <a:lnSpc>
                          <a:spcPct val="100000"/>
                        </a:lnSpc>
                      </a:pPr>
                      <a:r>
                        <a:rPr sz="1200" dirty="0">
                          <a:solidFill>
                            <a:srgbClr val="006FC0"/>
                          </a:solidFill>
                          <a:latin typeface="Times New Roman"/>
                          <a:cs typeface="Times New Roman"/>
                        </a:rPr>
                        <a:t>Gesture</a:t>
                      </a:r>
                      <a:r>
                        <a:rPr sz="1200" spc="-60" dirty="0">
                          <a:solidFill>
                            <a:srgbClr val="006FC0"/>
                          </a:solidFill>
                          <a:latin typeface="Times New Roman"/>
                          <a:cs typeface="Times New Roman"/>
                        </a:rPr>
                        <a:t> </a:t>
                      </a:r>
                      <a:r>
                        <a:rPr sz="1200" dirty="0">
                          <a:solidFill>
                            <a:srgbClr val="006FC0"/>
                          </a:solidFill>
                          <a:latin typeface="Times New Roman"/>
                          <a:cs typeface="Times New Roman"/>
                        </a:rPr>
                        <a:t>Sensitivity</a:t>
                      </a:r>
                      <a:r>
                        <a:rPr sz="1200" spc="-25" dirty="0">
                          <a:solidFill>
                            <a:srgbClr val="006FC0"/>
                          </a:solidFill>
                          <a:latin typeface="Times New Roman"/>
                          <a:cs typeface="Times New Roman"/>
                        </a:rPr>
                        <a:t> </a:t>
                      </a:r>
                      <a:r>
                        <a:rPr sz="1200" spc="-10" dirty="0">
                          <a:solidFill>
                            <a:srgbClr val="006FC0"/>
                          </a:solidFill>
                          <a:latin typeface="Times New Roman"/>
                          <a:cs typeface="Times New Roman"/>
                        </a:rPr>
                        <a:t>and</a:t>
                      </a:r>
                      <a:r>
                        <a:rPr sz="1200" spc="-65" dirty="0">
                          <a:solidFill>
                            <a:srgbClr val="006FC0"/>
                          </a:solidFill>
                          <a:latin typeface="Times New Roman"/>
                          <a:cs typeface="Times New Roman"/>
                        </a:rPr>
                        <a:t> </a:t>
                      </a:r>
                      <a:r>
                        <a:rPr sz="1200" spc="-10" dirty="0">
                          <a:solidFill>
                            <a:srgbClr val="006FC0"/>
                          </a:solidFill>
                          <a:latin typeface="Times New Roman"/>
                          <a:cs typeface="Times New Roman"/>
                        </a:rPr>
                        <a:t>Accuracy</a:t>
                      </a:r>
                      <a:endParaRPr sz="1200" dirty="0">
                        <a:latin typeface="Times New Roman"/>
                        <a:cs typeface="Times New Roman"/>
                      </a:endParaRPr>
                    </a:p>
                  </a:txBody>
                  <a:tcPr marL="0" marR="0" marT="0" marB="0">
                    <a:lnL w="3175">
                      <a:solidFill>
                        <a:srgbClr val="8EAADB"/>
                      </a:solidFill>
                      <a:prstDash val="solid"/>
                    </a:lnL>
                    <a:lnT w="19050">
                      <a:solidFill>
                        <a:srgbClr val="8EAADB"/>
                      </a:solidFill>
                      <a:prstDash val="solid"/>
                    </a:lnT>
                    <a:lnB w="3175">
                      <a:solidFill>
                        <a:srgbClr val="8EAADB"/>
                      </a:solidFill>
                      <a:prstDash val="solid"/>
                    </a:lnB>
                    <a:solidFill>
                      <a:srgbClr val="D9E1F3"/>
                    </a:solidFill>
                  </a:tcPr>
                </a:tc>
                <a:extLst>
                  <a:ext uri="{0D108BD9-81ED-4DB2-BD59-A6C34878D82A}">
                    <a16:rowId xmlns:a16="http://schemas.microsoft.com/office/drawing/2014/main" val="10001"/>
                  </a:ext>
                </a:extLst>
              </a:tr>
              <a:tr h="528320">
                <a:tc>
                  <a:txBody>
                    <a:bodyPr/>
                    <a:lstStyle/>
                    <a:p>
                      <a:pPr marL="69850">
                        <a:lnSpc>
                          <a:spcPts val="1370"/>
                        </a:lnSpc>
                      </a:pPr>
                      <a:r>
                        <a:rPr sz="1200" spc="-10" dirty="0">
                          <a:solidFill>
                            <a:srgbClr val="006FC0"/>
                          </a:solidFill>
                          <a:latin typeface="Times New Roman"/>
                          <a:cs typeface="Times New Roman"/>
                        </a:rPr>
                        <a:t>Input</a:t>
                      </a:r>
                      <a:endParaRPr sz="1200">
                        <a:latin typeface="Times New Roman"/>
                        <a:cs typeface="Times New Roman"/>
                      </a:endParaRPr>
                    </a:p>
                  </a:txBody>
                  <a:tcPr marL="0" marR="0" marT="0" marB="0">
                    <a:lnR w="3175">
                      <a:solidFill>
                        <a:srgbClr val="8EAADB"/>
                      </a:solidFill>
                      <a:prstDash val="solid"/>
                    </a:lnR>
                    <a:lnT w="3175">
                      <a:solidFill>
                        <a:srgbClr val="8EAADB"/>
                      </a:solidFill>
                      <a:prstDash val="solid"/>
                    </a:lnT>
                    <a:lnB w="3175">
                      <a:solidFill>
                        <a:srgbClr val="8EAADB"/>
                      </a:solidFill>
                      <a:prstDash val="solid"/>
                    </a:lnB>
                  </a:tcPr>
                </a:tc>
                <a:tc>
                  <a:txBody>
                    <a:bodyPr/>
                    <a:lstStyle/>
                    <a:p>
                      <a:pPr marL="67945">
                        <a:lnSpc>
                          <a:spcPts val="1370"/>
                        </a:lnSpc>
                      </a:pPr>
                      <a:r>
                        <a:rPr sz="1200" dirty="0">
                          <a:solidFill>
                            <a:srgbClr val="006FC0"/>
                          </a:solidFill>
                          <a:latin typeface="Times New Roman"/>
                          <a:cs typeface="Times New Roman"/>
                        </a:rPr>
                        <a:t>A</a:t>
                      </a:r>
                      <a:r>
                        <a:rPr sz="1200" spc="-10" dirty="0">
                          <a:solidFill>
                            <a:srgbClr val="006FC0"/>
                          </a:solidFill>
                          <a:latin typeface="Times New Roman"/>
                          <a:cs typeface="Times New Roman"/>
                        </a:rPr>
                        <a:t> </a:t>
                      </a:r>
                      <a:r>
                        <a:rPr sz="1200" dirty="0">
                          <a:solidFill>
                            <a:srgbClr val="006FC0"/>
                          </a:solidFill>
                          <a:latin typeface="Times New Roman"/>
                          <a:cs typeface="Times New Roman"/>
                        </a:rPr>
                        <a:t>video</a:t>
                      </a:r>
                      <a:r>
                        <a:rPr sz="1200" spc="65" dirty="0">
                          <a:solidFill>
                            <a:srgbClr val="006FC0"/>
                          </a:solidFill>
                          <a:latin typeface="Times New Roman"/>
                          <a:cs typeface="Times New Roman"/>
                        </a:rPr>
                        <a:t> </a:t>
                      </a:r>
                      <a:r>
                        <a:rPr sz="1200" dirty="0">
                          <a:solidFill>
                            <a:srgbClr val="006FC0"/>
                          </a:solidFill>
                          <a:latin typeface="Times New Roman"/>
                          <a:cs typeface="Times New Roman"/>
                        </a:rPr>
                        <a:t>feed</a:t>
                      </a:r>
                      <a:r>
                        <a:rPr sz="1200" spc="60" dirty="0">
                          <a:solidFill>
                            <a:srgbClr val="006FC0"/>
                          </a:solidFill>
                          <a:latin typeface="Times New Roman"/>
                          <a:cs typeface="Times New Roman"/>
                        </a:rPr>
                        <a:t> </a:t>
                      </a:r>
                      <a:r>
                        <a:rPr sz="1200" dirty="0">
                          <a:solidFill>
                            <a:srgbClr val="006FC0"/>
                          </a:solidFill>
                          <a:latin typeface="Times New Roman"/>
                          <a:cs typeface="Times New Roman"/>
                        </a:rPr>
                        <a:t>with</a:t>
                      </a:r>
                      <a:r>
                        <a:rPr sz="1200" spc="65" dirty="0">
                          <a:solidFill>
                            <a:srgbClr val="006FC0"/>
                          </a:solidFill>
                          <a:latin typeface="Times New Roman"/>
                          <a:cs typeface="Times New Roman"/>
                        </a:rPr>
                        <a:t> </a:t>
                      </a:r>
                      <a:r>
                        <a:rPr sz="1200" dirty="0">
                          <a:solidFill>
                            <a:srgbClr val="006FC0"/>
                          </a:solidFill>
                          <a:latin typeface="Times New Roman"/>
                          <a:cs typeface="Times New Roman"/>
                        </a:rPr>
                        <a:t>the</a:t>
                      </a:r>
                      <a:r>
                        <a:rPr sz="1200" spc="65" dirty="0">
                          <a:solidFill>
                            <a:srgbClr val="006FC0"/>
                          </a:solidFill>
                          <a:latin typeface="Times New Roman"/>
                          <a:cs typeface="Times New Roman"/>
                        </a:rPr>
                        <a:t> </a:t>
                      </a:r>
                      <a:r>
                        <a:rPr sz="1200" dirty="0">
                          <a:solidFill>
                            <a:srgbClr val="006FC0"/>
                          </a:solidFill>
                          <a:latin typeface="Times New Roman"/>
                          <a:cs typeface="Times New Roman"/>
                        </a:rPr>
                        <a:t>hand</a:t>
                      </a:r>
                      <a:r>
                        <a:rPr sz="1200" spc="60" dirty="0">
                          <a:solidFill>
                            <a:srgbClr val="006FC0"/>
                          </a:solidFill>
                          <a:latin typeface="Times New Roman"/>
                          <a:cs typeface="Times New Roman"/>
                        </a:rPr>
                        <a:t> </a:t>
                      </a:r>
                      <a:r>
                        <a:rPr sz="1200" dirty="0">
                          <a:solidFill>
                            <a:srgbClr val="006FC0"/>
                          </a:solidFill>
                          <a:latin typeface="Times New Roman"/>
                          <a:cs typeface="Times New Roman"/>
                        </a:rPr>
                        <a:t>performing</a:t>
                      </a:r>
                      <a:r>
                        <a:rPr sz="1200" spc="65" dirty="0">
                          <a:solidFill>
                            <a:srgbClr val="006FC0"/>
                          </a:solidFill>
                          <a:latin typeface="Times New Roman"/>
                          <a:cs typeface="Times New Roman"/>
                        </a:rPr>
                        <a:t> </a:t>
                      </a:r>
                      <a:r>
                        <a:rPr sz="1200" dirty="0">
                          <a:solidFill>
                            <a:srgbClr val="006FC0"/>
                          </a:solidFill>
                          <a:latin typeface="Times New Roman"/>
                          <a:cs typeface="Times New Roman"/>
                        </a:rPr>
                        <a:t>a</a:t>
                      </a:r>
                      <a:r>
                        <a:rPr sz="1200" spc="55" dirty="0">
                          <a:solidFill>
                            <a:srgbClr val="006FC0"/>
                          </a:solidFill>
                          <a:latin typeface="Times New Roman"/>
                          <a:cs typeface="Times New Roman"/>
                        </a:rPr>
                        <a:t> </a:t>
                      </a:r>
                      <a:r>
                        <a:rPr sz="1200" dirty="0">
                          <a:solidFill>
                            <a:srgbClr val="006FC0"/>
                          </a:solidFill>
                          <a:latin typeface="Times New Roman"/>
                          <a:cs typeface="Times New Roman"/>
                        </a:rPr>
                        <a:t>variety</a:t>
                      </a:r>
                      <a:r>
                        <a:rPr sz="1200" spc="75" dirty="0">
                          <a:solidFill>
                            <a:srgbClr val="006FC0"/>
                          </a:solidFill>
                          <a:latin typeface="Times New Roman"/>
                          <a:cs typeface="Times New Roman"/>
                        </a:rPr>
                        <a:t> </a:t>
                      </a:r>
                      <a:r>
                        <a:rPr sz="1200" dirty="0">
                          <a:solidFill>
                            <a:srgbClr val="006FC0"/>
                          </a:solidFill>
                          <a:latin typeface="Times New Roman"/>
                          <a:cs typeface="Times New Roman"/>
                        </a:rPr>
                        <a:t>of</a:t>
                      </a:r>
                      <a:r>
                        <a:rPr sz="1200" spc="60" dirty="0">
                          <a:solidFill>
                            <a:srgbClr val="006FC0"/>
                          </a:solidFill>
                          <a:latin typeface="Times New Roman"/>
                          <a:cs typeface="Times New Roman"/>
                        </a:rPr>
                        <a:t> </a:t>
                      </a:r>
                      <a:r>
                        <a:rPr sz="1200" spc="-10" dirty="0">
                          <a:solidFill>
                            <a:srgbClr val="006FC0"/>
                          </a:solidFill>
                          <a:latin typeface="Times New Roman"/>
                          <a:cs typeface="Times New Roman"/>
                        </a:rPr>
                        <a:t>gestures,</a:t>
                      </a:r>
                      <a:endParaRPr sz="1200" dirty="0">
                        <a:latin typeface="Times New Roman"/>
                        <a:cs typeface="Times New Roman"/>
                      </a:endParaRPr>
                    </a:p>
                    <a:p>
                      <a:pPr marL="67945">
                        <a:lnSpc>
                          <a:spcPct val="100000"/>
                        </a:lnSpc>
                        <a:spcBef>
                          <a:spcPts val="635"/>
                        </a:spcBef>
                      </a:pPr>
                      <a:r>
                        <a:rPr sz="1200" dirty="0">
                          <a:solidFill>
                            <a:srgbClr val="006FC0"/>
                          </a:solidFill>
                          <a:latin typeface="Times New Roman"/>
                          <a:cs typeface="Times New Roman"/>
                        </a:rPr>
                        <a:t>including</a:t>
                      </a:r>
                      <a:r>
                        <a:rPr sz="1200" spc="-25" dirty="0">
                          <a:solidFill>
                            <a:srgbClr val="006FC0"/>
                          </a:solidFill>
                          <a:latin typeface="Times New Roman"/>
                          <a:cs typeface="Times New Roman"/>
                        </a:rPr>
                        <a:t> </a:t>
                      </a:r>
                      <a:r>
                        <a:rPr sz="1200" dirty="0">
                          <a:solidFill>
                            <a:srgbClr val="006FC0"/>
                          </a:solidFill>
                          <a:latin typeface="Times New Roman"/>
                          <a:cs typeface="Times New Roman"/>
                        </a:rPr>
                        <a:t>subtle</a:t>
                      </a:r>
                      <a:r>
                        <a:rPr sz="1200" spc="-25" dirty="0">
                          <a:solidFill>
                            <a:srgbClr val="006FC0"/>
                          </a:solidFill>
                          <a:latin typeface="Times New Roman"/>
                          <a:cs typeface="Times New Roman"/>
                        </a:rPr>
                        <a:t> </a:t>
                      </a:r>
                      <a:r>
                        <a:rPr sz="1200" dirty="0">
                          <a:solidFill>
                            <a:srgbClr val="006FC0"/>
                          </a:solidFill>
                          <a:latin typeface="Times New Roman"/>
                          <a:cs typeface="Times New Roman"/>
                        </a:rPr>
                        <a:t>and</a:t>
                      </a:r>
                      <a:r>
                        <a:rPr sz="1200" spc="-20" dirty="0">
                          <a:solidFill>
                            <a:srgbClr val="006FC0"/>
                          </a:solidFill>
                          <a:latin typeface="Times New Roman"/>
                          <a:cs typeface="Times New Roman"/>
                        </a:rPr>
                        <a:t> </a:t>
                      </a:r>
                      <a:r>
                        <a:rPr sz="1200" dirty="0">
                          <a:solidFill>
                            <a:srgbClr val="006FC0"/>
                          </a:solidFill>
                          <a:latin typeface="Times New Roman"/>
                          <a:cs typeface="Times New Roman"/>
                        </a:rPr>
                        <a:t>fast</a:t>
                      </a:r>
                      <a:r>
                        <a:rPr sz="1200" spc="-25" dirty="0">
                          <a:solidFill>
                            <a:srgbClr val="006FC0"/>
                          </a:solidFill>
                          <a:latin typeface="Times New Roman"/>
                          <a:cs typeface="Times New Roman"/>
                        </a:rPr>
                        <a:t> </a:t>
                      </a:r>
                      <a:r>
                        <a:rPr sz="1200" spc="-10" dirty="0">
                          <a:solidFill>
                            <a:srgbClr val="006FC0"/>
                          </a:solidFill>
                          <a:latin typeface="Times New Roman"/>
                          <a:cs typeface="Times New Roman"/>
                        </a:rPr>
                        <a:t>movements.</a:t>
                      </a:r>
                      <a:endParaRPr sz="1200" dirty="0">
                        <a:latin typeface="Times New Roman"/>
                        <a:cs typeface="Times New Roman"/>
                      </a:endParaRPr>
                    </a:p>
                  </a:txBody>
                  <a:tcPr marL="0" marR="0" marT="0" marB="0">
                    <a:lnL w="3175">
                      <a:solidFill>
                        <a:srgbClr val="8EAADB"/>
                      </a:solidFill>
                      <a:prstDash val="solid"/>
                    </a:lnL>
                    <a:lnT w="3175">
                      <a:solidFill>
                        <a:srgbClr val="8EAADB"/>
                      </a:solidFill>
                      <a:prstDash val="solid"/>
                    </a:lnT>
                    <a:lnB w="3175">
                      <a:solidFill>
                        <a:srgbClr val="8EAADB"/>
                      </a:solidFill>
                      <a:prstDash val="solid"/>
                    </a:lnB>
                  </a:tcPr>
                </a:tc>
                <a:extLst>
                  <a:ext uri="{0D108BD9-81ED-4DB2-BD59-A6C34878D82A}">
                    <a16:rowId xmlns:a16="http://schemas.microsoft.com/office/drawing/2014/main" val="10002"/>
                  </a:ext>
                </a:extLst>
              </a:tr>
              <a:tr h="792480">
                <a:tc>
                  <a:txBody>
                    <a:bodyPr/>
                    <a:lstStyle/>
                    <a:p>
                      <a:pPr marL="69850">
                        <a:lnSpc>
                          <a:spcPts val="1380"/>
                        </a:lnSpc>
                      </a:pPr>
                      <a:r>
                        <a:rPr sz="1200" dirty="0">
                          <a:solidFill>
                            <a:srgbClr val="006FC0"/>
                          </a:solidFill>
                          <a:latin typeface="Times New Roman"/>
                          <a:cs typeface="Times New Roman"/>
                        </a:rPr>
                        <a:t>Expected</a:t>
                      </a:r>
                      <a:r>
                        <a:rPr sz="1200" spc="-60" dirty="0">
                          <a:solidFill>
                            <a:srgbClr val="006FC0"/>
                          </a:solidFill>
                          <a:latin typeface="Times New Roman"/>
                          <a:cs typeface="Times New Roman"/>
                        </a:rPr>
                        <a:t> </a:t>
                      </a:r>
                      <a:r>
                        <a:rPr sz="1200" spc="-10" dirty="0">
                          <a:solidFill>
                            <a:srgbClr val="006FC0"/>
                          </a:solidFill>
                          <a:latin typeface="Times New Roman"/>
                          <a:cs typeface="Times New Roman"/>
                        </a:rPr>
                        <a:t>output</a:t>
                      </a:r>
                      <a:endParaRPr sz="1200">
                        <a:latin typeface="Times New Roman"/>
                        <a:cs typeface="Times New Roman"/>
                      </a:endParaRPr>
                    </a:p>
                  </a:txBody>
                  <a:tcPr marL="0" marR="0" marT="0" marB="0">
                    <a:lnR w="3175">
                      <a:solidFill>
                        <a:srgbClr val="8EAADB"/>
                      </a:solidFill>
                      <a:prstDash val="solid"/>
                    </a:lnR>
                    <a:lnT w="3175">
                      <a:solidFill>
                        <a:srgbClr val="8EAADB"/>
                      </a:solidFill>
                      <a:prstDash val="solid"/>
                    </a:lnT>
                    <a:lnB w="3175">
                      <a:solidFill>
                        <a:srgbClr val="8EAADB"/>
                      </a:solidFill>
                      <a:prstDash val="solid"/>
                    </a:lnB>
                    <a:solidFill>
                      <a:srgbClr val="D9E1F3"/>
                    </a:solidFill>
                  </a:tcPr>
                </a:tc>
                <a:tc>
                  <a:txBody>
                    <a:bodyPr/>
                    <a:lstStyle/>
                    <a:p>
                      <a:pPr marL="67945">
                        <a:lnSpc>
                          <a:spcPts val="1380"/>
                        </a:lnSpc>
                      </a:pPr>
                      <a:r>
                        <a:rPr sz="1200" dirty="0">
                          <a:solidFill>
                            <a:srgbClr val="006FC0"/>
                          </a:solidFill>
                          <a:latin typeface="Times New Roman"/>
                          <a:cs typeface="Times New Roman"/>
                        </a:rPr>
                        <a:t>The</a:t>
                      </a:r>
                      <a:r>
                        <a:rPr sz="1200" spc="204" dirty="0">
                          <a:solidFill>
                            <a:srgbClr val="006FC0"/>
                          </a:solidFill>
                          <a:latin typeface="Times New Roman"/>
                          <a:cs typeface="Times New Roman"/>
                        </a:rPr>
                        <a:t> </a:t>
                      </a:r>
                      <a:r>
                        <a:rPr sz="1200" dirty="0">
                          <a:solidFill>
                            <a:srgbClr val="006FC0"/>
                          </a:solidFill>
                          <a:latin typeface="Times New Roman"/>
                          <a:cs typeface="Times New Roman"/>
                        </a:rPr>
                        <a:t>system</a:t>
                      </a:r>
                      <a:r>
                        <a:rPr sz="1200" spc="220" dirty="0">
                          <a:solidFill>
                            <a:srgbClr val="006FC0"/>
                          </a:solidFill>
                          <a:latin typeface="Times New Roman"/>
                          <a:cs typeface="Times New Roman"/>
                        </a:rPr>
                        <a:t> </a:t>
                      </a:r>
                      <a:r>
                        <a:rPr sz="1200" dirty="0">
                          <a:solidFill>
                            <a:srgbClr val="006FC0"/>
                          </a:solidFill>
                          <a:latin typeface="Times New Roman"/>
                          <a:cs typeface="Times New Roman"/>
                        </a:rPr>
                        <a:t>should</a:t>
                      </a:r>
                      <a:r>
                        <a:rPr sz="1200" spc="215" dirty="0">
                          <a:solidFill>
                            <a:srgbClr val="006FC0"/>
                          </a:solidFill>
                          <a:latin typeface="Times New Roman"/>
                          <a:cs typeface="Times New Roman"/>
                        </a:rPr>
                        <a:t> </a:t>
                      </a:r>
                      <a:r>
                        <a:rPr sz="1200" dirty="0">
                          <a:solidFill>
                            <a:srgbClr val="006FC0"/>
                          </a:solidFill>
                          <a:latin typeface="Times New Roman"/>
                          <a:cs typeface="Times New Roman"/>
                        </a:rPr>
                        <a:t>accurately</a:t>
                      </a:r>
                      <a:r>
                        <a:rPr sz="1200" spc="210" dirty="0">
                          <a:solidFill>
                            <a:srgbClr val="006FC0"/>
                          </a:solidFill>
                          <a:latin typeface="Times New Roman"/>
                          <a:cs typeface="Times New Roman"/>
                        </a:rPr>
                        <a:t> </a:t>
                      </a:r>
                      <a:r>
                        <a:rPr sz="1200" dirty="0">
                          <a:solidFill>
                            <a:srgbClr val="006FC0"/>
                          </a:solidFill>
                          <a:latin typeface="Times New Roman"/>
                          <a:cs typeface="Times New Roman"/>
                        </a:rPr>
                        <a:t>detect</a:t>
                      </a:r>
                      <a:r>
                        <a:rPr sz="1200" spc="220" dirty="0">
                          <a:solidFill>
                            <a:srgbClr val="006FC0"/>
                          </a:solidFill>
                          <a:latin typeface="Times New Roman"/>
                          <a:cs typeface="Times New Roman"/>
                        </a:rPr>
                        <a:t> </a:t>
                      </a:r>
                      <a:r>
                        <a:rPr sz="1200" dirty="0">
                          <a:solidFill>
                            <a:srgbClr val="006FC0"/>
                          </a:solidFill>
                          <a:latin typeface="Times New Roman"/>
                          <a:cs typeface="Times New Roman"/>
                        </a:rPr>
                        <a:t>and</a:t>
                      </a:r>
                      <a:r>
                        <a:rPr sz="1200" spc="225" dirty="0">
                          <a:solidFill>
                            <a:srgbClr val="006FC0"/>
                          </a:solidFill>
                          <a:latin typeface="Times New Roman"/>
                          <a:cs typeface="Times New Roman"/>
                        </a:rPr>
                        <a:t> </a:t>
                      </a:r>
                      <a:r>
                        <a:rPr sz="1200" dirty="0">
                          <a:solidFill>
                            <a:srgbClr val="006FC0"/>
                          </a:solidFill>
                          <a:latin typeface="Times New Roman"/>
                          <a:cs typeface="Times New Roman"/>
                        </a:rPr>
                        <a:t>respond</a:t>
                      </a:r>
                      <a:r>
                        <a:rPr sz="1200" spc="215" dirty="0">
                          <a:solidFill>
                            <a:srgbClr val="006FC0"/>
                          </a:solidFill>
                          <a:latin typeface="Times New Roman"/>
                          <a:cs typeface="Times New Roman"/>
                        </a:rPr>
                        <a:t> </a:t>
                      </a:r>
                      <a:r>
                        <a:rPr sz="1200" dirty="0">
                          <a:solidFill>
                            <a:srgbClr val="006FC0"/>
                          </a:solidFill>
                          <a:latin typeface="Times New Roman"/>
                          <a:cs typeface="Times New Roman"/>
                        </a:rPr>
                        <a:t>to</a:t>
                      </a:r>
                      <a:r>
                        <a:rPr sz="1200" spc="220" dirty="0">
                          <a:solidFill>
                            <a:srgbClr val="006FC0"/>
                          </a:solidFill>
                          <a:latin typeface="Times New Roman"/>
                          <a:cs typeface="Times New Roman"/>
                        </a:rPr>
                        <a:t> </a:t>
                      </a:r>
                      <a:r>
                        <a:rPr sz="1200" spc="-10" dirty="0">
                          <a:solidFill>
                            <a:srgbClr val="006FC0"/>
                          </a:solidFill>
                          <a:latin typeface="Times New Roman"/>
                          <a:cs typeface="Times New Roman"/>
                        </a:rPr>
                        <a:t>subtle</a:t>
                      </a:r>
                      <a:endParaRPr sz="1200" dirty="0">
                        <a:latin typeface="Times New Roman"/>
                        <a:cs typeface="Times New Roman"/>
                      </a:endParaRPr>
                    </a:p>
                    <a:p>
                      <a:pPr marL="67945" marR="332105">
                        <a:lnSpc>
                          <a:spcPts val="2080"/>
                        </a:lnSpc>
                        <a:spcBef>
                          <a:spcPts val="160"/>
                        </a:spcBef>
                      </a:pPr>
                      <a:r>
                        <a:rPr sz="1200" dirty="0">
                          <a:solidFill>
                            <a:srgbClr val="006FC0"/>
                          </a:solidFill>
                          <a:latin typeface="Times New Roman"/>
                          <a:cs typeface="Times New Roman"/>
                        </a:rPr>
                        <a:t>gestures</a:t>
                      </a:r>
                      <a:r>
                        <a:rPr sz="1200" spc="145" dirty="0">
                          <a:solidFill>
                            <a:srgbClr val="006FC0"/>
                          </a:solidFill>
                          <a:latin typeface="Times New Roman"/>
                          <a:cs typeface="Times New Roman"/>
                        </a:rPr>
                        <a:t> </a:t>
                      </a:r>
                      <a:r>
                        <a:rPr sz="1200" dirty="0">
                          <a:solidFill>
                            <a:srgbClr val="006FC0"/>
                          </a:solidFill>
                          <a:latin typeface="Times New Roman"/>
                          <a:cs typeface="Times New Roman"/>
                        </a:rPr>
                        <a:t>as</a:t>
                      </a:r>
                      <a:r>
                        <a:rPr sz="1200" spc="160" dirty="0">
                          <a:solidFill>
                            <a:srgbClr val="006FC0"/>
                          </a:solidFill>
                          <a:latin typeface="Times New Roman"/>
                          <a:cs typeface="Times New Roman"/>
                        </a:rPr>
                        <a:t> </a:t>
                      </a:r>
                      <a:r>
                        <a:rPr sz="1200" dirty="0">
                          <a:solidFill>
                            <a:srgbClr val="006FC0"/>
                          </a:solidFill>
                          <a:latin typeface="Times New Roman"/>
                          <a:cs typeface="Times New Roman"/>
                        </a:rPr>
                        <a:t>well</a:t>
                      </a:r>
                      <a:r>
                        <a:rPr sz="1200" spc="165" dirty="0">
                          <a:solidFill>
                            <a:srgbClr val="006FC0"/>
                          </a:solidFill>
                          <a:latin typeface="Times New Roman"/>
                          <a:cs typeface="Times New Roman"/>
                        </a:rPr>
                        <a:t> </a:t>
                      </a:r>
                      <a:r>
                        <a:rPr sz="1200" dirty="0">
                          <a:solidFill>
                            <a:srgbClr val="006FC0"/>
                          </a:solidFill>
                          <a:latin typeface="Times New Roman"/>
                          <a:cs typeface="Times New Roman"/>
                        </a:rPr>
                        <a:t>as</a:t>
                      </a:r>
                      <a:r>
                        <a:rPr sz="1200" spc="145" dirty="0">
                          <a:solidFill>
                            <a:srgbClr val="006FC0"/>
                          </a:solidFill>
                          <a:latin typeface="Times New Roman"/>
                          <a:cs typeface="Times New Roman"/>
                        </a:rPr>
                        <a:t> </a:t>
                      </a:r>
                      <a:r>
                        <a:rPr sz="1200" dirty="0">
                          <a:solidFill>
                            <a:srgbClr val="006FC0"/>
                          </a:solidFill>
                          <a:latin typeface="Times New Roman"/>
                          <a:cs typeface="Times New Roman"/>
                        </a:rPr>
                        <a:t>faster</a:t>
                      </a:r>
                      <a:r>
                        <a:rPr sz="1200" spc="150" dirty="0">
                          <a:solidFill>
                            <a:srgbClr val="006FC0"/>
                          </a:solidFill>
                          <a:latin typeface="Times New Roman"/>
                          <a:cs typeface="Times New Roman"/>
                        </a:rPr>
                        <a:t> </a:t>
                      </a:r>
                      <a:r>
                        <a:rPr sz="1200" dirty="0">
                          <a:solidFill>
                            <a:srgbClr val="006FC0"/>
                          </a:solidFill>
                          <a:latin typeface="Times New Roman"/>
                          <a:cs typeface="Times New Roman"/>
                        </a:rPr>
                        <a:t>movements</a:t>
                      </a:r>
                      <a:r>
                        <a:rPr lang="en-US" sz="1200" dirty="0">
                          <a:solidFill>
                            <a:srgbClr val="006FC0"/>
                          </a:solidFill>
                          <a:latin typeface="Times New Roman"/>
                          <a:cs typeface="Times New Roman"/>
                        </a:rPr>
                        <a:t>.</a:t>
                      </a:r>
                      <a:endParaRPr sz="1200" dirty="0">
                        <a:latin typeface="Times New Roman"/>
                        <a:cs typeface="Times New Roman"/>
                      </a:endParaRPr>
                    </a:p>
                  </a:txBody>
                  <a:tcPr marL="0" marR="0" marT="0" marB="0">
                    <a:lnL w="3175">
                      <a:solidFill>
                        <a:srgbClr val="8EAADB"/>
                      </a:solidFill>
                      <a:prstDash val="solid"/>
                    </a:lnL>
                    <a:lnT w="3175">
                      <a:solidFill>
                        <a:srgbClr val="8EAADB"/>
                      </a:solidFill>
                      <a:prstDash val="solid"/>
                    </a:lnT>
                    <a:lnB w="3175">
                      <a:solidFill>
                        <a:srgbClr val="8EAADB"/>
                      </a:solidFill>
                      <a:prstDash val="solid"/>
                    </a:lnB>
                    <a:solidFill>
                      <a:srgbClr val="D9E1F3"/>
                    </a:solidFill>
                  </a:tcPr>
                </a:tc>
                <a:extLst>
                  <a:ext uri="{0D108BD9-81ED-4DB2-BD59-A6C34878D82A}">
                    <a16:rowId xmlns:a16="http://schemas.microsoft.com/office/drawing/2014/main" val="10003"/>
                  </a:ext>
                </a:extLst>
              </a:tr>
              <a:tr h="340995">
                <a:tc>
                  <a:txBody>
                    <a:bodyPr/>
                    <a:lstStyle/>
                    <a:p>
                      <a:pPr marL="69850">
                        <a:lnSpc>
                          <a:spcPts val="1370"/>
                        </a:lnSpc>
                      </a:pPr>
                      <a:r>
                        <a:rPr sz="1200" dirty="0">
                          <a:solidFill>
                            <a:srgbClr val="006FC0"/>
                          </a:solidFill>
                          <a:latin typeface="Times New Roman"/>
                          <a:cs typeface="Times New Roman"/>
                        </a:rPr>
                        <a:t>Actual</a:t>
                      </a:r>
                      <a:r>
                        <a:rPr sz="1200" spc="-45" dirty="0">
                          <a:solidFill>
                            <a:srgbClr val="006FC0"/>
                          </a:solidFill>
                          <a:latin typeface="Times New Roman"/>
                          <a:cs typeface="Times New Roman"/>
                        </a:rPr>
                        <a:t> </a:t>
                      </a:r>
                      <a:r>
                        <a:rPr sz="1200" spc="-10" dirty="0">
                          <a:solidFill>
                            <a:srgbClr val="006FC0"/>
                          </a:solidFill>
                          <a:latin typeface="Times New Roman"/>
                          <a:cs typeface="Times New Roman"/>
                        </a:rPr>
                        <a:t>output</a:t>
                      </a:r>
                      <a:endParaRPr sz="1200">
                        <a:latin typeface="Times New Roman"/>
                        <a:cs typeface="Times New Roman"/>
                      </a:endParaRPr>
                    </a:p>
                  </a:txBody>
                  <a:tcPr marL="0" marR="0" marT="0" marB="0">
                    <a:lnR w="3175">
                      <a:solidFill>
                        <a:srgbClr val="8EAADB"/>
                      </a:solidFill>
                      <a:prstDash val="solid"/>
                    </a:lnR>
                    <a:lnT w="3175">
                      <a:solidFill>
                        <a:srgbClr val="8EAADB"/>
                      </a:solidFill>
                      <a:prstDash val="solid"/>
                    </a:lnT>
                    <a:lnB w="3175">
                      <a:solidFill>
                        <a:srgbClr val="8EAADB"/>
                      </a:solidFill>
                      <a:prstDash val="solid"/>
                    </a:lnB>
                  </a:tcPr>
                </a:tc>
                <a:tc>
                  <a:txBody>
                    <a:bodyPr/>
                    <a:lstStyle/>
                    <a:p>
                      <a:pPr marL="67945">
                        <a:lnSpc>
                          <a:spcPts val="1370"/>
                        </a:lnSpc>
                      </a:pPr>
                      <a:r>
                        <a:rPr sz="1200" dirty="0">
                          <a:solidFill>
                            <a:srgbClr val="006FC0"/>
                          </a:solidFill>
                          <a:latin typeface="Times New Roman"/>
                          <a:cs typeface="Times New Roman"/>
                        </a:rPr>
                        <a:t>Record</a:t>
                      </a:r>
                      <a:r>
                        <a:rPr sz="1200" spc="-25" dirty="0">
                          <a:solidFill>
                            <a:srgbClr val="006FC0"/>
                          </a:solidFill>
                          <a:latin typeface="Times New Roman"/>
                          <a:cs typeface="Times New Roman"/>
                        </a:rPr>
                        <a:t> </a:t>
                      </a:r>
                      <a:r>
                        <a:rPr sz="1200" dirty="0">
                          <a:solidFill>
                            <a:srgbClr val="006FC0"/>
                          </a:solidFill>
                          <a:latin typeface="Times New Roman"/>
                          <a:cs typeface="Times New Roman"/>
                        </a:rPr>
                        <a:t>the</a:t>
                      </a:r>
                      <a:r>
                        <a:rPr sz="1200" spc="-35" dirty="0">
                          <a:solidFill>
                            <a:srgbClr val="006FC0"/>
                          </a:solidFill>
                          <a:latin typeface="Times New Roman"/>
                          <a:cs typeface="Times New Roman"/>
                        </a:rPr>
                        <a:t> </a:t>
                      </a:r>
                      <a:r>
                        <a:rPr sz="1200" dirty="0">
                          <a:solidFill>
                            <a:srgbClr val="006FC0"/>
                          </a:solidFill>
                          <a:latin typeface="Times New Roman"/>
                          <a:cs typeface="Times New Roman"/>
                        </a:rPr>
                        <a:t>system's</a:t>
                      </a:r>
                      <a:r>
                        <a:rPr sz="1200" spc="-25" dirty="0">
                          <a:solidFill>
                            <a:srgbClr val="006FC0"/>
                          </a:solidFill>
                          <a:latin typeface="Times New Roman"/>
                          <a:cs typeface="Times New Roman"/>
                        </a:rPr>
                        <a:t> </a:t>
                      </a:r>
                      <a:r>
                        <a:rPr sz="1200" dirty="0">
                          <a:solidFill>
                            <a:srgbClr val="006FC0"/>
                          </a:solidFill>
                          <a:latin typeface="Times New Roman"/>
                          <a:cs typeface="Times New Roman"/>
                        </a:rPr>
                        <a:t>response</a:t>
                      </a:r>
                      <a:r>
                        <a:rPr sz="1200" spc="-30" dirty="0">
                          <a:solidFill>
                            <a:srgbClr val="006FC0"/>
                          </a:solidFill>
                          <a:latin typeface="Times New Roman"/>
                          <a:cs typeface="Times New Roman"/>
                        </a:rPr>
                        <a:t> </a:t>
                      </a:r>
                      <a:r>
                        <a:rPr sz="1200" dirty="0">
                          <a:solidFill>
                            <a:srgbClr val="006FC0"/>
                          </a:solidFill>
                          <a:latin typeface="Times New Roman"/>
                          <a:cs typeface="Times New Roman"/>
                        </a:rPr>
                        <a:t>to</a:t>
                      </a:r>
                      <a:r>
                        <a:rPr sz="1200" spc="-25" dirty="0">
                          <a:solidFill>
                            <a:srgbClr val="006FC0"/>
                          </a:solidFill>
                          <a:latin typeface="Times New Roman"/>
                          <a:cs typeface="Times New Roman"/>
                        </a:rPr>
                        <a:t> </a:t>
                      </a:r>
                      <a:r>
                        <a:rPr sz="1200" dirty="0">
                          <a:solidFill>
                            <a:srgbClr val="006FC0"/>
                          </a:solidFill>
                          <a:latin typeface="Times New Roman"/>
                          <a:cs typeface="Times New Roman"/>
                        </a:rPr>
                        <a:t>each</a:t>
                      </a:r>
                      <a:r>
                        <a:rPr sz="1200" spc="-20" dirty="0">
                          <a:solidFill>
                            <a:srgbClr val="006FC0"/>
                          </a:solidFill>
                          <a:latin typeface="Times New Roman"/>
                          <a:cs typeface="Times New Roman"/>
                        </a:rPr>
                        <a:t> </a:t>
                      </a:r>
                      <a:r>
                        <a:rPr sz="1200" spc="-10" dirty="0">
                          <a:solidFill>
                            <a:srgbClr val="006FC0"/>
                          </a:solidFill>
                          <a:latin typeface="Times New Roman"/>
                          <a:cs typeface="Times New Roman"/>
                        </a:rPr>
                        <a:t>gesture</a:t>
                      </a:r>
                      <a:endParaRPr sz="1200">
                        <a:latin typeface="Times New Roman"/>
                        <a:cs typeface="Times New Roman"/>
                      </a:endParaRPr>
                    </a:p>
                  </a:txBody>
                  <a:tcPr marL="0" marR="0" marT="0" marB="0">
                    <a:lnL w="3175">
                      <a:solidFill>
                        <a:srgbClr val="8EAADB"/>
                      </a:solidFill>
                      <a:prstDash val="solid"/>
                    </a:lnL>
                    <a:lnT w="3175">
                      <a:solidFill>
                        <a:srgbClr val="8EAADB"/>
                      </a:solidFill>
                      <a:prstDash val="solid"/>
                    </a:lnT>
                    <a:lnB w="3175">
                      <a:solidFill>
                        <a:srgbClr val="8EAADB"/>
                      </a:solidFill>
                      <a:prstDash val="solid"/>
                    </a:lnB>
                  </a:tcPr>
                </a:tc>
                <a:extLst>
                  <a:ext uri="{0D108BD9-81ED-4DB2-BD59-A6C34878D82A}">
                    <a16:rowId xmlns:a16="http://schemas.microsoft.com/office/drawing/2014/main" val="10004"/>
                  </a:ext>
                </a:extLst>
              </a:tr>
              <a:tr h="348615">
                <a:tc>
                  <a:txBody>
                    <a:bodyPr/>
                    <a:lstStyle/>
                    <a:p>
                      <a:pPr marL="69850">
                        <a:lnSpc>
                          <a:spcPts val="1370"/>
                        </a:lnSpc>
                      </a:pPr>
                      <a:r>
                        <a:rPr sz="1200" spc="-10" dirty="0">
                          <a:solidFill>
                            <a:srgbClr val="006FC0"/>
                          </a:solidFill>
                          <a:latin typeface="Times New Roman"/>
                          <a:cs typeface="Times New Roman"/>
                        </a:rPr>
                        <a:t>Pass/Fail</a:t>
                      </a:r>
                      <a:endParaRPr sz="1200" dirty="0">
                        <a:latin typeface="Times New Roman"/>
                        <a:cs typeface="Times New Roman"/>
                      </a:endParaRPr>
                    </a:p>
                  </a:txBody>
                  <a:tcPr marL="0" marR="0" marT="0" marB="0">
                    <a:lnR w="3175">
                      <a:solidFill>
                        <a:srgbClr val="8EAADB"/>
                      </a:solidFill>
                      <a:prstDash val="solid"/>
                    </a:lnR>
                    <a:lnT w="3175">
                      <a:solidFill>
                        <a:srgbClr val="8EAADB"/>
                      </a:solidFill>
                      <a:prstDash val="solid"/>
                    </a:lnT>
                    <a:lnB w="3175">
                      <a:solidFill>
                        <a:srgbClr val="8EAADB"/>
                      </a:solidFill>
                      <a:prstDash val="solid"/>
                    </a:lnB>
                    <a:solidFill>
                      <a:srgbClr val="D9E1F3"/>
                    </a:solidFill>
                  </a:tcPr>
                </a:tc>
                <a:tc>
                  <a:txBody>
                    <a:bodyPr/>
                    <a:lstStyle/>
                    <a:p>
                      <a:pPr marL="67945">
                        <a:lnSpc>
                          <a:spcPts val="1370"/>
                        </a:lnSpc>
                      </a:pPr>
                      <a:r>
                        <a:rPr sz="1200" spc="-20" dirty="0">
                          <a:solidFill>
                            <a:srgbClr val="006FC0"/>
                          </a:solidFill>
                          <a:latin typeface="Times New Roman"/>
                          <a:cs typeface="Times New Roman"/>
                        </a:rPr>
                        <a:t>Pass</a:t>
                      </a:r>
                      <a:endParaRPr sz="1200" dirty="0">
                        <a:latin typeface="Times New Roman"/>
                        <a:cs typeface="Times New Roman"/>
                      </a:endParaRPr>
                    </a:p>
                  </a:txBody>
                  <a:tcPr marL="0" marR="0" marT="0" marB="0">
                    <a:lnL w="3175">
                      <a:solidFill>
                        <a:srgbClr val="8EAADB"/>
                      </a:solidFill>
                      <a:prstDash val="solid"/>
                    </a:lnL>
                    <a:lnT w="3175">
                      <a:solidFill>
                        <a:srgbClr val="8EAADB"/>
                      </a:solidFill>
                      <a:prstDash val="solid"/>
                    </a:lnT>
                    <a:lnB w="3175">
                      <a:solidFill>
                        <a:srgbClr val="8EAADB"/>
                      </a:solidFill>
                      <a:prstDash val="solid"/>
                    </a:lnB>
                    <a:solidFill>
                      <a:srgbClr val="D9E1F3"/>
                    </a:solidFill>
                  </a:tcPr>
                </a:tc>
                <a:extLst>
                  <a:ext uri="{0D108BD9-81ED-4DB2-BD59-A6C34878D82A}">
                    <a16:rowId xmlns:a16="http://schemas.microsoft.com/office/drawing/2014/main" val="10005"/>
                  </a:ext>
                </a:extLst>
              </a:tr>
            </a:tbl>
          </a:graphicData>
        </a:graphic>
      </p:graphicFrame>
      <p:sp>
        <p:nvSpPr>
          <p:cNvPr id="9" name="TextBox 8">
            <a:extLst>
              <a:ext uri="{FF2B5EF4-FFF2-40B4-BE49-F238E27FC236}">
                <a16:creationId xmlns:a16="http://schemas.microsoft.com/office/drawing/2014/main" id="{02E2B75E-8788-FFDE-A383-D73A1634ED25}"/>
              </a:ext>
            </a:extLst>
          </p:cNvPr>
          <p:cNvSpPr txBox="1"/>
          <p:nvPr/>
        </p:nvSpPr>
        <p:spPr>
          <a:xfrm>
            <a:off x="882650" y="1003300"/>
            <a:ext cx="1219200"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Test Case 2</a:t>
            </a:r>
            <a:endParaRPr lang="en-IN" sz="1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AFFD4B4-F8EA-C5FA-8B1A-D029C40ACDBF}"/>
              </a:ext>
            </a:extLst>
          </p:cNvPr>
          <p:cNvSpPr txBox="1"/>
          <p:nvPr/>
        </p:nvSpPr>
        <p:spPr>
          <a:xfrm>
            <a:off x="882650" y="1323777"/>
            <a:ext cx="3035573" cy="635239"/>
          </a:xfrm>
          <a:prstGeom prst="rect">
            <a:avLst/>
          </a:prstGeom>
          <a:noFill/>
        </p:spPr>
        <p:txBody>
          <a:bodyPr wrap="square" rtlCol="0">
            <a:spAutoFit/>
          </a:bodyPr>
          <a:lstStyle/>
          <a:p>
            <a:pPr marL="12700" marR="5080">
              <a:lnSpc>
                <a:spcPct val="143500"/>
              </a:lnSpc>
              <a:spcBef>
                <a:spcPts val="100"/>
              </a:spcBef>
            </a:pPr>
            <a:r>
              <a:rPr lang="en-US" sz="1200" b="1" spc="-10" dirty="0">
                <a:latin typeface="Times New Roman"/>
                <a:cs typeface="Times New Roman"/>
              </a:rPr>
              <a:t>Table</a:t>
            </a:r>
            <a:r>
              <a:rPr lang="en-US" sz="1200" b="1" spc="-60" dirty="0">
                <a:latin typeface="Times New Roman"/>
                <a:cs typeface="Times New Roman"/>
              </a:rPr>
              <a:t> </a:t>
            </a:r>
            <a:r>
              <a:rPr lang="en-US" sz="1200" b="1" spc="-10" dirty="0">
                <a:latin typeface="Times New Roman"/>
                <a:cs typeface="Times New Roman"/>
              </a:rPr>
              <a:t> 7.</a:t>
            </a:r>
            <a:r>
              <a:rPr lang="en-US" sz="1200" b="1" spc="-50" dirty="0">
                <a:latin typeface="Times New Roman"/>
                <a:cs typeface="Times New Roman"/>
              </a:rPr>
              <a:t>2:  Gesture Sensitivity and Accuracy</a:t>
            </a:r>
            <a:endParaRPr lang="en-US" sz="1200" b="1" dirty="0">
              <a:latin typeface="Times New Roman"/>
              <a:cs typeface="Times New Roman"/>
            </a:endParaRPr>
          </a:p>
          <a:p>
            <a:endParaRPr lang="en-IN" dirty="0"/>
          </a:p>
        </p:txBody>
      </p:sp>
      <p:sp>
        <p:nvSpPr>
          <p:cNvPr id="12" name="object 6">
            <a:extLst>
              <a:ext uri="{FF2B5EF4-FFF2-40B4-BE49-F238E27FC236}">
                <a16:creationId xmlns:a16="http://schemas.microsoft.com/office/drawing/2014/main" id="{D3D88B88-8AA5-39B0-364B-AC482FA240CA}"/>
              </a:ext>
            </a:extLst>
          </p:cNvPr>
          <p:cNvSpPr txBox="1"/>
          <p:nvPr/>
        </p:nvSpPr>
        <p:spPr>
          <a:xfrm>
            <a:off x="900750" y="4863913"/>
            <a:ext cx="6306500" cy="527067"/>
          </a:xfrm>
          <a:prstGeom prst="rect">
            <a:avLst/>
          </a:prstGeom>
        </p:spPr>
        <p:txBody>
          <a:bodyPr vert="horz" wrap="square" lIns="0" tIns="12700" rIns="0" bIns="0" rtlCol="0">
            <a:spAutoFit/>
          </a:bodyPr>
          <a:lstStyle/>
          <a:p>
            <a:pPr marL="12700" marR="5080">
              <a:lnSpc>
                <a:spcPct val="143500"/>
              </a:lnSpc>
              <a:spcBef>
                <a:spcPts val="100"/>
              </a:spcBef>
            </a:pPr>
            <a:r>
              <a:rPr sz="1200" dirty="0">
                <a:latin typeface="Times New Roman"/>
                <a:cs typeface="Times New Roman"/>
              </a:rPr>
              <a:t>The</a:t>
            </a:r>
            <a:r>
              <a:rPr sz="1200" spc="-30" dirty="0">
                <a:latin typeface="Times New Roman"/>
                <a:cs typeface="Times New Roman"/>
              </a:rPr>
              <a:t> </a:t>
            </a:r>
            <a:r>
              <a:rPr lang="en-US" sz="1200" spc="-30" dirty="0">
                <a:latin typeface="Times New Roman"/>
                <a:cs typeface="Times New Roman"/>
              </a:rPr>
              <a:t>Above T</a:t>
            </a:r>
            <a:r>
              <a:rPr sz="1200" dirty="0">
                <a:latin typeface="Times New Roman"/>
                <a:cs typeface="Times New Roman"/>
              </a:rPr>
              <a:t>able</a:t>
            </a:r>
            <a:r>
              <a:rPr sz="1200" spc="-25" dirty="0">
                <a:latin typeface="Times New Roman"/>
                <a:cs typeface="Times New Roman"/>
              </a:rPr>
              <a:t> </a:t>
            </a:r>
            <a:r>
              <a:rPr sz="1200" dirty="0">
                <a:latin typeface="Times New Roman"/>
                <a:cs typeface="Times New Roman"/>
              </a:rPr>
              <a:t>7.</a:t>
            </a:r>
            <a:r>
              <a:rPr lang="en-US" sz="1200" dirty="0">
                <a:latin typeface="Times New Roman"/>
                <a:cs typeface="Times New Roman"/>
              </a:rPr>
              <a:t>2</a:t>
            </a:r>
            <a:r>
              <a:rPr sz="1200" spc="-15"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test</a:t>
            </a:r>
            <a:r>
              <a:rPr sz="1200" spc="-20" dirty="0">
                <a:latin typeface="Times New Roman"/>
                <a:cs typeface="Times New Roman"/>
              </a:rPr>
              <a:t> </a:t>
            </a:r>
            <a:r>
              <a:rPr sz="1200" dirty="0">
                <a:latin typeface="Times New Roman"/>
                <a:cs typeface="Times New Roman"/>
              </a:rPr>
              <a:t>case</a:t>
            </a:r>
            <a:r>
              <a:rPr sz="1200" spc="-1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TC-</a:t>
            </a:r>
            <a:r>
              <a:rPr lang="en-US" sz="1200" spc="-10" dirty="0">
                <a:latin typeface="Times New Roman"/>
                <a:cs typeface="Times New Roman"/>
              </a:rPr>
              <a:t>2</a:t>
            </a:r>
            <a:r>
              <a:rPr sz="1200" spc="-5" dirty="0">
                <a:latin typeface="Times New Roman"/>
                <a:cs typeface="Times New Roman"/>
              </a:rPr>
              <a:t> </a:t>
            </a:r>
            <a:r>
              <a:rPr sz="1200" dirty="0">
                <a:latin typeface="Times New Roman"/>
                <a:cs typeface="Times New Roman"/>
              </a:rPr>
              <a:t>represented</a:t>
            </a:r>
            <a:r>
              <a:rPr sz="1200" spc="-25" dirty="0">
                <a:latin typeface="Times New Roman"/>
                <a:cs typeface="Times New Roman"/>
              </a:rPr>
              <a:t> as</a:t>
            </a:r>
            <a:endParaRPr lang="en-US" sz="1200" spc="-25" dirty="0">
              <a:latin typeface="Times New Roman"/>
              <a:cs typeface="Times New Roman"/>
            </a:endParaRPr>
          </a:p>
          <a:p>
            <a:pPr marL="12700" marR="5080">
              <a:lnSpc>
                <a:spcPct val="143500"/>
              </a:lnSpc>
              <a:spcBef>
                <a:spcPts val="100"/>
              </a:spcBef>
            </a:pPr>
            <a:r>
              <a:rPr sz="1200" spc="-25" dirty="0">
                <a:latin typeface="Times New Roman"/>
                <a:cs typeface="Times New Roman"/>
              </a:rPr>
              <a:t> </a:t>
            </a:r>
            <a:endParaRPr sz="1200" b="1" dirty="0">
              <a:latin typeface="Times New Roman"/>
              <a:cs typeface="Times New Roman"/>
            </a:endParaRPr>
          </a:p>
        </p:txBody>
      </p:sp>
      <p:sp>
        <p:nvSpPr>
          <p:cNvPr id="13" name="object 2">
            <a:extLst>
              <a:ext uri="{FF2B5EF4-FFF2-40B4-BE49-F238E27FC236}">
                <a16:creationId xmlns:a16="http://schemas.microsoft.com/office/drawing/2014/main" id="{1A6ABF88-09E7-9FE2-E610-0444C25A4F4A}"/>
              </a:ext>
            </a:extLst>
          </p:cNvPr>
          <p:cNvSpPr txBox="1"/>
          <p:nvPr/>
        </p:nvSpPr>
        <p:spPr>
          <a:xfrm>
            <a:off x="886764" y="623957"/>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dirty="0">
              <a:latin typeface="Times New Roman"/>
              <a:cs typeface="Times New Roman"/>
            </a:endParaRPr>
          </a:p>
        </p:txBody>
      </p:sp>
      <p:sp>
        <p:nvSpPr>
          <p:cNvPr id="14" name="object 3">
            <a:extLst>
              <a:ext uri="{FF2B5EF4-FFF2-40B4-BE49-F238E27FC236}">
                <a16:creationId xmlns:a16="http://schemas.microsoft.com/office/drawing/2014/main" id="{74512B5B-F01E-BA36-16AE-83B7535A3335}"/>
              </a:ext>
            </a:extLst>
          </p:cNvPr>
          <p:cNvSpPr txBox="1"/>
          <p:nvPr/>
        </p:nvSpPr>
        <p:spPr>
          <a:xfrm>
            <a:off x="6561581" y="624331"/>
            <a:ext cx="47244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Testing</a:t>
            </a:r>
            <a:endParaRPr sz="1200" dirty="0">
              <a:latin typeface="Times New Roman"/>
              <a:cs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755771" y="9801385"/>
            <a:ext cx="241300" cy="359073"/>
          </a:xfrm>
          <a:prstGeom prst="rect">
            <a:avLst/>
          </a:prstGeom>
        </p:spPr>
        <p:txBody>
          <a:bodyPr vert="horz" wrap="square" lIns="0" tIns="0" rIns="0" bIns="0" rtlCol="0">
            <a:spAutoFit/>
          </a:bodyPr>
          <a:lstStyle/>
          <a:p>
            <a:pPr marL="38100">
              <a:lnSpc>
                <a:spcPts val="1410"/>
              </a:lnSpc>
            </a:pPr>
            <a:endParaRPr lang="en-US" sz="1200" spc="-25" dirty="0">
              <a:latin typeface="Times New Roman"/>
              <a:cs typeface="Times New Roman"/>
            </a:endParaRPr>
          </a:p>
          <a:p>
            <a:pPr marL="38100">
              <a:lnSpc>
                <a:spcPts val="1410"/>
              </a:lnSpc>
            </a:pPr>
            <a:r>
              <a:rPr lang="en-US" sz="1200" spc="-25" dirty="0">
                <a:latin typeface="Times New Roman"/>
                <a:cs typeface="Times New Roman"/>
              </a:rPr>
              <a:t>37</a:t>
            </a:r>
            <a:endParaRPr sz="1200" dirty="0">
              <a:latin typeface="Times New Roman"/>
              <a:cs typeface="Times New Roman"/>
            </a:endParaRPr>
          </a:p>
        </p:txBody>
      </p:sp>
      <p:sp>
        <p:nvSpPr>
          <p:cNvPr id="2" name="object 2"/>
          <p:cNvSpPr txBox="1"/>
          <p:nvPr/>
        </p:nvSpPr>
        <p:spPr>
          <a:xfrm>
            <a:off x="886764" y="777899"/>
            <a:ext cx="6146165" cy="9018623"/>
          </a:xfrm>
          <a:prstGeom prst="rect">
            <a:avLst/>
          </a:prstGeom>
        </p:spPr>
        <p:txBody>
          <a:bodyPr vert="horz" wrap="square" lIns="0" tIns="122555" rIns="0" bIns="0" rtlCol="0">
            <a:spAutoFit/>
          </a:bodyPr>
          <a:lstStyle/>
          <a:p>
            <a:pPr marR="4968875" algn="ctr">
              <a:lnSpc>
                <a:spcPct val="100000"/>
              </a:lnSpc>
              <a:spcBef>
                <a:spcPts val="965"/>
              </a:spcBef>
            </a:pPr>
            <a:r>
              <a:rPr sz="1600" b="1" dirty="0">
                <a:latin typeface="Times New Roman"/>
                <a:cs typeface="Times New Roman"/>
              </a:rPr>
              <a:t>CHAPTER</a:t>
            </a:r>
            <a:r>
              <a:rPr sz="1600" b="1" spc="-45" dirty="0">
                <a:latin typeface="Times New Roman"/>
                <a:cs typeface="Times New Roman"/>
              </a:rPr>
              <a:t> </a:t>
            </a:r>
            <a:r>
              <a:rPr sz="1600" b="1" spc="-50" dirty="0">
                <a:latin typeface="Times New Roman"/>
                <a:cs typeface="Times New Roman"/>
              </a:rPr>
              <a:t>8</a:t>
            </a:r>
            <a:endParaRPr sz="1600" dirty="0">
              <a:latin typeface="Times New Roman"/>
              <a:cs typeface="Times New Roman"/>
            </a:endParaRPr>
          </a:p>
          <a:p>
            <a:pPr algn="ctr">
              <a:lnSpc>
                <a:spcPct val="100000"/>
              </a:lnSpc>
              <a:spcBef>
                <a:spcPts val="860"/>
              </a:spcBef>
            </a:pPr>
            <a:r>
              <a:rPr sz="1600" b="1" spc="-10" dirty="0">
                <a:latin typeface="Times New Roman"/>
                <a:cs typeface="Times New Roman"/>
              </a:rPr>
              <a:t>CONCLUSION</a:t>
            </a:r>
            <a:r>
              <a:rPr sz="1600" b="1" spc="-75" dirty="0">
                <a:latin typeface="Times New Roman"/>
                <a:cs typeface="Times New Roman"/>
              </a:rPr>
              <a:t> </a:t>
            </a:r>
            <a:r>
              <a:rPr sz="1600" b="1" dirty="0">
                <a:latin typeface="Times New Roman"/>
                <a:cs typeface="Times New Roman"/>
              </a:rPr>
              <a:t>AND</a:t>
            </a:r>
            <a:r>
              <a:rPr sz="1600" b="1" spc="15" dirty="0">
                <a:latin typeface="Times New Roman"/>
                <a:cs typeface="Times New Roman"/>
              </a:rPr>
              <a:t> </a:t>
            </a:r>
            <a:r>
              <a:rPr sz="1600" b="1" dirty="0">
                <a:latin typeface="Times New Roman"/>
                <a:cs typeface="Times New Roman"/>
              </a:rPr>
              <a:t>FUTURE </a:t>
            </a:r>
            <a:r>
              <a:rPr sz="1600" b="1" spc="-10" dirty="0">
                <a:latin typeface="Times New Roman"/>
                <a:cs typeface="Times New Roman"/>
              </a:rPr>
              <a:t>ENHANCEMENT</a:t>
            </a:r>
            <a:endParaRPr sz="1600" dirty="0">
              <a:latin typeface="Times New Roman"/>
              <a:cs typeface="Times New Roman"/>
            </a:endParaRPr>
          </a:p>
          <a:p>
            <a:pPr marL="12700" lvl="1" algn="just">
              <a:lnSpc>
                <a:spcPct val="100000"/>
              </a:lnSpc>
              <a:spcBef>
                <a:spcPts val="885"/>
              </a:spcBef>
              <a:tabLst>
                <a:tab pos="280670" algn="l"/>
              </a:tabLst>
            </a:pPr>
            <a:r>
              <a:rPr lang="en-US" sz="1600" b="1" spc="-10" dirty="0">
                <a:latin typeface="Times New Roman"/>
                <a:cs typeface="Times New Roman"/>
              </a:rPr>
              <a:t>8.1 </a:t>
            </a:r>
            <a:r>
              <a:rPr sz="1600" b="1" spc="-10" dirty="0">
                <a:latin typeface="Times New Roman"/>
                <a:cs typeface="Times New Roman"/>
              </a:rPr>
              <a:t>Conclusion</a:t>
            </a:r>
            <a:endParaRPr lang="en-US" sz="1600" b="1" spc="-10" dirty="0">
              <a:latin typeface="Times New Roman"/>
              <a:cs typeface="Times New Roman"/>
            </a:endParaRPr>
          </a:p>
          <a:p>
            <a:pPr marL="12700" marR="5080" indent="488950" algn="just">
              <a:lnSpc>
                <a:spcPct val="143700"/>
              </a:lnSpc>
              <a:spcBef>
                <a:spcPts val="245"/>
              </a:spcBef>
            </a:pPr>
            <a:r>
              <a:rPr lang="en-US" sz="1200" dirty="0">
                <a:latin typeface="Times New Roman" panose="02020603050405020304" pitchFamily="18" charset="0"/>
                <a:cs typeface="Times New Roman" panose="02020603050405020304" pitchFamily="18" charset="0"/>
              </a:rPr>
              <a:t>This project demonstrates a system that uses hand gestures as an effective and intuitive method for controlling mouse operations through computer vision. The gesture-based mouse controller does not require any external devices or markers, making it practical for real-life use on basic computers equipped with standard webcams. The system successfully meets its functional requirements by accurately recognizing gestures for cursor movement, left and right clicks, double clicks, and screenshot capture, and performing these actions reliably on the computer. It also fulfills the non-functional requirements, as it operates with good speed, responsiveness, and ease of use, providing a smooth interaction experience. Safety considerations are addressed by ensuring the system performs actions only when intentional gestures are made, preventing accidental clicks or system misuse. These achievements are largely made possible by the powerful combination of </a:t>
            </a:r>
            <a:r>
              <a:rPr lang="en-US" sz="1200" dirty="0" err="1">
                <a:latin typeface="Times New Roman" panose="02020603050405020304" pitchFamily="18" charset="0"/>
                <a:cs typeface="Times New Roman" panose="02020603050405020304" pitchFamily="18" charset="0"/>
              </a:rPr>
              <a:t>MediaPipe</a:t>
            </a:r>
            <a:r>
              <a:rPr lang="en-US" sz="1200" dirty="0">
                <a:latin typeface="Times New Roman" panose="02020603050405020304" pitchFamily="18" charset="0"/>
                <a:cs typeface="Times New Roman" panose="02020603050405020304" pitchFamily="18" charset="0"/>
              </a:rPr>
              <a:t> and OpenCV, which provide robust hand-tracking and landmark-detection capabilities. By continuously interpreting fingertip positions and gesture patterns, the system automates essential computer interactions and simplifies user control. Overall, this project successfully proves that gesture-based control can offer a hands-free, accessible, and modern alternative to traditional input devices.</a:t>
            </a:r>
            <a:endParaRPr sz="1200" dirty="0">
              <a:latin typeface="Times New Roman" panose="02020603050405020304" pitchFamily="18" charset="0"/>
              <a:cs typeface="Times New Roman" panose="02020603050405020304" pitchFamily="18" charset="0"/>
            </a:endParaRPr>
          </a:p>
          <a:p>
            <a:pPr>
              <a:lnSpc>
                <a:spcPct val="100000"/>
              </a:lnSpc>
              <a:spcBef>
                <a:spcPts val="40"/>
              </a:spcBef>
            </a:pPr>
            <a:endParaRPr sz="1200" dirty="0">
              <a:latin typeface="Times New Roman"/>
              <a:cs typeface="Times New Roman"/>
            </a:endParaRPr>
          </a:p>
          <a:p>
            <a:pPr marL="12700" lvl="1" algn="just">
              <a:lnSpc>
                <a:spcPct val="100000"/>
              </a:lnSpc>
              <a:tabLst>
                <a:tab pos="280670" algn="l"/>
              </a:tabLst>
            </a:pPr>
            <a:r>
              <a:rPr lang="en-US" sz="1600" b="1" dirty="0">
                <a:latin typeface="Times New Roman"/>
                <a:cs typeface="Times New Roman"/>
              </a:rPr>
              <a:t>8.2 </a:t>
            </a:r>
            <a:r>
              <a:rPr sz="1600" b="1" dirty="0">
                <a:latin typeface="Times New Roman"/>
                <a:cs typeface="Times New Roman"/>
              </a:rPr>
              <a:t>Future</a:t>
            </a:r>
            <a:r>
              <a:rPr sz="1600" b="1" spc="-60" dirty="0">
                <a:latin typeface="Times New Roman"/>
                <a:cs typeface="Times New Roman"/>
              </a:rPr>
              <a:t> </a:t>
            </a:r>
            <a:r>
              <a:rPr sz="1600" b="1" spc="-10" dirty="0">
                <a:latin typeface="Times New Roman"/>
                <a:cs typeface="Times New Roman"/>
              </a:rPr>
              <a:t>Enhancement</a:t>
            </a:r>
            <a:endParaRPr sz="1600" dirty="0">
              <a:latin typeface="Times New Roman"/>
              <a:cs typeface="Times New Roman"/>
            </a:endParaRPr>
          </a:p>
          <a:p>
            <a:pPr marL="20320" marR="5080" indent="484505" algn="just">
              <a:lnSpc>
                <a:spcPct val="143900"/>
              </a:lnSpc>
              <a:spcBef>
                <a:spcPts val="915"/>
              </a:spcBef>
            </a:pPr>
            <a:r>
              <a:rPr lang="en-US" sz="1200" dirty="0">
                <a:latin typeface="Times New Roman" panose="02020603050405020304" pitchFamily="18" charset="0"/>
                <a:cs typeface="Times New Roman" panose="02020603050405020304" pitchFamily="18" charset="0"/>
              </a:rPr>
              <a:t>The hand gesture recognition system has a wide range of applications in human–computer interaction, touchless navigation, accessibility assistance, gaming, virtual workspaces, and many other modern computing fields. The system we developed for gesture-based mouse control using </a:t>
            </a:r>
            <a:r>
              <a:rPr lang="en-US" sz="1200" dirty="0" err="1">
                <a:latin typeface="Times New Roman" panose="02020603050405020304" pitchFamily="18" charset="0"/>
                <a:cs typeface="Times New Roman" panose="02020603050405020304" pitchFamily="18" charset="0"/>
              </a:rPr>
              <a:t>MediaPipe</a:t>
            </a:r>
            <a:r>
              <a:rPr lang="en-US" sz="1200" dirty="0">
                <a:latin typeface="Times New Roman" panose="02020603050405020304" pitchFamily="18" charset="0"/>
                <a:cs typeface="Times New Roman" panose="02020603050405020304" pitchFamily="18" charset="0"/>
              </a:rPr>
              <a:t> and OpenCV has shown promising results and demonstrates strong potential for further improvement and expansion in the future. By allowing users to control cursor movement, clicks, and screenshots through simple hand gestures, the project highlights how natural interactions can replace traditional input </a:t>
            </a:r>
            <a:r>
              <a:rPr lang="en-US" sz="1200" dirty="0" err="1">
                <a:latin typeface="Times New Roman" panose="02020603050405020304" pitchFamily="18" charset="0"/>
                <a:cs typeface="Times New Roman" panose="02020603050405020304" pitchFamily="18" charset="0"/>
              </a:rPr>
              <a:t>devices</a:t>
            </a:r>
            <a:r>
              <a:rPr lang="en-US" sz="1200" dirty="0" err="1"/>
              <a:t>.</a:t>
            </a:r>
            <a:r>
              <a:rPr lang="en-US" sz="1200" dirty="0" err="1">
                <a:latin typeface="Times New Roman" panose="02020603050405020304" pitchFamily="18" charset="0"/>
                <a:cs typeface="Times New Roman" panose="02020603050405020304" pitchFamily="18" charset="0"/>
              </a:rPr>
              <a:t>The</a:t>
            </a:r>
            <a:r>
              <a:rPr lang="en-US" sz="1200" dirty="0">
                <a:latin typeface="Times New Roman" panose="02020603050405020304" pitchFamily="18" charset="0"/>
                <a:cs typeface="Times New Roman" panose="02020603050405020304" pitchFamily="18" charset="0"/>
              </a:rPr>
              <a:t> hand gesture recognition system has a wide range of applications in human–computer interaction, touchless navigation, accessibility assistance, gaming, virtual workspaces, and many other modern computing fields. The system we developed for gesture-based mouse control using </a:t>
            </a:r>
            <a:r>
              <a:rPr lang="en-US" sz="1200" dirty="0" err="1">
                <a:latin typeface="Times New Roman" panose="02020603050405020304" pitchFamily="18" charset="0"/>
                <a:cs typeface="Times New Roman" panose="02020603050405020304" pitchFamily="18" charset="0"/>
              </a:rPr>
              <a:t>MediaPipe</a:t>
            </a:r>
            <a:r>
              <a:rPr lang="en-US" sz="1200" dirty="0">
                <a:latin typeface="Times New Roman" panose="02020603050405020304" pitchFamily="18" charset="0"/>
                <a:cs typeface="Times New Roman" panose="02020603050405020304" pitchFamily="18" charset="0"/>
              </a:rPr>
              <a:t> and OpenCV has shown promising results and demonstrates strong potential for further improvement and expansion in the future. By allowing users to control cursor movement, clicks, and screenshots through simple hand gestures, the project highlights how natural interactions can replace traditional input devices.</a:t>
            </a:r>
            <a:endParaRPr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755771" y="9801385"/>
            <a:ext cx="241300" cy="179536"/>
          </a:xfrm>
          <a:prstGeom prst="rect">
            <a:avLst/>
          </a:prstGeom>
        </p:spPr>
        <p:txBody>
          <a:bodyPr vert="horz" wrap="square" lIns="0" tIns="0" rIns="0" bIns="0" rtlCol="0">
            <a:spAutoFit/>
          </a:bodyPr>
          <a:lstStyle/>
          <a:p>
            <a:pPr marL="38100">
              <a:lnSpc>
                <a:spcPts val="1410"/>
              </a:lnSpc>
            </a:pPr>
            <a:r>
              <a:rPr lang="en-US" sz="1200" spc="-25" dirty="0">
                <a:latin typeface="Times New Roman"/>
                <a:cs typeface="Times New Roman"/>
              </a:rPr>
              <a:t>38</a:t>
            </a:r>
            <a:endParaRPr sz="1200" dirty="0">
              <a:latin typeface="Times New Roman"/>
              <a:cs typeface="Times New Roman"/>
            </a:endParaRPr>
          </a:p>
        </p:txBody>
      </p:sp>
      <p:sp>
        <p:nvSpPr>
          <p:cNvPr id="2" name="object 2"/>
          <p:cNvSpPr txBox="1"/>
          <p:nvPr/>
        </p:nvSpPr>
        <p:spPr>
          <a:xfrm>
            <a:off x="894384" y="888237"/>
            <a:ext cx="6141085" cy="6028766"/>
          </a:xfrm>
          <a:prstGeom prst="rect">
            <a:avLst/>
          </a:prstGeom>
        </p:spPr>
        <p:txBody>
          <a:bodyPr vert="horz" wrap="square" lIns="0" tIns="12065" rIns="0" bIns="0" rtlCol="0">
            <a:spAutoFit/>
          </a:bodyPr>
          <a:lstStyle/>
          <a:p>
            <a:pPr marR="13335" algn="ctr">
              <a:lnSpc>
                <a:spcPct val="150000"/>
              </a:lnSpc>
              <a:spcBef>
                <a:spcPts val="95"/>
              </a:spcBef>
            </a:pPr>
            <a:r>
              <a:rPr sz="1600" b="1" spc="-10" dirty="0">
                <a:latin typeface="Times New Roman"/>
                <a:cs typeface="Times New Roman"/>
              </a:rPr>
              <a:t>BIBLOGRAPHY</a:t>
            </a:r>
            <a:endParaRPr sz="1600" dirty="0">
              <a:latin typeface="Times New Roman"/>
              <a:cs typeface="Times New Roman"/>
            </a:endParaRPr>
          </a:p>
          <a:p>
            <a:pPr>
              <a:lnSpc>
                <a:spcPct val="150000"/>
              </a:lnSpc>
              <a:spcBef>
                <a:spcPts val="1165"/>
              </a:spcBef>
            </a:pPr>
            <a:endParaRPr sz="1600" dirty="0">
              <a:latin typeface="Times New Roman"/>
              <a:cs typeface="Times New Roman"/>
            </a:endParaRPr>
          </a:p>
          <a:p>
            <a:pPr marL="12700">
              <a:lnSpc>
                <a:spcPct val="150000"/>
              </a:lnSpc>
              <a:spcBef>
                <a:spcPts val="445"/>
              </a:spcBef>
            </a:pPr>
            <a:r>
              <a:rPr sz="1200" b="1" dirty="0">
                <a:latin typeface="Times New Roman"/>
                <a:cs typeface="Times New Roman"/>
              </a:rPr>
              <a:t>[1].</a:t>
            </a:r>
            <a:r>
              <a:rPr sz="1200" b="1" spc="135" dirty="0">
                <a:latin typeface="Times New Roman"/>
                <a:cs typeface="Times New Roman"/>
              </a:rPr>
              <a:t> </a:t>
            </a:r>
            <a:r>
              <a:rPr lang="en-IN" sz="1200" dirty="0">
                <a:latin typeface="Times New Roman"/>
                <a:cs typeface="Times New Roman"/>
              </a:rPr>
              <a:t>Joy</a:t>
            </a:r>
            <a:r>
              <a:rPr lang="en-IN" sz="1200" spc="75" dirty="0">
                <a:latin typeface="Times New Roman"/>
                <a:cs typeface="Times New Roman"/>
              </a:rPr>
              <a:t> </a:t>
            </a:r>
            <a:r>
              <a:rPr lang="en-IN" sz="1200" dirty="0">
                <a:latin typeface="Times New Roman"/>
                <a:cs typeface="Times New Roman"/>
              </a:rPr>
              <a:t>Guha,</a:t>
            </a:r>
            <a:r>
              <a:rPr lang="en-IN" sz="1200" spc="70" dirty="0">
                <a:latin typeface="Times New Roman"/>
                <a:cs typeface="Times New Roman"/>
              </a:rPr>
              <a:t> </a:t>
            </a:r>
            <a:r>
              <a:rPr lang="en-IN" sz="1200" dirty="0">
                <a:latin typeface="Times New Roman"/>
                <a:cs typeface="Times New Roman"/>
              </a:rPr>
              <a:t>Shreya</a:t>
            </a:r>
            <a:r>
              <a:rPr lang="en-IN" sz="1200" spc="70" dirty="0">
                <a:latin typeface="Times New Roman"/>
                <a:cs typeface="Times New Roman"/>
              </a:rPr>
              <a:t> </a:t>
            </a:r>
            <a:r>
              <a:rPr lang="en-IN" sz="1200" dirty="0">
                <a:latin typeface="Times New Roman"/>
                <a:cs typeface="Times New Roman"/>
              </a:rPr>
              <a:t>Kumari,</a:t>
            </a:r>
            <a:r>
              <a:rPr lang="en-IN" sz="1200" spc="70" dirty="0">
                <a:latin typeface="Times New Roman"/>
                <a:cs typeface="Times New Roman"/>
              </a:rPr>
              <a:t> </a:t>
            </a:r>
            <a:r>
              <a:rPr lang="en-IN" sz="1200" dirty="0">
                <a:latin typeface="Times New Roman"/>
                <a:cs typeface="Times New Roman"/>
              </a:rPr>
              <a:t>Prof.</a:t>
            </a:r>
            <a:r>
              <a:rPr lang="en-IN" sz="1200" spc="75" dirty="0">
                <a:latin typeface="Times New Roman"/>
                <a:cs typeface="Times New Roman"/>
              </a:rPr>
              <a:t> </a:t>
            </a:r>
            <a:r>
              <a:rPr lang="en-IN" sz="1200" dirty="0">
                <a:latin typeface="Times New Roman"/>
                <a:cs typeface="Times New Roman"/>
              </a:rPr>
              <a:t>Shiv</a:t>
            </a:r>
            <a:r>
              <a:rPr lang="en-IN" sz="1200" spc="70" dirty="0">
                <a:latin typeface="Times New Roman"/>
                <a:cs typeface="Times New Roman"/>
              </a:rPr>
              <a:t> </a:t>
            </a:r>
            <a:r>
              <a:rPr lang="en-IN" sz="1200" dirty="0">
                <a:latin typeface="Times New Roman"/>
                <a:cs typeface="Times New Roman"/>
              </a:rPr>
              <a:t>Kumar</a:t>
            </a:r>
            <a:r>
              <a:rPr lang="en-IN" sz="1200" spc="45" dirty="0">
                <a:latin typeface="Times New Roman"/>
                <a:cs typeface="Times New Roman"/>
              </a:rPr>
              <a:t> </a:t>
            </a:r>
            <a:r>
              <a:rPr lang="en-IN" sz="1200" spc="-10" dirty="0">
                <a:latin typeface="Times New Roman"/>
                <a:cs typeface="Times New Roman"/>
              </a:rPr>
              <a:t>Verma,</a:t>
            </a:r>
            <a:r>
              <a:rPr lang="en-IN" sz="1200" spc="75" dirty="0">
                <a:latin typeface="Times New Roman"/>
                <a:cs typeface="Times New Roman"/>
              </a:rPr>
              <a:t> </a:t>
            </a:r>
            <a:r>
              <a:rPr lang="en-IN" sz="1200" dirty="0">
                <a:latin typeface="Times New Roman"/>
                <a:cs typeface="Times New Roman"/>
              </a:rPr>
              <a:t>“AI</a:t>
            </a:r>
            <a:r>
              <a:rPr lang="en-IN" sz="1200" spc="45" dirty="0">
                <a:latin typeface="Times New Roman"/>
                <a:cs typeface="Times New Roman"/>
              </a:rPr>
              <a:t> </a:t>
            </a:r>
            <a:r>
              <a:rPr lang="en-IN" sz="1200" dirty="0">
                <a:latin typeface="Times New Roman"/>
                <a:cs typeface="Times New Roman"/>
              </a:rPr>
              <a:t>Virtual</a:t>
            </a:r>
            <a:r>
              <a:rPr lang="en-IN" sz="1200" spc="75" dirty="0">
                <a:latin typeface="Times New Roman"/>
                <a:cs typeface="Times New Roman"/>
              </a:rPr>
              <a:t> </a:t>
            </a:r>
            <a:r>
              <a:rPr lang="en-IN" sz="1200" dirty="0">
                <a:latin typeface="Times New Roman"/>
                <a:cs typeface="Times New Roman"/>
              </a:rPr>
              <a:t>Mouse</a:t>
            </a:r>
            <a:r>
              <a:rPr lang="en-IN" sz="1200" spc="65" dirty="0">
                <a:latin typeface="Times New Roman"/>
                <a:cs typeface="Times New Roman"/>
              </a:rPr>
              <a:t> </a:t>
            </a:r>
            <a:r>
              <a:rPr lang="en-IN" sz="1200" dirty="0">
                <a:latin typeface="Times New Roman"/>
                <a:cs typeface="Times New Roman"/>
              </a:rPr>
              <a:t>Using</a:t>
            </a:r>
            <a:r>
              <a:rPr lang="en-IN" sz="1200" spc="75" dirty="0">
                <a:latin typeface="Times New Roman"/>
                <a:cs typeface="Times New Roman"/>
              </a:rPr>
              <a:t> </a:t>
            </a:r>
            <a:r>
              <a:rPr lang="en-IN" sz="1200" dirty="0">
                <a:latin typeface="Times New Roman"/>
                <a:cs typeface="Times New Roman"/>
              </a:rPr>
              <a:t>Hand</a:t>
            </a:r>
            <a:r>
              <a:rPr lang="en-IN" sz="1200" spc="70" dirty="0">
                <a:latin typeface="Times New Roman"/>
                <a:cs typeface="Times New Roman"/>
              </a:rPr>
              <a:t> </a:t>
            </a:r>
            <a:r>
              <a:rPr lang="en-IN" sz="1200" spc="-10" dirty="0">
                <a:latin typeface="Times New Roman"/>
                <a:cs typeface="Times New Roman"/>
              </a:rPr>
              <a:t>Gesture</a:t>
            </a:r>
            <a:endParaRPr lang="en-IN" sz="1200" dirty="0">
              <a:latin typeface="Times New Roman"/>
              <a:cs typeface="Times New Roman"/>
            </a:endParaRPr>
          </a:p>
          <a:p>
            <a:pPr marL="12700" marR="6985" algn="just">
              <a:lnSpc>
                <a:spcPct val="150000"/>
              </a:lnSpc>
              <a:spcBef>
                <a:spcPts val="15"/>
              </a:spcBef>
            </a:pPr>
            <a:r>
              <a:rPr lang="en-IN" sz="1200" spc="-10" dirty="0">
                <a:latin typeface="Times New Roman"/>
                <a:cs typeface="Times New Roman"/>
              </a:rPr>
              <a:t>Recognition”,</a:t>
            </a:r>
            <a:r>
              <a:rPr lang="en-IN" sz="1200" spc="-65" dirty="0">
                <a:latin typeface="Times New Roman"/>
                <a:cs typeface="Times New Roman"/>
              </a:rPr>
              <a:t> </a:t>
            </a:r>
            <a:r>
              <a:rPr lang="en-IN" sz="1200" dirty="0">
                <a:latin typeface="Times New Roman"/>
                <a:cs typeface="Times New Roman"/>
              </a:rPr>
              <a:t>Applied</a:t>
            </a:r>
            <a:r>
              <a:rPr lang="en-IN" sz="1200" spc="5" dirty="0">
                <a:latin typeface="Times New Roman"/>
                <a:cs typeface="Times New Roman"/>
              </a:rPr>
              <a:t> </a:t>
            </a:r>
            <a:r>
              <a:rPr lang="en-IN" sz="1200" dirty="0">
                <a:latin typeface="Times New Roman"/>
                <a:cs typeface="Times New Roman"/>
              </a:rPr>
              <a:t>Science</a:t>
            </a:r>
            <a:r>
              <a:rPr lang="en-IN" sz="1200" spc="15" dirty="0">
                <a:latin typeface="Times New Roman"/>
                <a:cs typeface="Times New Roman"/>
              </a:rPr>
              <a:t> </a:t>
            </a:r>
            <a:r>
              <a:rPr lang="en-IN" sz="1200" dirty="0">
                <a:latin typeface="Times New Roman"/>
                <a:cs typeface="Times New Roman"/>
              </a:rPr>
              <a:t>&amp;</a:t>
            </a:r>
            <a:r>
              <a:rPr lang="en-IN" sz="1200" spc="10" dirty="0">
                <a:latin typeface="Times New Roman"/>
                <a:cs typeface="Times New Roman"/>
              </a:rPr>
              <a:t> </a:t>
            </a:r>
            <a:r>
              <a:rPr lang="en-IN" sz="1200" spc="-10" dirty="0">
                <a:latin typeface="Times New Roman"/>
                <a:cs typeface="Times New Roman"/>
              </a:rPr>
              <a:t>Engineering</a:t>
            </a:r>
            <a:r>
              <a:rPr lang="en-IN" sz="1200" spc="-15" dirty="0">
                <a:latin typeface="Times New Roman"/>
                <a:cs typeface="Times New Roman"/>
              </a:rPr>
              <a:t> </a:t>
            </a:r>
            <a:r>
              <a:rPr lang="en-IN" sz="1200" spc="-30" dirty="0" err="1">
                <a:latin typeface="Times New Roman"/>
                <a:cs typeface="Times New Roman"/>
              </a:rPr>
              <a:t>Technology,Volume</a:t>
            </a:r>
            <a:r>
              <a:rPr lang="en-IN" sz="1200" spc="10" dirty="0">
                <a:latin typeface="Times New Roman"/>
                <a:cs typeface="Times New Roman"/>
              </a:rPr>
              <a:t> </a:t>
            </a:r>
            <a:r>
              <a:rPr lang="en-IN" sz="1200" spc="-10" dirty="0">
                <a:latin typeface="Times New Roman"/>
                <a:cs typeface="Times New Roman"/>
              </a:rPr>
              <a:t>IJRASET41981,</a:t>
            </a:r>
            <a:r>
              <a:rPr lang="en-IN" sz="1200" spc="5" dirty="0">
                <a:latin typeface="Times New Roman"/>
                <a:cs typeface="Times New Roman"/>
              </a:rPr>
              <a:t> </a:t>
            </a:r>
            <a:r>
              <a:rPr lang="en-IN" sz="1200" spc="-25" dirty="0">
                <a:latin typeface="Times New Roman"/>
                <a:cs typeface="Times New Roman"/>
              </a:rPr>
              <a:t>IJRASET,</a:t>
            </a:r>
            <a:r>
              <a:rPr lang="en-IN" sz="1200" spc="-50" dirty="0">
                <a:latin typeface="Times New Roman"/>
                <a:cs typeface="Times New Roman"/>
              </a:rPr>
              <a:t> </a:t>
            </a:r>
            <a:r>
              <a:rPr lang="en-IN" sz="1200" spc="-10" dirty="0">
                <a:latin typeface="Times New Roman"/>
                <a:cs typeface="Times New Roman"/>
              </a:rPr>
              <a:t>April 2022.</a:t>
            </a:r>
          </a:p>
          <a:p>
            <a:pPr marL="12700" marR="6985" algn="just">
              <a:lnSpc>
                <a:spcPct val="150000"/>
              </a:lnSpc>
              <a:spcBef>
                <a:spcPts val="15"/>
              </a:spcBef>
            </a:pPr>
            <a:r>
              <a:rPr sz="1200" b="1" dirty="0">
                <a:latin typeface="Times New Roman"/>
                <a:cs typeface="Times New Roman"/>
              </a:rPr>
              <a:t>[2].</a:t>
            </a:r>
            <a:r>
              <a:rPr sz="1200" b="1" spc="330" dirty="0">
                <a:latin typeface="Times New Roman"/>
                <a:cs typeface="Times New Roman"/>
              </a:rPr>
              <a:t> </a:t>
            </a:r>
            <a:r>
              <a:rPr sz="1200" dirty="0">
                <a:latin typeface="Times New Roman"/>
                <a:cs typeface="Times New Roman"/>
              </a:rPr>
              <a:t>S.Shriram,</a:t>
            </a:r>
            <a:r>
              <a:rPr sz="1200" spc="330" dirty="0">
                <a:latin typeface="Times New Roman"/>
                <a:cs typeface="Times New Roman"/>
              </a:rPr>
              <a:t> </a:t>
            </a:r>
            <a:r>
              <a:rPr sz="1200" dirty="0">
                <a:latin typeface="Times New Roman"/>
                <a:cs typeface="Times New Roman"/>
              </a:rPr>
              <a:t>“Deep</a:t>
            </a:r>
            <a:r>
              <a:rPr sz="1200" spc="340" dirty="0">
                <a:latin typeface="Times New Roman"/>
                <a:cs typeface="Times New Roman"/>
              </a:rPr>
              <a:t> </a:t>
            </a:r>
            <a:r>
              <a:rPr sz="1200" spc="-10" dirty="0">
                <a:latin typeface="Times New Roman"/>
                <a:cs typeface="Times New Roman"/>
              </a:rPr>
              <a:t>Learning-</a:t>
            </a:r>
            <a:r>
              <a:rPr sz="1200" dirty="0">
                <a:latin typeface="Times New Roman"/>
                <a:cs typeface="Times New Roman"/>
              </a:rPr>
              <a:t>Based</a:t>
            </a:r>
            <a:r>
              <a:rPr sz="1200" spc="32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20" dirty="0">
                <a:latin typeface="Times New Roman"/>
                <a:cs typeface="Times New Roman"/>
              </a:rPr>
              <a:t> </a:t>
            </a:r>
            <a:r>
              <a:rPr sz="1200" dirty="0">
                <a:latin typeface="Times New Roman"/>
                <a:cs typeface="Times New Roman"/>
              </a:rPr>
              <a:t>AI</a:t>
            </a:r>
            <a:r>
              <a:rPr sz="1200" spc="290" dirty="0">
                <a:latin typeface="Times New Roman"/>
                <a:cs typeface="Times New Roman"/>
              </a:rPr>
              <a:t> </a:t>
            </a:r>
            <a:r>
              <a:rPr sz="1200" dirty="0">
                <a:latin typeface="Times New Roman"/>
                <a:cs typeface="Times New Roman"/>
              </a:rPr>
              <a:t>Virtual</a:t>
            </a:r>
            <a:r>
              <a:rPr sz="1200" spc="330" dirty="0">
                <a:latin typeface="Times New Roman"/>
                <a:cs typeface="Times New Roman"/>
              </a:rPr>
              <a:t> </a:t>
            </a:r>
            <a:r>
              <a:rPr sz="1200" dirty="0">
                <a:latin typeface="Times New Roman"/>
                <a:cs typeface="Times New Roman"/>
              </a:rPr>
              <a:t>Mouse</a:t>
            </a:r>
            <a:r>
              <a:rPr sz="1200" spc="335" dirty="0">
                <a:latin typeface="Times New Roman"/>
                <a:cs typeface="Times New Roman"/>
              </a:rPr>
              <a:t> </a:t>
            </a:r>
            <a:r>
              <a:rPr sz="1200" dirty="0">
                <a:latin typeface="Times New Roman"/>
                <a:cs typeface="Times New Roman"/>
              </a:rPr>
              <a:t>System</a:t>
            </a:r>
            <a:r>
              <a:rPr sz="1200" spc="330" dirty="0">
                <a:latin typeface="Times New Roman"/>
                <a:cs typeface="Times New Roman"/>
              </a:rPr>
              <a:t> </a:t>
            </a:r>
            <a:r>
              <a:rPr sz="1200" dirty="0">
                <a:latin typeface="Times New Roman"/>
                <a:cs typeface="Times New Roman"/>
              </a:rPr>
              <a:t>Using</a:t>
            </a:r>
            <a:r>
              <a:rPr sz="1200" spc="315" dirty="0">
                <a:latin typeface="Times New Roman"/>
                <a:cs typeface="Times New Roman"/>
              </a:rPr>
              <a:t> </a:t>
            </a:r>
            <a:r>
              <a:rPr sz="1200" spc="-10" dirty="0">
                <a:latin typeface="Times New Roman"/>
                <a:cs typeface="Times New Roman"/>
              </a:rPr>
              <a:t>Computer </a:t>
            </a:r>
            <a:r>
              <a:rPr sz="1200" spc="-20" dirty="0">
                <a:latin typeface="Times New Roman"/>
                <a:cs typeface="Times New Roman"/>
              </a:rPr>
              <a:t>Vision”,</a:t>
            </a:r>
            <a:r>
              <a:rPr sz="1200" spc="-75" dirty="0">
                <a:latin typeface="Times New Roman"/>
                <a:cs typeface="Times New Roman"/>
              </a:rPr>
              <a:t> </a:t>
            </a:r>
            <a:r>
              <a:rPr sz="1200" dirty="0">
                <a:latin typeface="Times New Roman"/>
                <a:cs typeface="Times New Roman"/>
              </a:rPr>
              <a:t>Applied</a:t>
            </a:r>
            <a:r>
              <a:rPr sz="1200" spc="-25" dirty="0">
                <a:latin typeface="Times New Roman"/>
                <a:cs typeface="Times New Roman"/>
              </a:rPr>
              <a:t> </a:t>
            </a:r>
            <a:r>
              <a:rPr sz="1200" dirty="0">
                <a:latin typeface="Times New Roman"/>
                <a:cs typeface="Times New Roman"/>
              </a:rPr>
              <a:t>Sciences,</a:t>
            </a:r>
            <a:r>
              <a:rPr sz="1200" spc="-30" dirty="0">
                <a:latin typeface="Times New Roman"/>
                <a:cs typeface="Times New Roman"/>
              </a:rPr>
              <a:t> </a:t>
            </a:r>
            <a:r>
              <a:rPr sz="1200" spc="-25" dirty="0">
                <a:latin typeface="Times New Roman"/>
                <a:cs typeface="Times New Roman"/>
              </a:rPr>
              <a:t>Volume</a:t>
            </a:r>
            <a:r>
              <a:rPr sz="1200" spc="-15" dirty="0">
                <a:latin typeface="Times New Roman"/>
                <a:cs typeface="Times New Roman"/>
              </a:rPr>
              <a:t> </a:t>
            </a:r>
            <a:r>
              <a:rPr sz="1200" dirty="0">
                <a:latin typeface="Times New Roman"/>
                <a:cs typeface="Times New Roman"/>
              </a:rPr>
              <a:t>2021,</a:t>
            </a:r>
            <a:r>
              <a:rPr sz="1200" spc="-75" dirty="0">
                <a:latin typeface="Times New Roman"/>
                <a:cs typeface="Times New Roman"/>
              </a:rPr>
              <a:t> </a:t>
            </a:r>
            <a:r>
              <a:rPr sz="1200" dirty="0">
                <a:latin typeface="Times New Roman"/>
                <a:cs typeface="Times New Roman"/>
              </a:rPr>
              <a:t>Article</a:t>
            </a:r>
            <a:r>
              <a:rPr sz="1200" spc="-10" dirty="0">
                <a:latin typeface="Times New Roman"/>
                <a:cs typeface="Times New Roman"/>
              </a:rPr>
              <a:t> </a:t>
            </a:r>
            <a:r>
              <a:rPr sz="1200" dirty="0">
                <a:latin typeface="Times New Roman"/>
                <a:cs typeface="Times New Roman"/>
              </a:rPr>
              <a:t>ID</a:t>
            </a:r>
            <a:r>
              <a:rPr sz="1200" spc="-15" dirty="0">
                <a:latin typeface="Times New Roman"/>
                <a:cs typeface="Times New Roman"/>
              </a:rPr>
              <a:t> </a:t>
            </a:r>
            <a:r>
              <a:rPr sz="1200" dirty="0">
                <a:latin typeface="Times New Roman"/>
                <a:cs typeface="Times New Roman"/>
              </a:rPr>
              <a:t>8133076,</a:t>
            </a:r>
            <a:r>
              <a:rPr sz="1200" spc="-5" dirty="0">
                <a:latin typeface="Times New Roman"/>
                <a:cs typeface="Times New Roman"/>
              </a:rPr>
              <a:t> </a:t>
            </a:r>
            <a:r>
              <a:rPr sz="1200" dirty="0">
                <a:latin typeface="Times New Roman"/>
                <a:cs typeface="Times New Roman"/>
              </a:rPr>
              <a:t>31</a:t>
            </a:r>
            <a:r>
              <a:rPr sz="1200" spc="-10" dirty="0">
                <a:latin typeface="Times New Roman"/>
                <a:cs typeface="Times New Roman"/>
              </a:rPr>
              <a:t> </a:t>
            </a:r>
            <a:r>
              <a:rPr sz="1200" dirty="0">
                <a:latin typeface="Times New Roman"/>
                <a:cs typeface="Times New Roman"/>
              </a:rPr>
              <a:t>Jul</a:t>
            </a:r>
            <a:r>
              <a:rPr sz="1200" spc="-10" dirty="0">
                <a:latin typeface="Times New Roman"/>
                <a:cs typeface="Times New Roman"/>
              </a:rPr>
              <a:t> </a:t>
            </a:r>
            <a:r>
              <a:rPr sz="1200" dirty="0">
                <a:latin typeface="Times New Roman"/>
                <a:cs typeface="Times New Roman"/>
              </a:rPr>
              <a:t>2021,</a:t>
            </a:r>
            <a:r>
              <a:rPr sz="1200" spc="-5" dirty="0">
                <a:latin typeface="Times New Roman"/>
                <a:cs typeface="Times New Roman"/>
              </a:rPr>
              <a:t> </a:t>
            </a:r>
            <a:r>
              <a:rPr sz="1200" spc="-10" dirty="0">
                <a:latin typeface="Times New Roman"/>
                <a:cs typeface="Times New Roman"/>
              </a:rPr>
              <a:t>Hindawi</a:t>
            </a:r>
            <a:endParaRPr sz="1200" dirty="0">
              <a:latin typeface="Times New Roman"/>
              <a:cs typeface="Times New Roman"/>
            </a:endParaRPr>
          </a:p>
          <a:p>
            <a:pPr marL="12700" marR="6985">
              <a:lnSpc>
                <a:spcPct val="150000"/>
              </a:lnSpc>
            </a:pPr>
            <a:r>
              <a:rPr sz="1200" b="1" dirty="0">
                <a:latin typeface="Times New Roman"/>
                <a:cs typeface="Times New Roman"/>
              </a:rPr>
              <a:t>[3].</a:t>
            </a:r>
            <a:r>
              <a:rPr sz="1200" b="1" spc="65" dirty="0">
                <a:latin typeface="Times New Roman"/>
                <a:cs typeface="Times New Roman"/>
              </a:rPr>
              <a:t> </a:t>
            </a:r>
            <a:r>
              <a:rPr lang="en-IN" sz="1200" dirty="0">
                <a:latin typeface="Times New Roman"/>
                <a:cs typeface="Times New Roman"/>
              </a:rPr>
              <a:t>Abhik</a:t>
            </a:r>
            <a:r>
              <a:rPr lang="en-IN" sz="1200" spc="140" dirty="0">
                <a:latin typeface="Times New Roman"/>
                <a:cs typeface="Times New Roman"/>
              </a:rPr>
              <a:t> </a:t>
            </a:r>
            <a:r>
              <a:rPr lang="en-IN" sz="1200" dirty="0">
                <a:latin typeface="Times New Roman"/>
                <a:cs typeface="Times New Roman"/>
              </a:rPr>
              <a:t>Banerjee,</a:t>
            </a:r>
            <a:r>
              <a:rPr lang="en-IN" sz="1200" spc="60" dirty="0">
                <a:latin typeface="Times New Roman"/>
                <a:cs typeface="Times New Roman"/>
              </a:rPr>
              <a:t> </a:t>
            </a:r>
            <a:r>
              <a:rPr lang="en-IN" sz="1200" dirty="0">
                <a:latin typeface="Times New Roman"/>
                <a:cs typeface="Times New Roman"/>
              </a:rPr>
              <a:t>Abhirup</a:t>
            </a:r>
            <a:r>
              <a:rPr lang="en-IN" sz="1200" spc="140" dirty="0">
                <a:latin typeface="Times New Roman"/>
                <a:cs typeface="Times New Roman"/>
              </a:rPr>
              <a:t> </a:t>
            </a:r>
            <a:r>
              <a:rPr lang="en-IN" sz="1200" dirty="0">
                <a:latin typeface="Times New Roman"/>
                <a:cs typeface="Times New Roman"/>
              </a:rPr>
              <a:t>Ghosh,</a:t>
            </a:r>
            <a:r>
              <a:rPr lang="en-IN" sz="1200" spc="135" dirty="0">
                <a:latin typeface="Times New Roman"/>
                <a:cs typeface="Times New Roman"/>
              </a:rPr>
              <a:t> </a:t>
            </a:r>
            <a:r>
              <a:rPr lang="en-IN" sz="1200" dirty="0" err="1">
                <a:latin typeface="Times New Roman"/>
                <a:cs typeface="Times New Roman"/>
              </a:rPr>
              <a:t>Koustuvmoni</a:t>
            </a:r>
            <a:r>
              <a:rPr lang="en-IN" sz="1200" spc="155" dirty="0">
                <a:latin typeface="Times New Roman"/>
                <a:cs typeface="Times New Roman"/>
              </a:rPr>
              <a:t> </a:t>
            </a:r>
            <a:r>
              <a:rPr lang="en-IN" sz="1200" dirty="0">
                <a:latin typeface="Times New Roman"/>
                <a:cs typeface="Times New Roman"/>
              </a:rPr>
              <a:t>Bharadwaj,</a:t>
            </a:r>
            <a:r>
              <a:rPr lang="en-IN" sz="1200" spc="155" dirty="0">
                <a:latin typeface="Times New Roman"/>
                <a:cs typeface="Times New Roman"/>
              </a:rPr>
              <a:t> </a:t>
            </a:r>
            <a:r>
              <a:rPr lang="en-IN" sz="1200" dirty="0">
                <a:latin typeface="Times New Roman"/>
                <a:cs typeface="Times New Roman"/>
              </a:rPr>
              <a:t>Hemanta</a:t>
            </a:r>
            <a:r>
              <a:rPr lang="en-IN" sz="1200" spc="130" dirty="0">
                <a:latin typeface="Times New Roman"/>
                <a:cs typeface="Times New Roman"/>
              </a:rPr>
              <a:t> </a:t>
            </a:r>
            <a:r>
              <a:rPr lang="en-IN" sz="1200" dirty="0">
                <a:latin typeface="Times New Roman"/>
                <a:cs typeface="Times New Roman"/>
              </a:rPr>
              <a:t>Saikia</a:t>
            </a:r>
            <a:r>
              <a:rPr lang="en-IN" sz="1200" spc="135" dirty="0">
                <a:latin typeface="Times New Roman"/>
                <a:cs typeface="Times New Roman"/>
              </a:rPr>
              <a:t> </a:t>
            </a:r>
            <a:r>
              <a:rPr lang="en-IN" sz="1200" dirty="0">
                <a:latin typeface="Times New Roman"/>
                <a:cs typeface="Times New Roman"/>
              </a:rPr>
              <a:t>“Mouse</a:t>
            </a:r>
            <a:r>
              <a:rPr lang="en-IN" sz="1200" spc="150" dirty="0">
                <a:latin typeface="Times New Roman"/>
                <a:cs typeface="Times New Roman"/>
              </a:rPr>
              <a:t> </a:t>
            </a:r>
            <a:r>
              <a:rPr lang="en-IN" sz="1200" spc="-10" dirty="0">
                <a:latin typeface="Times New Roman"/>
                <a:cs typeface="Times New Roman"/>
              </a:rPr>
              <a:t>Control </a:t>
            </a:r>
            <a:r>
              <a:rPr lang="en-IN" sz="1200" dirty="0">
                <a:latin typeface="Times New Roman"/>
                <a:cs typeface="Times New Roman"/>
              </a:rPr>
              <a:t>using</a:t>
            </a:r>
            <a:r>
              <a:rPr lang="en-IN" sz="1200" spc="285" dirty="0">
                <a:latin typeface="Times New Roman"/>
                <a:cs typeface="Times New Roman"/>
              </a:rPr>
              <a:t> </a:t>
            </a:r>
            <a:r>
              <a:rPr lang="en-IN" sz="1200" dirty="0">
                <a:latin typeface="Times New Roman"/>
                <a:cs typeface="Times New Roman"/>
              </a:rPr>
              <a:t>a</a:t>
            </a:r>
            <a:r>
              <a:rPr lang="en-IN" sz="1200" spc="250" dirty="0">
                <a:latin typeface="Times New Roman"/>
                <a:cs typeface="Times New Roman"/>
              </a:rPr>
              <a:t> </a:t>
            </a:r>
            <a:r>
              <a:rPr lang="en-IN" sz="1200" dirty="0">
                <a:latin typeface="Times New Roman"/>
                <a:cs typeface="Times New Roman"/>
              </a:rPr>
              <a:t>Web</a:t>
            </a:r>
            <a:r>
              <a:rPr lang="en-IN" sz="1200" spc="280" dirty="0">
                <a:latin typeface="Times New Roman"/>
                <a:cs typeface="Times New Roman"/>
              </a:rPr>
              <a:t> </a:t>
            </a:r>
            <a:r>
              <a:rPr lang="en-IN" sz="1200" dirty="0">
                <a:latin typeface="Times New Roman"/>
                <a:cs typeface="Times New Roman"/>
              </a:rPr>
              <a:t>Camera</a:t>
            </a:r>
            <a:r>
              <a:rPr lang="en-IN" sz="1200" spc="275" dirty="0">
                <a:latin typeface="Times New Roman"/>
                <a:cs typeface="Times New Roman"/>
              </a:rPr>
              <a:t> </a:t>
            </a:r>
            <a:r>
              <a:rPr lang="en-IN" sz="1200" dirty="0">
                <a:latin typeface="Times New Roman"/>
                <a:cs typeface="Times New Roman"/>
              </a:rPr>
              <a:t>based</a:t>
            </a:r>
            <a:r>
              <a:rPr lang="en-IN" sz="1200" spc="285" dirty="0">
                <a:latin typeface="Times New Roman"/>
                <a:cs typeface="Times New Roman"/>
              </a:rPr>
              <a:t> </a:t>
            </a:r>
            <a:r>
              <a:rPr lang="en-IN" sz="1200" dirty="0">
                <a:latin typeface="Times New Roman"/>
                <a:cs typeface="Times New Roman"/>
              </a:rPr>
              <a:t>on</a:t>
            </a:r>
            <a:r>
              <a:rPr lang="en-IN" sz="1200" spc="285" dirty="0">
                <a:latin typeface="Times New Roman"/>
                <a:cs typeface="Times New Roman"/>
              </a:rPr>
              <a:t> </a:t>
            </a:r>
            <a:r>
              <a:rPr lang="en-IN" sz="1200" dirty="0">
                <a:latin typeface="Times New Roman"/>
                <a:cs typeface="Times New Roman"/>
              </a:rPr>
              <a:t>Colour</a:t>
            </a:r>
            <a:r>
              <a:rPr lang="en-IN" sz="1200" spc="285" dirty="0">
                <a:latin typeface="Times New Roman"/>
                <a:cs typeface="Times New Roman"/>
              </a:rPr>
              <a:t> </a:t>
            </a:r>
            <a:r>
              <a:rPr lang="en-IN" sz="1200" dirty="0">
                <a:latin typeface="Times New Roman"/>
                <a:cs typeface="Times New Roman"/>
              </a:rPr>
              <a:t>Detection”</a:t>
            </a:r>
            <a:r>
              <a:rPr lang="en-IN" sz="1200" spc="280" dirty="0">
                <a:latin typeface="Times New Roman"/>
                <a:cs typeface="Times New Roman"/>
              </a:rPr>
              <a:t> </a:t>
            </a:r>
            <a:r>
              <a:rPr lang="en-IN" sz="1200" dirty="0">
                <a:latin typeface="Times New Roman"/>
                <a:cs typeface="Times New Roman"/>
              </a:rPr>
              <a:t>IJCTT,</a:t>
            </a:r>
            <a:r>
              <a:rPr lang="en-IN" sz="1200" spc="280" dirty="0">
                <a:latin typeface="Times New Roman"/>
                <a:cs typeface="Times New Roman"/>
              </a:rPr>
              <a:t> </a:t>
            </a:r>
            <a:r>
              <a:rPr lang="en-IN" sz="1200" dirty="0">
                <a:latin typeface="Times New Roman"/>
                <a:cs typeface="Times New Roman"/>
              </a:rPr>
              <a:t>March</a:t>
            </a:r>
            <a:r>
              <a:rPr lang="en-IN" sz="1200" spc="285" dirty="0">
                <a:latin typeface="Times New Roman"/>
                <a:cs typeface="Times New Roman"/>
              </a:rPr>
              <a:t> </a:t>
            </a:r>
            <a:r>
              <a:rPr lang="en-IN" sz="1200" dirty="0">
                <a:latin typeface="Times New Roman"/>
                <a:cs typeface="Times New Roman"/>
              </a:rPr>
              <a:t>2014,</a:t>
            </a:r>
            <a:r>
              <a:rPr lang="en-IN" sz="1200" spc="285" dirty="0">
                <a:latin typeface="Times New Roman"/>
                <a:cs typeface="Times New Roman"/>
              </a:rPr>
              <a:t> </a:t>
            </a:r>
            <a:r>
              <a:rPr lang="en-IN" sz="1200" dirty="0">
                <a:latin typeface="Times New Roman"/>
                <a:cs typeface="Times New Roman"/>
              </a:rPr>
              <a:t>volume</a:t>
            </a:r>
            <a:r>
              <a:rPr lang="en-IN" sz="1200" spc="280" dirty="0">
                <a:latin typeface="Times New Roman"/>
                <a:cs typeface="Times New Roman"/>
              </a:rPr>
              <a:t> </a:t>
            </a:r>
            <a:r>
              <a:rPr lang="en-IN" sz="1200" dirty="0">
                <a:latin typeface="Times New Roman"/>
                <a:cs typeface="Times New Roman"/>
              </a:rPr>
              <a:t>9</a:t>
            </a:r>
            <a:r>
              <a:rPr lang="en-IN" sz="1200" spc="285" dirty="0">
                <a:latin typeface="Times New Roman"/>
                <a:cs typeface="Times New Roman"/>
              </a:rPr>
              <a:t> </a:t>
            </a:r>
            <a:r>
              <a:rPr lang="en-IN" sz="1200" dirty="0">
                <a:latin typeface="Times New Roman"/>
                <a:cs typeface="Times New Roman"/>
              </a:rPr>
              <a:t>number</a:t>
            </a:r>
            <a:r>
              <a:rPr lang="en-IN" sz="1200" spc="280" dirty="0">
                <a:latin typeface="Times New Roman"/>
                <a:cs typeface="Times New Roman"/>
              </a:rPr>
              <a:t> </a:t>
            </a:r>
            <a:r>
              <a:rPr lang="en-IN" sz="1200" spc="-25" dirty="0">
                <a:latin typeface="Times New Roman"/>
                <a:cs typeface="Times New Roman"/>
              </a:rPr>
              <a:t>1,</a:t>
            </a:r>
            <a:endParaRPr lang="en-IN" sz="1200" dirty="0">
              <a:latin typeface="Times New Roman"/>
              <a:cs typeface="Times New Roman"/>
            </a:endParaRPr>
          </a:p>
          <a:p>
            <a:pPr marL="12700">
              <a:lnSpc>
                <a:spcPct val="150000"/>
              </a:lnSpc>
              <a:spcBef>
                <a:spcPts val="635"/>
              </a:spcBef>
            </a:pPr>
            <a:r>
              <a:rPr lang="en-IN" sz="1200" spc="-10" dirty="0">
                <a:latin typeface="Times New Roman"/>
                <a:cs typeface="Times New Roman"/>
              </a:rPr>
              <a:t>ISSN:2231-</a:t>
            </a:r>
            <a:r>
              <a:rPr lang="en-IN" sz="1200" spc="-20" dirty="0">
                <a:latin typeface="Times New Roman"/>
                <a:cs typeface="Times New Roman"/>
              </a:rPr>
              <a:t>2803</a:t>
            </a:r>
            <a:endParaRPr lang="en-US" sz="1200" b="1" spc="65" dirty="0">
              <a:latin typeface="Times New Roman"/>
              <a:cs typeface="Times New Roman"/>
            </a:endParaRPr>
          </a:p>
          <a:p>
            <a:pPr marL="12700">
              <a:lnSpc>
                <a:spcPct val="150000"/>
              </a:lnSpc>
              <a:spcBef>
                <a:spcPts val="445"/>
              </a:spcBef>
            </a:pPr>
            <a:r>
              <a:rPr sz="1200" b="1" dirty="0">
                <a:latin typeface="Times New Roman"/>
                <a:cs typeface="Times New Roman"/>
              </a:rPr>
              <a:t>[4].</a:t>
            </a:r>
            <a:r>
              <a:rPr sz="1200" b="1" spc="40" dirty="0">
                <a:latin typeface="Times New Roman"/>
                <a:cs typeface="Times New Roman"/>
              </a:rPr>
              <a:t> </a:t>
            </a:r>
            <a:r>
              <a:rPr lang="en-US" sz="1200" spc="-10" dirty="0">
                <a:latin typeface="Times New Roman"/>
                <a:cs typeface="Times New Roman"/>
              </a:rPr>
              <a:t>Hyung-</a:t>
            </a:r>
            <a:r>
              <a:rPr lang="en-US" sz="1200" dirty="0">
                <a:latin typeface="Times New Roman"/>
                <a:cs typeface="Times New Roman"/>
              </a:rPr>
              <a:t>Jeong</a:t>
            </a:r>
            <a:r>
              <a:rPr lang="en-US" sz="1200" spc="-50" dirty="0">
                <a:latin typeface="Times New Roman"/>
                <a:cs typeface="Times New Roman"/>
              </a:rPr>
              <a:t> </a:t>
            </a:r>
            <a:r>
              <a:rPr lang="en-US" sz="1200" spc="-20" dirty="0">
                <a:latin typeface="Times New Roman"/>
                <a:cs typeface="Times New Roman"/>
              </a:rPr>
              <a:t>Yang,</a:t>
            </a:r>
            <a:r>
              <a:rPr lang="en-US" sz="1200" spc="5" dirty="0">
                <a:latin typeface="Times New Roman"/>
                <a:cs typeface="Times New Roman"/>
              </a:rPr>
              <a:t> </a:t>
            </a:r>
            <a:r>
              <a:rPr lang="en-US" sz="1200" dirty="0">
                <a:latin typeface="Times New Roman"/>
                <a:cs typeface="Times New Roman"/>
              </a:rPr>
              <a:t>et,</a:t>
            </a:r>
            <a:r>
              <a:rPr lang="en-US" sz="1200" spc="-15" dirty="0">
                <a:latin typeface="Times New Roman"/>
                <a:cs typeface="Times New Roman"/>
              </a:rPr>
              <a:t> </a:t>
            </a:r>
            <a:r>
              <a:rPr lang="en-US" sz="1200" dirty="0">
                <a:latin typeface="Times New Roman"/>
                <a:cs typeface="Times New Roman"/>
              </a:rPr>
              <a:t>al.</a:t>
            </a:r>
            <a:r>
              <a:rPr lang="en-US" sz="1200" spc="-10" dirty="0">
                <a:latin typeface="Times New Roman"/>
                <a:cs typeface="Times New Roman"/>
              </a:rPr>
              <a:t> Real-</a:t>
            </a:r>
            <a:r>
              <a:rPr lang="en-US" sz="1200" dirty="0">
                <a:latin typeface="Times New Roman"/>
                <a:cs typeface="Times New Roman"/>
              </a:rPr>
              <a:t>time</a:t>
            </a:r>
            <a:r>
              <a:rPr lang="en-US" sz="1200" spc="-15" dirty="0">
                <a:latin typeface="Times New Roman"/>
                <a:cs typeface="Times New Roman"/>
              </a:rPr>
              <a:t> </a:t>
            </a:r>
            <a:r>
              <a:rPr lang="en-US" sz="1200" dirty="0">
                <a:latin typeface="Times New Roman"/>
                <a:cs typeface="Times New Roman"/>
              </a:rPr>
              <a:t>virtual</a:t>
            </a:r>
            <a:r>
              <a:rPr lang="en-US" sz="1200" spc="-5" dirty="0">
                <a:latin typeface="Times New Roman"/>
                <a:cs typeface="Times New Roman"/>
              </a:rPr>
              <a:t> </a:t>
            </a:r>
            <a:r>
              <a:rPr lang="en-US" sz="1200" dirty="0">
                <a:latin typeface="Times New Roman"/>
                <a:cs typeface="Times New Roman"/>
              </a:rPr>
              <a:t>mouse</a:t>
            </a:r>
            <a:r>
              <a:rPr lang="en-US" sz="1200" spc="-15" dirty="0">
                <a:latin typeface="Times New Roman"/>
                <a:cs typeface="Times New Roman"/>
              </a:rPr>
              <a:t> </a:t>
            </a:r>
            <a:r>
              <a:rPr lang="en-US" sz="1200" dirty="0">
                <a:latin typeface="Times New Roman"/>
                <a:cs typeface="Times New Roman"/>
              </a:rPr>
              <a:t>system</a:t>
            </a:r>
            <a:r>
              <a:rPr lang="en-US" sz="1200" spc="-15" dirty="0">
                <a:latin typeface="Times New Roman"/>
                <a:cs typeface="Times New Roman"/>
              </a:rPr>
              <a:t> </a:t>
            </a:r>
            <a:r>
              <a:rPr lang="en-US" sz="1200" dirty="0">
                <a:latin typeface="Times New Roman"/>
                <a:cs typeface="Times New Roman"/>
              </a:rPr>
              <a:t>using</a:t>
            </a:r>
            <a:r>
              <a:rPr lang="en-US" sz="1200" spc="-15" dirty="0">
                <a:latin typeface="Times New Roman"/>
                <a:cs typeface="Times New Roman"/>
              </a:rPr>
              <a:t> </a:t>
            </a:r>
            <a:r>
              <a:rPr lang="en-US" sz="1200" dirty="0">
                <a:latin typeface="Times New Roman"/>
                <a:cs typeface="Times New Roman"/>
              </a:rPr>
              <a:t>RGB-D</a:t>
            </a:r>
            <a:r>
              <a:rPr lang="en-US" sz="1200" spc="-15" dirty="0">
                <a:latin typeface="Times New Roman"/>
                <a:cs typeface="Times New Roman"/>
              </a:rPr>
              <a:t> </a:t>
            </a:r>
            <a:r>
              <a:rPr lang="en-US" sz="1200" dirty="0">
                <a:latin typeface="Times New Roman"/>
                <a:cs typeface="Times New Roman"/>
              </a:rPr>
              <a:t>images</a:t>
            </a:r>
            <a:r>
              <a:rPr lang="en-US" sz="1200" spc="-5" dirty="0">
                <a:latin typeface="Times New Roman"/>
                <a:cs typeface="Times New Roman"/>
              </a:rPr>
              <a:t> </a:t>
            </a:r>
            <a:r>
              <a:rPr lang="en-US" sz="1200" dirty="0">
                <a:latin typeface="Times New Roman"/>
                <a:cs typeface="Times New Roman"/>
              </a:rPr>
              <a:t>and</a:t>
            </a:r>
            <a:r>
              <a:rPr lang="en-US" sz="1200" spc="-15" dirty="0">
                <a:latin typeface="Times New Roman"/>
                <a:cs typeface="Times New Roman"/>
              </a:rPr>
              <a:t> </a:t>
            </a:r>
            <a:r>
              <a:rPr lang="en-US" sz="1200" dirty="0">
                <a:latin typeface="Times New Roman"/>
                <a:cs typeface="Times New Roman"/>
              </a:rPr>
              <a:t>f finger</a:t>
            </a:r>
            <a:r>
              <a:rPr lang="en-US" sz="1200" spc="-10" dirty="0">
                <a:latin typeface="Times New Roman"/>
                <a:cs typeface="Times New Roman"/>
              </a:rPr>
              <a:t> </a:t>
            </a:r>
            <a:r>
              <a:rPr lang="en-US" sz="1200" spc="-25" dirty="0">
                <a:latin typeface="Times New Roman"/>
                <a:cs typeface="Times New Roman"/>
              </a:rPr>
              <a:t>tip </a:t>
            </a:r>
            <a:r>
              <a:rPr lang="en-US" sz="1200" dirty="0">
                <a:latin typeface="Times New Roman"/>
                <a:cs typeface="Times New Roman"/>
              </a:rPr>
              <a:t>detection</a:t>
            </a:r>
            <a:r>
              <a:rPr lang="en-US" sz="1200" spc="25" dirty="0">
                <a:latin typeface="Times New Roman"/>
                <a:cs typeface="Times New Roman"/>
              </a:rPr>
              <a:t> </a:t>
            </a:r>
            <a:r>
              <a:rPr lang="en-US" sz="1200" dirty="0">
                <a:latin typeface="Times New Roman"/>
                <a:cs typeface="Times New Roman"/>
              </a:rPr>
              <a:t>in</a:t>
            </a:r>
            <a:r>
              <a:rPr lang="en-US" sz="1200" spc="25" dirty="0">
                <a:latin typeface="Times New Roman"/>
                <a:cs typeface="Times New Roman"/>
              </a:rPr>
              <a:t> </a:t>
            </a:r>
            <a:r>
              <a:rPr lang="en-US" sz="1200" spc="-10" dirty="0">
                <a:latin typeface="Times New Roman"/>
                <a:cs typeface="Times New Roman"/>
              </a:rPr>
              <a:t>Multimedia</a:t>
            </a:r>
            <a:r>
              <a:rPr lang="en-US" sz="1200" spc="-5" dirty="0">
                <a:latin typeface="Times New Roman"/>
                <a:cs typeface="Times New Roman"/>
              </a:rPr>
              <a:t> </a:t>
            </a:r>
            <a:r>
              <a:rPr lang="en-US" sz="1200" spc="-10" dirty="0">
                <a:latin typeface="Times New Roman"/>
                <a:cs typeface="Times New Roman"/>
              </a:rPr>
              <a:t>Tools</a:t>
            </a:r>
            <a:r>
              <a:rPr lang="en-US" sz="1200" spc="20" dirty="0">
                <a:latin typeface="Times New Roman"/>
                <a:cs typeface="Times New Roman"/>
              </a:rPr>
              <a:t> </a:t>
            </a:r>
            <a:r>
              <a:rPr lang="en-US" sz="1200" spc="-10" dirty="0">
                <a:latin typeface="Times New Roman"/>
                <a:cs typeface="Times New Roman"/>
              </a:rPr>
              <a:t>and</a:t>
            </a:r>
            <a:r>
              <a:rPr lang="en-US" sz="1200" spc="-55" dirty="0">
                <a:latin typeface="Times New Roman"/>
                <a:cs typeface="Times New Roman"/>
              </a:rPr>
              <a:t> </a:t>
            </a:r>
            <a:r>
              <a:rPr lang="en-US" sz="1200" dirty="0">
                <a:latin typeface="Times New Roman"/>
                <a:cs typeface="Times New Roman"/>
              </a:rPr>
              <a:t>Applications,</a:t>
            </a:r>
            <a:r>
              <a:rPr lang="en-US" sz="1200" spc="25" dirty="0">
                <a:latin typeface="Times New Roman"/>
                <a:cs typeface="Times New Roman"/>
              </a:rPr>
              <a:t> </a:t>
            </a:r>
            <a:r>
              <a:rPr lang="en-US" sz="1200" spc="-10" dirty="0">
                <a:latin typeface="Times New Roman"/>
                <a:cs typeface="Times New Roman"/>
              </a:rPr>
              <a:t>2020,</a:t>
            </a:r>
            <a:r>
              <a:rPr lang="en-US" sz="1200" u="sng" spc="-10" dirty="0">
                <a:solidFill>
                  <a:srgbClr val="0462C1"/>
                </a:solidFill>
                <a:uFill>
                  <a:solidFill>
                    <a:srgbClr val="0462C1"/>
                  </a:solidFill>
                </a:uFill>
                <a:latin typeface="Times New Roman"/>
                <a:cs typeface="Times New Roman"/>
                <a:hlinkClick r:id="rId2"/>
              </a:rPr>
              <a:t>https://doi.org/10.1007/s11042-020-10156-</a:t>
            </a:r>
            <a:r>
              <a:rPr lang="en-US" sz="1200" u="sng" spc="-50" dirty="0">
                <a:solidFill>
                  <a:srgbClr val="0462C1"/>
                </a:solidFill>
                <a:uFill>
                  <a:solidFill>
                    <a:srgbClr val="0462C1"/>
                  </a:solidFill>
                </a:uFill>
                <a:latin typeface="Times New Roman"/>
                <a:cs typeface="Times New Roman"/>
                <a:hlinkClick r:id="rId2"/>
              </a:rPr>
              <a:t>5 </a:t>
            </a:r>
            <a:r>
              <a:rPr sz="1200" b="1" dirty="0">
                <a:latin typeface="Times New Roman"/>
                <a:cs typeface="Times New Roman"/>
              </a:rPr>
              <a:t>[5].</a:t>
            </a:r>
            <a:r>
              <a:rPr sz="1200" b="1" spc="-15" dirty="0">
                <a:latin typeface="Times New Roman"/>
                <a:cs typeface="Times New Roman"/>
              </a:rPr>
              <a:t> </a:t>
            </a:r>
            <a:r>
              <a:rPr lang="en-IN" sz="1200" dirty="0">
                <a:latin typeface="Times New Roman"/>
                <a:cs typeface="Times New Roman"/>
              </a:rPr>
              <a:t>Nisha</a:t>
            </a:r>
            <a:r>
              <a:rPr lang="en-IN" sz="1200" spc="40" dirty="0">
                <a:latin typeface="Times New Roman"/>
                <a:cs typeface="Times New Roman"/>
              </a:rPr>
              <a:t> </a:t>
            </a:r>
            <a:r>
              <a:rPr lang="en-IN" sz="1200" dirty="0">
                <a:latin typeface="Times New Roman"/>
                <a:cs typeface="Times New Roman"/>
              </a:rPr>
              <a:t>Patil,</a:t>
            </a:r>
            <a:r>
              <a:rPr lang="en-IN" sz="1200" spc="50" dirty="0">
                <a:latin typeface="Times New Roman"/>
                <a:cs typeface="Times New Roman"/>
              </a:rPr>
              <a:t> </a:t>
            </a:r>
            <a:r>
              <a:rPr lang="en-IN" sz="1200" dirty="0">
                <a:latin typeface="Times New Roman"/>
                <a:cs typeface="Times New Roman"/>
              </a:rPr>
              <a:t>Niketan</a:t>
            </a:r>
            <a:r>
              <a:rPr lang="en-IN" sz="1200" spc="55" dirty="0">
                <a:latin typeface="Times New Roman"/>
                <a:cs typeface="Times New Roman"/>
              </a:rPr>
              <a:t> </a:t>
            </a:r>
            <a:r>
              <a:rPr lang="en-IN" sz="1200" dirty="0">
                <a:latin typeface="Times New Roman"/>
                <a:cs typeface="Times New Roman"/>
              </a:rPr>
              <a:t>Bothe,</a:t>
            </a:r>
            <a:r>
              <a:rPr lang="en-IN" sz="1200" spc="40" dirty="0">
                <a:latin typeface="Times New Roman"/>
                <a:cs typeface="Times New Roman"/>
              </a:rPr>
              <a:t> </a:t>
            </a:r>
            <a:r>
              <a:rPr lang="en-IN" sz="1200" dirty="0">
                <a:latin typeface="Times New Roman"/>
                <a:cs typeface="Times New Roman"/>
              </a:rPr>
              <a:t>Shivam</a:t>
            </a:r>
            <a:r>
              <a:rPr lang="en-IN" sz="1200" spc="45" dirty="0">
                <a:latin typeface="Times New Roman"/>
                <a:cs typeface="Times New Roman"/>
              </a:rPr>
              <a:t> </a:t>
            </a:r>
            <a:r>
              <a:rPr lang="en-IN" sz="1200" dirty="0" err="1">
                <a:latin typeface="Times New Roman"/>
                <a:cs typeface="Times New Roman"/>
              </a:rPr>
              <a:t>Gulve</a:t>
            </a:r>
            <a:r>
              <a:rPr lang="en-IN" sz="1200" dirty="0">
                <a:latin typeface="Times New Roman"/>
                <a:cs typeface="Times New Roman"/>
              </a:rPr>
              <a:t>,</a:t>
            </a:r>
            <a:r>
              <a:rPr lang="en-IN" sz="1200" spc="45" dirty="0">
                <a:latin typeface="Times New Roman"/>
                <a:cs typeface="Times New Roman"/>
              </a:rPr>
              <a:t> </a:t>
            </a:r>
            <a:r>
              <a:rPr lang="en-IN" sz="1200" dirty="0">
                <a:latin typeface="Times New Roman"/>
                <a:cs typeface="Times New Roman"/>
              </a:rPr>
              <a:t>“Image</a:t>
            </a:r>
            <a:r>
              <a:rPr lang="en-IN" sz="1200" spc="40" dirty="0">
                <a:latin typeface="Times New Roman"/>
                <a:cs typeface="Times New Roman"/>
              </a:rPr>
              <a:t> </a:t>
            </a:r>
            <a:r>
              <a:rPr lang="en-IN" sz="1200" dirty="0">
                <a:latin typeface="Times New Roman"/>
                <a:cs typeface="Times New Roman"/>
              </a:rPr>
              <a:t>Scene</a:t>
            </a:r>
            <a:r>
              <a:rPr lang="en-IN" sz="1200" spc="40" dirty="0">
                <a:latin typeface="Times New Roman"/>
                <a:cs typeface="Times New Roman"/>
              </a:rPr>
              <a:t> </a:t>
            </a:r>
            <a:r>
              <a:rPr lang="en-IN" sz="1200" dirty="0">
                <a:latin typeface="Times New Roman"/>
                <a:cs typeface="Times New Roman"/>
              </a:rPr>
              <a:t>Understanding</a:t>
            </a:r>
            <a:r>
              <a:rPr lang="en-IN" sz="1200" spc="70" dirty="0">
                <a:latin typeface="Times New Roman"/>
                <a:cs typeface="Times New Roman"/>
              </a:rPr>
              <a:t> </a:t>
            </a:r>
            <a:r>
              <a:rPr lang="en-IN" sz="1200" spc="-10" dirty="0">
                <a:latin typeface="Times New Roman"/>
                <a:cs typeface="Times New Roman"/>
              </a:rPr>
              <a:t>-</a:t>
            </a:r>
            <a:r>
              <a:rPr lang="en-IN" sz="1200" dirty="0">
                <a:latin typeface="Times New Roman"/>
                <a:cs typeface="Times New Roman"/>
              </a:rPr>
              <a:t>Object</a:t>
            </a:r>
            <a:r>
              <a:rPr lang="en-IN" sz="1200" spc="50" dirty="0">
                <a:latin typeface="Times New Roman"/>
                <a:cs typeface="Times New Roman"/>
              </a:rPr>
              <a:t> </a:t>
            </a:r>
            <a:r>
              <a:rPr lang="en-IN" sz="1200" dirty="0">
                <a:latin typeface="Times New Roman"/>
                <a:cs typeface="Times New Roman"/>
              </a:rPr>
              <a:t>Detection</a:t>
            </a:r>
            <a:r>
              <a:rPr lang="en-IN" sz="1200" spc="45" dirty="0">
                <a:latin typeface="Times New Roman"/>
                <a:cs typeface="Times New Roman"/>
              </a:rPr>
              <a:t> </a:t>
            </a:r>
            <a:r>
              <a:rPr lang="en-IN" sz="1200" spc="-25" dirty="0">
                <a:latin typeface="Times New Roman"/>
                <a:cs typeface="Times New Roman"/>
              </a:rPr>
              <a:t>in </a:t>
            </a:r>
            <a:r>
              <a:rPr lang="en-IN" sz="1200" dirty="0">
                <a:latin typeface="Times New Roman"/>
                <a:cs typeface="Times New Roman"/>
              </a:rPr>
              <a:t>Aerial</a:t>
            </a:r>
            <a:r>
              <a:rPr lang="en-IN" sz="1200" spc="-5" dirty="0">
                <a:latin typeface="Times New Roman"/>
                <a:cs typeface="Times New Roman"/>
              </a:rPr>
              <a:t> </a:t>
            </a:r>
            <a:r>
              <a:rPr lang="en-IN" sz="1200" dirty="0">
                <a:latin typeface="Times New Roman"/>
                <a:cs typeface="Times New Roman"/>
              </a:rPr>
              <a:t>Images using Convolutional Neural</a:t>
            </a:r>
            <a:r>
              <a:rPr lang="en-IN" sz="1200" spc="-5" dirty="0">
                <a:latin typeface="Times New Roman"/>
                <a:cs typeface="Times New Roman"/>
              </a:rPr>
              <a:t> </a:t>
            </a:r>
            <a:r>
              <a:rPr lang="en-IN" sz="1200" dirty="0">
                <a:latin typeface="Times New Roman"/>
                <a:cs typeface="Times New Roman"/>
              </a:rPr>
              <a:t>Networks”,</a:t>
            </a:r>
            <a:r>
              <a:rPr lang="en-IN" sz="1200" spc="-5" dirty="0">
                <a:latin typeface="Times New Roman"/>
                <a:cs typeface="Times New Roman"/>
              </a:rPr>
              <a:t> </a:t>
            </a:r>
            <a:r>
              <a:rPr lang="en-IN" sz="1200" dirty="0">
                <a:latin typeface="Times New Roman"/>
                <a:cs typeface="Times New Roman"/>
              </a:rPr>
              <a:t>International Journal for</a:t>
            </a:r>
            <a:r>
              <a:rPr lang="en-IN" sz="1200" spc="-10" dirty="0">
                <a:latin typeface="Times New Roman"/>
                <a:cs typeface="Times New Roman"/>
              </a:rPr>
              <a:t> </a:t>
            </a:r>
            <a:r>
              <a:rPr lang="en-IN" sz="1200" dirty="0">
                <a:latin typeface="Times New Roman"/>
                <a:cs typeface="Times New Roman"/>
              </a:rPr>
              <a:t>Scientific </a:t>
            </a:r>
            <a:r>
              <a:rPr lang="en-IN" sz="1200" spc="-10" dirty="0">
                <a:latin typeface="Times New Roman"/>
                <a:cs typeface="Times New Roman"/>
              </a:rPr>
              <a:t>Research </a:t>
            </a:r>
            <a:r>
              <a:rPr lang="en-IN" sz="1200" dirty="0">
                <a:latin typeface="Times New Roman"/>
                <a:cs typeface="Times New Roman"/>
              </a:rPr>
              <a:t>&amp; </a:t>
            </a:r>
            <a:r>
              <a:rPr lang="en-IN" sz="1200" spc="-10" dirty="0">
                <a:latin typeface="Times New Roman"/>
                <a:cs typeface="Times New Roman"/>
              </a:rPr>
              <a:t>Development,</a:t>
            </a:r>
            <a:r>
              <a:rPr lang="en-IN" sz="1200" spc="-20" dirty="0">
                <a:latin typeface="Times New Roman"/>
                <a:cs typeface="Times New Roman"/>
              </a:rPr>
              <a:t> </a:t>
            </a:r>
            <a:r>
              <a:rPr lang="en-IN" sz="1200" spc="-40" dirty="0">
                <a:latin typeface="Times New Roman"/>
                <a:cs typeface="Times New Roman"/>
              </a:rPr>
              <a:t>Vol.</a:t>
            </a:r>
            <a:r>
              <a:rPr lang="en-IN" sz="1200" spc="5" dirty="0">
                <a:latin typeface="Times New Roman"/>
                <a:cs typeface="Times New Roman"/>
              </a:rPr>
              <a:t> </a:t>
            </a:r>
            <a:r>
              <a:rPr lang="en-IN" sz="1200" dirty="0">
                <a:latin typeface="Times New Roman"/>
                <a:cs typeface="Times New Roman"/>
              </a:rPr>
              <a:t>8, Issue</a:t>
            </a:r>
            <a:r>
              <a:rPr lang="en-IN" sz="1200" spc="5" dirty="0">
                <a:latin typeface="Times New Roman"/>
                <a:cs typeface="Times New Roman"/>
              </a:rPr>
              <a:t> </a:t>
            </a:r>
            <a:r>
              <a:rPr lang="en-IN" sz="1200" dirty="0">
                <a:latin typeface="Times New Roman"/>
                <a:cs typeface="Times New Roman"/>
              </a:rPr>
              <a:t>10,</a:t>
            </a:r>
            <a:r>
              <a:rPr lang="en-IN" sz="1200" spc="5" dirty="0">
                <a:latin typeface="Times New Roman"/>
                <a:cs typeface="Times New Roman"/>
              </a:rPr>
              <a:t> </a:t>
            </a:r>
            <a:r>
              <a:rPr lang="en-IN" sz="1200" spc="-10" dirty="0">
                <a:latin typeface="Times New Roman"/>
                <a:cs typeface="Times New Roman"/>
              </a:rPr>
              <a:t>2020.</a:t>
            </a:r>
          </a:p>
          <a:p>
            <a:pPr marL="12700" marR="7620" algn="just">
              <a:lnSpc>
                <a:spcPct val="150000"/>
              </a:lnSpc>
              <a:spcBef>
                <a:spcPts val="5"/>
              </a:spcBef>
            </a:pPr>
            <a:r>
              <a:rPr lang="en-IN" sz="1200" b="1" spc="-10" dirty="0">
                <a:latin typeface="Times New Roman"/>
                <a:cs typeface="Times New Roman"/>
              </a:rPr>
              <a:t>[6]. </a:t>
            </a:r>
            <a:r>
              <a:rPr lang="en-US" sz="1200" spc="-10" dirty="0">
                <a:latin typeface="Times New Roman"/>
                <a:cs typeface="Times New Roman"/>
              </a:rPr>
              <a:t>Pratik Joshi, S. Kulkarni, “Virtual Mouse Using Hand Gesture Recognition”, International Journal of Computer Applications (IJCA), 2021.</a:t>
            </a:r>
          </a:p>
          <a:p>
            <a:pPr marL="12700" marR="7620" algn="just">
              <a:lnSpc>
                <a:spcPct val="150000"/>
              </a:lnSpc>
              <a:spcBef>
                <a:spcPts val="5"/>
              </a:spcBef>
            </a:pPr>
            <a:r>
              <a:rPr lang="en-US" sz="1200" b="1" spc="-10" dirty="0">
                <a:latin typeface="Times New Roman"/>
                <a:cs typeface="Times New Roman"/>
              </a:rPr>
              <a:t>[7]. </a:t>
            </a:r>
            <a:r>
              <a:rPr lang="en-US" sz="1200" spc="-10" dirty="0">
                <a:latin typeface="Times New Roman"/>
                <a:cs typeface="Times New Roman"/>
              </a:rPr>
              <a:t>Y. Lin et al., “Real-Time Hand Gesture Monitoring Model Based on </a:t>
            </a:r>
            <a:r>
              <a:rPr lang="en-US" sz="1200" spc="-10" dirty="0" err="1">
                <a:latin typeface="Times New Roman"/>
                <a:cs typeface="Times New Roman"/>
              </a:rPr>
              <a:t>MediaPipe’s</a:t>
            </a:r>
            <a:r>
              <a:rPr lang="en-US" sz="1200" spc="-10" dirty="0">
                <a:latin typeface="Times New Roman"/>
                <a:cs typeface="Times New Roman"/>
              </a:rPr>
              <a:t> Registerable System,” Sensors, vol. 24, no. 19, 2024.</a:t>
            </a:r>
            <a:endParaRPr lang="en-IN" sz="1200" dirty="0">
              <a:latin typeface="Times New Roman"/>
              <a:cs typeface="Times New Roman"/>
            </a:endParaRPr>
          </a:p>
          <a:p>
            <a:pPr marL="12700" marR="7620" algn="just">
              <a:lnSpc>
                <a:spcPct val="143700"/>
              </a:lnSpc>
              <a:spcBef>
                <a:spcPts val="5"/>
              </a:spcBef>
            </a:pPr>
            <a:endParaRPr sz="1200" dirty="0">
              <a:latin typeface="Times New Roman"/>
              <a:cs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755771" y="9801385"/>
            <a:ext cx="241300" cy="179536"/>
          </a:xfrm>
          <a:prstGeom prst="rect">
            <a:avLst/>
          </a:prstGeom>
        </p:spPr>
        <p:txBody>
          <a:bodyPr vert="horz" wrap="square" lIns="0" tIns="0" rIns="0" bIns="0" rtlCol="0">
            <a:spAutoFit/>
          </a:bodyPr>
          <a:lstStyle/>
          <a:p>
            <a:pPr marL="38100">
              <a:lnSpc>
                <a:spcPts val="1410"/>
              </a:lnSpc>
            </a:pPr>
            <a:r>
              <a:rPr lang="en-US" sz="1200" spc="-25" dirty="0">
                <a:latin typeface="Times New Roman"/>
                <a:cs typeface="Times New Roman"/>
              </a:rPr>
              <a:t>39</a:t>
            </a:r>
            <a:endParaRPr sz="1200" dirty="0">
              <a:latin typeface="Times New Roman"/>
              <a:cs typeface="Times New Roman"/>
            </a:endParaRPr>
          </a:p>
        </p:txBody>
      </p:sp>
      <p:sp>
        <p:nvSpPr>
          <p:cNvPr id="2" name="object 2"/>
          <p:cNvSpPr txBox="1"/>
          <p:nvPr/>
        </p:nvSpPr>
        <p:spPr>
          <a:xfrm>
            <a:off x="1111250" y="904240"/>
            <a:ext cx="4165600" cy="2842260"/>
          </a:xfrm>
          <a:prstGeom prst="rect">
            <a:avLst/>
          </a:prstGeom>
        </p:spPr>
        <p:txBody>
          <a:bodyPr vert="horz" wrap="square" lIns="0" tIns="12065" rIns="0" bIns="0" rtlCol="0">
            <a:spAutoFit/>
          </a:bodyPr>
          <a:lstStyle/>
          <a:p>
            <a:pPr marL="1541145">
              <a:lnSpc>
                <a:spcPct val="100000"/>
              </a:lnSpc>
              <a:spcBef>
                <a:spcPts val="95"/>
              </a:spcBef>
            </a:pPr>
            <a:r>
              <a:rPr sz="1600" b="1" spc="-10" dirty="0">
                <a:latin typeface="Times New Roman"/>
                <a:cs typeface="Times New Roman"/>
              </a:rPr>
              <a:t>APPENDIX</a:t>
            </a:r>
            <a:r>
              <a:rPr sz="1600" b="1" spc="-75" dirty="0">
                <a:latin typeface="Times New Roman"/>
                <a:cs typeface="Times New Roman"/>
              </a:rPr>
              <a:t> </a:t>
            </a:r>
            <a:r>
              <a:rPr sz="1600" b="1" dirty="0">
                <a:latin typeface="Times New Roman"/>
                <a:cs typeface="Times New Roman"/>
              </a:rPr>
              <a:t>A</a:t>
            </a:r>
            <a:r>
              <a:rPr sz="1600" b="1" spc="-70" dirty="0">
                <a:latin typeface="Times New Roman"/>
                <a:cs typeface="Times New Roman"/>
              </a:rPr>
              <a:t> </a:t>
            </a:r>
            <a:r>
              <a:rPr sz="1600" b="1" dirty="0">
                <a:latin typeface="Times New Roman"/>
                <a:cs typeface="Times New Roman"/>
              </a:rPr>
              <a:t>–</a:t>
            </a:r>
            <a:r>
              <a:rPr sz="1600" b="1" spc="-50" dirty="0">
                <a:latin typeface="Times New Roman"/>
                <a:cs typeface="Times New Roman"/>
              </a:rPr>
              <a:t> </a:t>
            </a:r>
            <a:r>
              <a:rPr sz="1600" b="1" spc="-10" dirty="0">
                <a:latin typeface="Times New Roman"/>
                <a:cs typeface="Times New Roman"/>
              </a:rPr>
              <a:t>ACRONYMS</a:t>
            </a:r>
            <a:endParaRPr sz="1600" dirty="0">
              <a:latin typeface="Times New Roman"/>
              <a:cs typeface="Times New Roman"/>
            </a:endParaRPr>
          </a:p>
          <a:p>
            <a:pPr>
              <a:lnSpc>
                <a:spcPct val="100000"/>
              </a:lnSpc>
            </a:pPr>
            <a:endParaRPr sz="1600" dirty="0">
              <a:latin typeface="Times New Roman"/>
              <a:cs typeface="Times New Roman"/>
            </a:endParaRPr>
          </a:p>
          <a:p>
            <a:pPr>
              <a:lnSpc>
                <a:spcPct val="100000"/>
              </a:lnSpc>
              <a:spcBef>
                <a:spcPts val="45"/>
              </a:spcBef>
            </a:pPr>
            <a:endParaRPr sz="1600" dirty="0">
              <a:latin typeface="Times New Roman"/>
              <a:cs typeface="Times New Roman"/>
            </a:endParaRPr>
          </a:p>
          <a:p>
            <a:pPr marL="240665" indent="-227965">
              <a:lnSpc>
                <a:spcPct val="100000"/>
              </a:lnSpc>
              <a:buFont typeface="Symbol"/>
              <a:buChar char=""/>
              <a:tabLst>
                <a:tab pos="240665" algn="l"/>
              </a:tabLst>
            </a:pPr>
            <a:r>
              <a:rPr sz="1200" dirty="0">
                <a:latin typeface="Times New Roman"/>
                <a:cs typeface="Times New Roman"/>
              </a:rPr>
              <a:t>AR:</a:t>
            </a:r>
            <a:r>
              <a:rPr sz="1200" spc="-75" dirty="0">
                <a:latin typeface="Times New Roman"/>
                <a:cs typeface="Times New Roman"/>
              </a:rPr>
              <a:t> </a:t>
            </a:r>
            <a:r>
              <a:rPr sz="1200" dirty="0">
                <a:latin typeface="Times New Roman"/>
                <a:cs typeface="Times New Roman"/>
              </a:rPr>
              <a:t>Augmented</a:t>
            </a:r>
            <a:r>
              <a:rPr sz="1200" spc="-60" dirty="0">
                <a:latin typeface="Times New Roman"/>
                <a:cs typeface="Times New Roman"/>
              </a:rPr>
              <a:t> </a:t>
            </a:r>
            <a:r>
              <a:rPr sz="1200" spc="-10" dirty="0">
                <a:latin typeface="Times New Roman"/>
                <a:cs typeface="Times New Roman"/>
              </a:rPr>
              <a:t>Reality</a:t>
            </a:r>
            <a:endParaRPr sz="1200" dirty="0">
              <a:latin typeface="Times New Roman"/>
              <a:cs typeface="Times New Roman"/>
            </a:endParaRPr>
          </a:p>
          <a:p>
            <a:pPr marL="240665" indent="-227965">
              <a:lnSpc>
                <a:spcPct val="100000"/>
              </a:lnSpc>
              <a:spcBef>
                <a:spcPts val="720"/>
              </a:spcBef>
              <a:buFont typeface="Symbol"/>
              <a:buChar char=""/>
              <a:tabLst>
                <a:tab pos="240665" algn="l"/>
              </a:tabLst>
            </a:pPr>
            <a:r>
              <a:rPr sz="1200" dirty="0">
                <a:latin typeface="Times New Roman"/>
                <a:cs typeface="Times New Roman"/>
              </a:rPr>
              <a:t>VR:</a:t>
            </a:r>
            <a:r>
              <a:rPr sz="1200" spc="-45" dirty="0">
                <a:latin typeface="Times New Roman"/>
                <a:cs typeface="Times New Roman"/>
              </a:rPr>
              <a:t> </a:t>
            </a:r>
            <a:r>
              <a:rPr sz="1200" spc="-10" dirty="0">
                <a:latin typeface="Times New Roman"/>
                <a:cs typeface="Times New Roman"/>
              </a:rPr>
              <a:t>Virtual</a:t>
            </a:r>
            <a:r>
              <a:rPr sz="1200" spc="-20" dirty="0">
                <a:latin typeface="Times New Roman"/>
                <a:cs typeface="Times New Roman"/>
              </a:rPr>
              <a:t> </a:t>
            </a:r>
            <a:r>
              <a:rPr sz="1200" spc="-10" dirty="0">
                <a:latin typeface="Times New Roman"/>
                <a:cs typeface="Times New Roman"/>
              </a:rPr>
              <a:t>Reality</a:t>
            </a:r>
            <a:endParaRPr sz="1200" dirty="0">
              <a:latin typeface="Times New Roman"/>
              <a:cs typeface="Times New Roman"/>
            </a:endParaRPr>
          </a:p>
          <a:p>
            <a:pPr marL="240665" indent="-227965">
              <a:lnSpc>
                <a:spcPct val="100000"/>
              </a:lnSpc>
              <a:spcBef>
                <a:spcPts val="705"/>
              </a:spcBef>
              <a:buFont typeface="Symbol"/>
              <a:buChar char=""/>
              <a:tabLst>
                <a:tab pos="240665" algn="l"/>
              </a:tabLst>
            </a:pPr>
            <a:r>
              <a:rPr sz="1200" dirty="0">
                <a:latin typeface="Times New Roman"/>
                <a:cs typeface="Times New Roman"/>
              </a:rPr>
              <a:t>NLP:</a:t>
            </a:r>
            <a:r>
              <a:rPr sz="1200" spc="-45" dirty="0">
                <a:latin typeface="Times New Roman"/>
                <a:cs typeface="Times New Roman"/>
              </a:rPr>
              <a:t> </a:t>
            </a:r>
            <a:r>
              <a:rPr sz="1200" dirty="0">
                <a:latin typeface="Times New Roman"/>
                <a:cs typeface="Times New Roman"/>
              </a:rPr>
              <a:t>Natural</a:t>
            </a:r>
            <a:r>
              <a:rPr sz="1200" spc="-40" dirty="0">
                <a:latin typeface="Times New Roman"/>
                <a:cs typeface="Times New Roman"/>
              </a:rPr>
              <a:t> </a:t>
            </a:r>
            <a:r>
              <a:rPr sz="1200" dirty="0">
                <a:latin typeface="Times New Roman"/>
                <a:cs typeface="Times New Roman"/>
              </a:rPr>
              <a:t>Language</a:t>
            </a:r>
            <a:r>
              <a:rPr sz="1200" spc="-35" dirty="0">
                <a:latin typeface="Times New Roman"/>
                <a:cs typeface="Times New Roman"/>
              </a:rPr>
              <a:t> </a:t>
            </a:r>
            <a:r>
              <a:rPr sz="1200" spc="-10" dirty="0">
                <a:latin typeface="Times New Roman"/>
                <a:cs typeface="Times New Roman"/>
              </a:rPr>
              <a:t>Processing</a:t>
            </a:r>
            <a:endParaRPr sz="1200" dirty="0">
              <a:latin typeface="Times New Roman"/>
              <a:cs typeface="Times New Roman"/>
            </a:endParaRPr>
          </a:p>
          <a:p>
            <a:pPr marL="240665" indent="-227965">
              <a:lnSpc>
                <a:spcPct val="100000"/>
              </a:lnSpc>
              <a:spcBef>
                <a:spcPts val="720"/>
              </a:spcBef>
              <a:buFont typeface="Symbol"/>
              <a:buChar char=""/>
              <a:tabLst>
                <a:tab pos="240665" algn="l"/>
              </a:tabLst>
            </a:pPr>
            <a:r>
              <a:rPr sz="1200" spc="-10" dirty="0">
                <a:latin typeface="Times New Roman"/>
                <a:cs typeface="Times New Roman"/>
              </a:rPr>
              <a:t>OpenCV:</a:t>
            </a:r>
            <a:r>
              <a:rPr sz="1200" spc="-40" dirty="0">
                <a:latin typeface="Times New Roman"/>
                <a:cs typeface="Times New Roman"/>
              </a:rPr>
              <a:t> </a:t>
            </a:r>
            <a:r>
              <a:rPr sz="1200" dirty="0">
                <a:latin typeface="Times New Roman"/>
                <a:cs typeface="Times New Roman"/>
              </a:rPr>
              <a:t>Open</a:t>
            </a:r>
            <a:r>
              <a:rPr sz="1200" spc="-35" dirty="0">
                <a:latin typeface="Times New Roman"/>
                <a:cs typeface="Times New Roman"/>
              </a:rPr>
              <a:t> </a:t>
            </a:r>
            <a:r>
              <a:rPr sz="1200" dirty="0">
                <a:latin typeface="Times New Roman"/>
                <a:cs typeface="Times New Roman"/>
              </a:rPr>
              <a:t>Source</a:t>
            </a:r>
            <a:r>
              <a:rPr sz="1200" spc="-40" dirty="0">
                <a:latin typeface="Times New Roman"/>
                <a:cs typeface="Times New Roman"/>
              </a:rPr>
              <a:t> </a:t>
            </a:r>
            <a:r>
              <a:rPr sz="1200" dirty="0">
                <a:latin typeface="Times New Roman"/>
                <a:cs typeface="Times New Roman"/>
              </a:rPr>
              <a:t>Computer</a:t>
            </a:r>
            <a:r>
              <a:rPr sz="1200" spc="-60" dirty="0">
                <a:latin typeface="Times New Roman"/>
                <a:cs typeface="Times New Roman"/>
              </a:rPr>
              <a:t> </a:t>
            </a:r>
            <a:r>
              <a:rPr sz="1200" spc="-10" dirty="0">
                <a:latin typeface="Times New Roman"/>
                <a:cs typeface="Times New Roman"/>
              </a:rPr>
              <a:t>Vision</a:t>
            </a:r>
            <a:r>
              <a:rPr sz="1200" spc="-35" dirty="0">
                <a:latin typeface="Times New Roman"/>
                <a:cs typeface="Times New Roman"/>
              </a:rPr>
              <a:t> </a:t>
            </a:r>
            <a:r>
              <a:rPr sz="1200" spc="-10" dirty="0">
                <a:latin typeface="Times New Roman"/>
                <a:cs typeface="Times New Roman"/>
              </a:rPr>
              <a:t>Library</a:t>
            </a:r>
            <a:endParaRPr sz="1200" dirty="0">
              <a:latin typeface="Times New Roman"/>
              <a:cs typeface="Times New Roman"/>
            </a:endParaRPr>
          </a:p>
          <a:p>
            <a:pPr marL="240665" indent="-227965">
              <a:lnSpc>
                <a:spcPct val="100000"/>
              </a:lnSpc>
              <a:spcBef>
                <a:spcPts val="720"/>
              </a:spcBef>
              <a:buFont typeface="Symbol"/>
              <a:buChar char=""/>
              <a:tabLst>
                <a:tab pos="240665" algn="l"/>
              </a:tabLst>
            </a:pPr>
            <a:r>
              <a:rPr lang="en-US" sz="1200" dirty="0" err="1">
                <a:latin typeface="Times New Roman"/>
                <a:cs typeface="Times New Roman"/>
              </a:rPr>
              <a:t>Colour</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Red</a:t>
            </a:r>
          </a:p>
          <a:p>
            <a:pPr marL="240665" indent="-227965">
              <a:lnSpc>
                <a:spcPct val="100000"/>
              </a:lnSpc>
              <a:spcBef>
                <a:spcPts val="710"/>
              </a:spcBef>
              <a:buFont typeface="Symbol"/>
              <a:buChar char=""/>
              <a:tabLst>
                <a:tab pos="240665" algn="l"/>
              </a:tabLst>
            </a:pPr>
            <a:r>
              <a:rPr sz="1200" dirty="0">
                <a:latin typeface="Times New Roman"/>
                <a:cs typeface="Times New Roman"/>
              </a:rPr>
              <a:t>API:</a:t>
            </a:r>
            <a:r>
              <a:rPr sz="1200" spc="-75" dirty="0">
                <a:latin typeface="Times New Roman"/>
                <a:cs typeface="Times New Roman"/>
              </a:rPr>
              <a:t> </a:t>
            </a:r>
            <a:r>
              <a:rPr sz="1200" dirty="0">
                <a:latin typeface="Times New Roman"/>
                <a:cs typeface="Times New Roman"/>
              </a:rPr>
              <a:t>Application</a:t>
            </a:r>
            <a:r>
              <a:rPr sz="1200" spc="-75" dirty="0">
                <a:latin typeface="Times New Roman"/>
                <a:cs typeface="Times New Roman"/>
              </a:rPr>
              <a:t> </a:t>
            </a:r>
            <a:r>
              <a:rPr sz="1200" dirty="0">
                <a:latin typeface="Times New Roman"/>
                <a:cs typeface="Times New Roman"/>
              </a:rPr>
              <a:t>Programming</a:t>
            </a:r>
            <a:r>
              <a:rPr sz="1200" spc="-60" dirty="0">
                <a:latin typeface="Times New Roman"/>
                <a:cs typeface="Times New Roman"/>
              </a:rPr>
              <a:t> </a:t>
            </a:r>
            <a:r>
              <a:rPr sz="1200" spc="-10" dirty="0">
                <a:latin typeface="Times New Roman"/>
                <a:cs typeface="Times New Roman"/>
              </a:rPr>
              <a:t>Interface</a:t>
            </a:r>
            <a:endParaRPr sz="1200" dirty="0">
              <a:latin typeface="Times New Roman"/>
              <a:cs typeface="Times New Roman"/>
            </a:endParaRPr>
          </a:p>
          <a:p>
            <a:pPr marL="240665" indent="-227965">
              <a:lnSpc>
                <a:spcPct val="100000"/>
              </a:lnSpc>
              <a:spcBef>
                <a:spcPts val="725"/>
              </a:spcBef>
              <a:buFont typeface="Symbol"/>
              <a:buChar char=""/>
              <a:tabLst>
                <a:tab pos="240665" algn="l"/>
              </a:tabLst>
            </a:pPr>
            <a:r>
              <a:rPr sz="1200" dirty="0">
                <a:latin typeface="Times New Roman"/>
                <a:cs typeface="Times New Roman"/>
              </a:rPr>
              <a:t>CNN:</a:t>
            </a:r>
            <a:r>
              <a:rPr sz="1200" spc="-45" dirty="0">
                <a:latin typeface="Times New Roman"/>
                <a:cs typeface="Times New Roman"/>
              </a:rPr>
              <a:t> </a:t>
            </a:r>
            <a:r>
              <a:rPr sz="1200" dirty="0">
                <a:latin typeface="Times New Roman"/>
                <a:cs typeface="Times New Roman"/>
              </a:rPr>
              <a:t>Convolutional</a:t>
            </a:r>
            <a:r>
              <a:rPr sz="1200" spc="-45" dirty="0">
                <a:latin typeface="Times New Roman"/>
                <a:cs typeface="Times New Roman"/>
              </a:rPr>
              <a:t> </a:t>
            </a:r>
            <a:r>
              <a:rPr sz="1200" dirty="0">
                <a:latin typeface="Times New Roman"/>
                <a:cs typeface="Times New Roman"/>
              </a:rPr>
              <a:t>Neural</a:t>
            </a:r>
            <a:r>
              <a:rPr sz="1200" spc="-45" dirty="0">
                <a:latin typeface="Times New Roman"/>
                <a:cs typeface="Times New Roman"/>
              </a:rPr>
              <a:t> </a:t>
            </a:r>
            <a:r>
              <a:rPr sz="1200" spc="-10" dirty="0">
                <a:latin typeface="Times New Roman"/>
                <a:cs typeface="Times New Roman"/>
              </a:rPr>
              <a:t>Network</a:t>
            </a:r>
            <a:endParaRPr sz="1200" dirty="0">
              <a:latin typeface="Times New Roman"/>
              <a:cs typeface="Times New Roman"/>
            </a:endParaRPr>
          </a:p>
          <a:p>
            <a:pPr marL="240665" indent="-227965">
              <a:lnSpc>
                <a:spcPct val="100000"/>
              </a:lnSpc>
              <a:spcBef>
                <a:spcPts val="720"/>
              </a:spcBef>
              <a:buFont typeface="Symbol"/>
              <a:buChar char=""/>
              <a:tabLst>
                <a:tab pos="240665" algn="l"/>
              </a:tabLst>
            </a:pPr>
            <a:r>
              <a:rPr sz="1200" dirty="0">
                <a:latin typeface="Times New Roman"/>
                <a:cs typeface="Times New Roman"/>
              </a:rPr>
              <a:t>SRS:</a:t>
            </a:r>
            <a:r>
              <a:rPr sz="1200" spc="-55" dirty="0">
                <a:latin typeface="Times New Roman"/>
                <a:cs typeface="Times New Roman"/>
              </a:rPr>
              <a:t> </a:t>
            </a:r>
            <a:r>
              <a:rPr sz="1200" dirty="0">
                <a:latin typeface="Times New Roman"/>
                <a:cs typeface="Times New Roman"/>
              </a:rPr>
              <a:t>Software</a:t>
            </a:r>
            <a:r>
              <a:rPr sz="1200" spc="-55" dirty="0">
                <a:latin typeface="Times New Roman"/>
                <a:cs typeface="Times New Roman"/>
              </a:rPr>
              <a:t> </a:t>
            </a:r>
            <a:r>
              <a:rPr sz="1200" dirty="0">
                <a:latin typeface="Times New Roman"/>
                <a:cs typeface="Times New Roman"/>
              </a:rPr>
              <a:t>Requirements</a:t>
            </a:r>
            <a:r>
              <a:rPr sz="1200" spc="-50" dirty="0">
                <a:latin typeface="Times New Roman"/>
                <a:cs typeface="Times New Roman"/>
              </a:rPr>
              <a:t> </a:t>
            </a:r>
            <a:r>
              <a:rPr sz="1200" spc="-10" dirty="0">
                <a:latin typeface="Times New Roman"/>
                <a:cs typeface="Times New Roman"/>
              </a:rPr>
              <a:t>Specification</a:t>
            </a:r>
            <a:endParaRPr sz="1200" dirty="0">
              <a:latin typeface="Times New Roman"/>
              <a:cs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4384" y="889761"/>
            <a:ext cx="3455670" cy="72136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APPENDIX</a:t>
            </a:r>
            <a:r>
              <a:rPr sz="1600" b="1" spc="-20" dirty="0">
                <a:latin typeface="Times New Roman"/>
                <a:cs typeface="Times New Roman"/>
              </a:rPr>
              <a:t> </a:t>
            </a:r>
            <a:r>
              <a:rPr sz="1600" b="1" spc="-50" dirty="0">
                <a:latin typeface="Times New Roman"/>
                <a:cs typeface="Times New Roman"/>
              </a:rPr>
              <a:t>B</a:t>
            </a:r>
            <a:endParaRPr sz="1600">
              <a:latin typeface="Times New Roman"/>
              <a:cs typeface="Times New Roman"/>
            </a:endParaRPr>
          </a:p>
          <a:p>
            <a:pPr marL="2236470">
              <a:lnSpc>
                <a:spcPct val="100000"/>
              </a:lnSpc>
              <a:spcBef>
                <a:spcPts val="1645"/>
              </a:spcBef>
            </a:pPr>
            <a:r>
              <a:rPr sz="1600" b="1" spc="-10" dirty="0">
                <a:latin typeface="Times New Roman"/>
                <a:cs typeface="Times New Roman"/>
              </a:rPr>
              <a:t>SNAPSHOTS</a:t>
            </a:r>
            <a:endParaRPr sz="1600">
              <a:latin typeface="Times New Roman"/>
              <a:cs typeface="Times New Roman"/>
            </a:endParaRPr>
          </a:p>
        </p:txBody>
      </p:sp>
      <p:sp>
        <p:nvSpPr>
          <p:cNvPr id="3" name="object 3"/>
          <p:cNvSpPr txBox="1"/>
          <p:nvPr/>
        </p:nvSpPr>
        <p:spPr>
          <a:xfrm>
            <a:off x="1095552" y="4788534"/>
            <a:ext cx="5727700" cy="688340"/>
          </a:xfrm>
          <a:prstGeom prst="rect">
            <a:avLst/>
          </a:prstGeom>
        </p:spPr>
        <p:txBody>
          <a:bodyPr vert="horz" wrap="square" lIns="0" tIns="12700" rIns="0" bIns="0" rtlCol="0">
            <a:spAutoFit/>
          </a:bodyPr>
          <a:lstStyle/>
          <a:p>
            <a:pPr algn="ctr">
              <a:lnSpc>
                <a:spcPct val="100000"/>
              </a:lnSpc>
              <a:spcBef>
                <a:spcPts val="100"/>
              </a:spcBef>
            </a:pPr>
            <a:r>
              <a:rPr sz="1200" b="1" dirty="0">
                <a:latin typeface="Times New Roman"/>
                <a:cs typeface="Times New Roman"/>
              </a:rPr>
              <a:t>Figure</a:t>
            </a:r>
            <a:r>
              <a:rPr sz="1200" b="1" spc="-35" dirty="0">
                <a:latin typeface="Times New Roman"/>
                <a:cs typeface="Times New Roman"/>
              </a:rPr>
              <a:t> </a:t>
            </a:r>
            <a:r>
              <a:rPr sz="1200" b="1" dirty="0">
                <a:latin typeface="Times New Roman"/>
                <a:cs typeface="Times New Roman"/>
              </a:rPr>
              <a:t>B1:</a:t>
            </a:r>
            <a:r>
              <a:rPr sz="1200" b="1" spc="-30" dirty="0">
                <a:latin typeface="Times New Roman"/>
                <a:cs typeface="Times New Roman"/>
              </a:rPr>
              <a:t> </a:t>
            </a:r>
            <a:r>
              <a:rPr lang="en-US" sz="1200" b="1" spc="-30" dirty="0">
                <a:latin typeface="Times New Roman"/>
                <a:cs typeface="Times New Roman"/>
              </a:rPr>
              <a:t>Right click </a:t>
            </a:r>
            <a:r>
              <a:rPr sz="1200" b="1" dirty="0">
                <a:latin typeface="Times New Roman"/>
                <a:cs typeface="Times New Roman"/>
              </a:rPr>
              <a:t>using</a:t>
            </a:r>
            <a:r>
              <a:rPr sz="1200" b="1" spc="-20" dirty="0">
                <a:latin typeface="Times New Roman"/>
                <a:cs typeface="Times New Roman"/>
              </a:rPr>
              <a:t> </a:t>
            </a:r>
            <a:r>
              <a:rPr sz="1200" b="1" dirty="0">
                <a:latin typeface="Times New Roman"/>
                <a:cs typeface="Times New Roman"/>
              </a:rPr>
              <a:t>Hand</a:t>
            </a:r>
            <a:r>
              <a:rPr sz="1200" b="1" spc="-25" dirty="0">
                <a:latin typeface="Times New Roman"/>
                <a:cs typeface="Times New Roman"/>
              </a:rPr>
              <a:t> </a:t>
            </a:r>
            <a:r>
              <a:rPr sz="1200" b="1" spc="-10" dirty="0">
                <a:latin typeface="Times New Roman"/>
                <a:cs typeface="Times New Roman"/>
              </a:rPr>
              <a:t>Gesture</a:t>
            </a:r>
            <a:endParaRPr sz="1200" dirty="0">
              <a:latin typeface="Times New Roman"/>
              <a:cs typeface="Times New Roman"/>
            </a:endParaRPr>
          </a:p>
          <a:p>
            <a:pPr marL="12700" marR="5080" algn="ctr">
              <a:lnSpc>
                <a:spcPct val="103299"/>
              </a:lnSpc>
              <a:spcBef>
                <a:spcPts val="805"/>
              </a:spcBef>
            </a:pP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above</a:t>
            </a:r>
            <a:r>
              <a:rPr sz="1200" spc="-25" dirty="0">
                <a:latin typeface="Times New Roman"/>
                <a:cs typeface="Times New Roman"/>
              </a:rPr>
              <a:t> </a:t>
            </a:r>
            <a:r>
              <a:rPr sz="1200" dirty="0">
                <a:latin typeface="Times New Roman"/>
                <a:cs typeface="Times New Roman"/>
              </a:rPr>
              <a:t>Figure</a:t>
            </a:r>
            <a:r>
              <a:rPr sz="1200" spc="-30" dirty="0">
                <a:latin typeface="Times New Roman"/>
                <a:cs typeface="Times New Roman"/>
              </a:rPr>
              <a:t> </a:t>
            </a:r>
            <a:r>
              <a:rPr sz="1200" dirty="0">
                <a:latin typeface="Times New Roman"/>
                <a:cs typeface="Times New Roman"/>
              </a:rPr>
              <a:t>B1</a:t>
            </a:r>
            <a:r>
              <a:rPr sz="1200" spc="-20"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hand</a:t>
            </a:r>
            <a:r>
              <a:rPr sz="1200" spc="-20"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few</a:t>
            </a:r>
            <a:r>
              <a:rPr sz="1200" spc="-30" dirty="0">
                <a:latin typeface="Times New Roman"/>
                <a:cs typeface="Times New Roman"/>
              </a:rPr>
              <a:t> </a:t>
            </a:r>
            <a:r>
              <a:rPr sz="1200" dirty="0">
                <a:latin typeface="Times New Roman"/>
                <a:cs typeface="Times New Roman"/>
              </a:rPr>
              <a:t>fingers</a:t>
            </a:r>
            <a:r>
              <a:rPr sz="1200" spc="-25" dirty="0">
                <a:latin typeface="Times New Roman"/>
                <a:cs typeface="Times New Roman"/>
              </a:rPr>
              <a:t> </a:t>
            </a:r>
            <a:r>
              <a:rPr sz="1200" dirty="0">
                <a:latin typeface="Times New Roman"/>
                <a:cs typeface="Times New Roman"/>
              </a:rPr>
              <a:t>extended</a:t>
            </a:r>
            <a:r>
              <a:rPr sz="1200" spc="-15"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lang="en-US" sz="1200" spc="-20" dirty="0">
                <a:latin typeface="Times New Roman"/>
                <a:cs typeface="Times New Roman"/>
              </a:rPr>
              <a:t>red</a:t>
            </a:r>
            <a:r>
              <a:rPr sz="1200" spc="-25" dirty="0">
                <a:latin typeface="Times New Roman"/>
                <a:cs typeface="Times New Roman"/>
              </a:rPr>
              <a:t> </a:t>
            </a:r>
            <a:r>
              <a:rPr sz="1200" spc="-20" dirty="0">
                <a:latin typeface="Times New Roman"/>
                <a:cs typeface="Times New Roman"/>
              </a:rPr>
              <a:t> </a:t>
            </a:r>
            <a:r>
              <a:rPr sz="1200" spc="-10" dirty="0">
                <a:latin typeface="Times New Roman"/>
                <a:cs typeface="Times New Roman"/>
              </a:rPr>
              <a:t>colors </a:t>
            </a:r>
            <a:r>
              <a:rPr sz="1200" dirty="0">
                <a:latin typeface="Times New Roman"/>
                <a:cs typeface="Times New Roman"/>
              </a:rPr>
              <a:t>passing</a:t>
            </a:r>
            <a:r>
              <a:rPr sz="1200" spc="-15" dirty="0">
                <a:latin typeface="Times New Roman"/>
                <a:cs typeface="Times New Roman"/>
              </a:rPr>
              <a:t> </a:t>
            </a:r>
            <a:r>
              <a:rPr sz="1200" dirty="0">
                <a:latin typeface="Times New Roman"/>
                <a:cs typeface="Times New Roman"/>
              </a:rPr>
              <a:t>through</a:t>
            </a:r>
            <a:r>
              <a:rPr sz="1200" spc="-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palm-</a:t>
            </a:r>
            <a:r>
              <a:rPr sz="1200" dirty="0">
                <a:latin typeface="Times New Roman"/>
                <a:cs typeface="Times New Roman"/>
              </a:rPr>
              <a:t>co</a:t>
            </a:r>
            <a:r>
              <a:rPr sz="1200" spc="-10" dirty="0">
                <a:latin typeface="Times New Roman"/>
                <a:cs typeface="Times New Roman"/>
              </a:rPr>
              <a:t> ordinates.</a:t>
            </a:r>
            <a:r>
              <a:rPr sz="1200" spc="-65" dirty="0">
                <a:latin typeface="Times New Roman"/>
                <a:cs typeface="Times New Roman"/>
              </a:rPr>
              <a:t> </a:t>
            </a:r>
            <a:endParaRPr sz="1200" dirty="0">
              <a:latin typeface="Times New Roman"/>
              <a:cs typeface="Times New Roman"/>
            </a:endParaRPr>
          </a:p>
        </p:txBody>
      </p:sp>
      <p:sp>
        <p:nvSpPr>
          <p:cNvPr id="4" name="object 4"/>
          <p:cNvSpPr txBox="1"/>
          <p:nvPr/>
        </p:nvSpPr>
        <p:spPr>
          <a:xfrm>
            <a:off x="969060" y="8775700"/>
            <a:ext cx="5979795" cy="566374"/>
          </a:xfrm>
          <a:prstGeom prst="rect">
            <a:avLst/>
          </a:prstGeom>
        </p:spPr>
        <p:txBody>
          <a:bodyPr vert="horz" wrap="square" lIns="0" tIns="119380" rIns="0" bIns="0" rtlCol="0">
            <a:spAutoFit/>
          </a:bodyPr>
          <a:lstStyle/>
          <a:p>
            <a:pPr algn="ctr">
              <a:lnSpc>
                <a:spcPct val="100000"/>
              </a:lnSpc>
              <a:spcBef>
                <a:spcPts val="100"/>
              </a:spcBef>
            </a:pPr>
            <a:r>
              <a:rPr sz="1200" b="1" dirty="0">
                <a:latin typeface="Times New Roman"/>
                <a:cs typeface="Times New Roman"/>
              </a:rPr>
              <a:t>Figure</a:t>
            </a:r>
            <a:r>
              <a:rPr sz="1200" b="1" spc="-30" dirty="0">
                <a:latin typeface="Times New Roman"/>
                <a:cs typeface="Times New Roman"/>
              </a:rPr>
              <a:t> </a:t>
            </a:r>
            <a:r>
              <a:rPr sz="1200" b="1" dirty="0">
                <a:latin typeface="Times New Roman"/>
                <a:cs typeface="Times New Roman"/>
              </a:rPr>
              <a:t>B2:</a:t>
            </a:r>
            <a:r>
              <a:rPr sz="1200" b="1" spc="-30" dirty="0">
                <a:latin typeface="Times New Roman"/>
                <a:cs typeface="Times New Roman"/>
              </a:rPr>
              <a:t> </a:t>
            </a:r>
            <a:r>
              <a:rPr lang="en-US" sz="1200" b="1" spc="-30" dirty="0">
                <a:latin typeface="Times New Roman"/>
                <a:cs typeface="Times New Roman"/>
              </a:rPr>
              <a:t>Left click </a:t>
            </a:r>
            <a:r>
              <a:rPr lang="en-US" sz="1200" b="1" dirty="0">
                <a:latin typeface="Times New Roman"/>
                <a:cs typeface="Times New Roman"/>
              </a:rPr>
              <a:t>using</a:t>
            </a:r>
            <a:r>
              <a:rPr lang="en-US" sz="1200" b="1" spc="-20" dirty="0">
                <a:latin typeface="Times New Roman"/>
                <a:cs typeface="Times New Roman"/>
              </a:rPr>
              <a:t> </a:t>
            </a:r>
            <a:r>
              <a:rPr lang="en-US" sz="1200" b="1" dirty="0">
                <a:latin typeface="Times New Roman"/>
                <a:cs typeface="Times New Roman"/>
              </a:rPr>
              <a:t>Hand</a:t>
            </a:r>
            <a:r>
              <a:rPr lang="en-US" sz="1200" b="1" spc="-25" dirty="0">
                <a:latin typeface="Times New Roman"/>
                <a:cs typeface="Times New Roman"/>
              </a:rPr>
              <a:t> </a:t>
            </a:r>
            <a:r>
              <a:rPr lang="en-US" sz="1200" b="1" spc="-10" dirty="0">
                <a:latin typeface="Times New Roman"/>
                <a:cs typeface="Times New Roman"/>
              </a:rPr>
              <a:t>Gesture</a:t>
            </a:r>
            <a:endParaRPr lang="en-US" sz="1200" dirty="0">
              <a:latin typeface="Times New Roman"/>
              <a:cs typeface="Times New Roman"/>
            </a:endParaRPr>
          </a:p>
          <a:p>
            <a:pPr marL="12065" marR="5080" algn="ctr">
              <a:lnSpc>
                <a:spcPct val="144200"/>
              </a:lnSpc>
              <a:spcBef>
                <a:spcPts val="200"/>
              </a:spcBef>
            </a:pP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above</a:t>
            </a:r>
            <a:r>
              <a:rPr sz="1200" spc="-25" dirty="0">
                <a:latin typeface="Times New Roman"/>
                <a:cs typeface="Times New Roman"/>
              </a:rPr>
              <a:t> </a:t>
            </a:r>
            <a:r>
              <a:rPr sz="1200" dirty="0">
                <a:latin typeface="Times New Roman"/>
                <a:cs typeface="Times New Roman"/>
              </a:rPr>
              <a:t>Figure</a:t>
            </a:r>
            <a:r>
              <a:rPr sz="1200" spc="-25" dirty="0">
                <a:latin typeface="Times New Roman"/>
                <a:cs typeface="Times New Roman"/>
              </a:rPr>
              <a:t> </a:t>
            </a:r>
            <a:r>
              <a:rPr sz="1200" dirty="0">
                <a:latin typeface="Times New Roman"/>
                <a:cs typeface="Times New Roman"/>
              </a:rPr>
              <a:t>B2</a:t>
            </a:r>
            <a:r>
              <a:rPr lang="en-US" sz="1200" dirty="0">
                <a:latin typeface="Times New Roman"/>
                <a:cs typeface="Times New Roman"/>
              </a:rPr>
              <a:t> shows the left click using middle finger.</a:t>
            </a:r>
            <a:endParaRPr sz="1200" dirty="0">
              <a:latin typeface="Times New Roman"/>
              <a:cs typeface="Times New Roman"/>
            </a:endParaRPr>
          </a:p>
        </p:txBody>
      </p:sp>
      <p:sp>
        <p:nvSpPr>
          <p:cNvPr id="7" name="object 7"/>
          <p:cNvSpPr txBox="1"/>
          <p:nvPr/>
        </p:nvSpPr>
        <p:spPr>
          <a:xfrm>
            <a:off x="3755771" y="9801385"/>
            <a:ext cx="241300" cy="179536"/>
          </a:xfrm>
          <a:prstGeom prst="rect">
            <a:avLst/>
          </a:prstGeom>
        </p:spPr>
        <p:txBody>
          <a:bodyPr vert="horz" wrap="square" lIns="0" tIns="0" rIns="0" bIns="0" rtlCol="0">
            <a:spAutoFit/>
          </a:bodyPr>
          <a:lstStyle/>
          <a:p>
            <a:pPr marL="38100">
              <a:lnSpc>
                <a:spcPts val="1410"/>
              </a:lnSpc>
            </a:pPr>
            <a:r>
              <a:rPr lang="en-US" sz="1200" spc="-25" dirty="0">
                <a:latin typeface="Times New Roman"/>
                <a:cs typeface="Times New Roman"/>
              </a:rPr>
              <a:t>40</a:t>
            </a:r>
            <a:endParaRPr sz="1200" dirty="0">
              <a:latin typeface="Times New Roman"/>
              <a:cs typeface="Times New Roman"/>
            </a:endParaRPr>
          </a:p>
        </p:txBody>
      </p:sp>
      <p:pic>
        <p:nvPicPr>
          <p:cNvPr id="10" name="Picture 9">
            <a:extLst>
              <a:ext uri="{FF2B5EF4-FFF2-40B4-BE49-F238E27FC236}">
                <a16:creationId xmlns:a16="http://schemas.microsoft.com/office/drawing/2014/main" id="{DF3DB59B-F31C-AC54-C429-BEA1A0724B02}"/>
              </a:ext>
            </a:extLst>
          </p:cNvPr>
          <p:cNvPicPr>
            <a:picLocks noChangeAspect="1"/>
          </p:cNvPicPr>
          <p:nvPr/>
        </p:nvPicPr>
        <p:blipFill>
          <a:blip r:embed="rId2"/>
          <a:stretch>
            <a:fillRect/>
          </a:stretch>
        </p:blipFill>
        <p:spPr>
          <a:xfrm>
            <a:off x="2111883" y="1702846"/>
            <a:ext cx="3755771" cy="3077442"/>
          </a:xfrm>
          <a:prstGeom prst="rect">
            <a:avLst/>
          </a:prstGeom>
        </p:spPr>
      </p:pic>
      <p:pic>
        <p:nvPicPr>
          <p:cNvPr id="12" name="Picture 11">
            <a:extLst>
              <a:ext uri="{FF2B5EF4-FFF2-40B4-BE49-F238E27FC236}">
                <a16:creationId xmlns:a16="http://schemas.microsoft.com/office/drawing/2014/main" id="{B93B693A-9D54-EB52-A14D-37BD48F8B7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41093" y="5675087"/>
            <a:ext cx="3755771" cy="3042911"/>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4864" y="624331"/>
            <a:ext cx="20999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Gesture</a:t>
            </a:r>
            <a:r>
              <a:rPr sz="1200" spc="-50" dirty="0">
                <a:latin typeface="Times New Roman"/>
                <a:cs typeface="Times New Roman"/>
              </a:rPr>
              <a:t> </a:t>
            </a:r>
            <a:r>
              <a:rPr sz="1200" dirty="0">
                <a:latin typeface="Times New Roman"/>
                <a:cs typeface="Times New Roman"/>
              </a:rPr>
              <a:t>Controlled</a:t>
            </a:r>
            <a:r>
              <a:rPr sz="1200" spc="-60" dirty="0">
                <a:latin typeface="Times New Roman"/>
                <a:cs typeface="Times New Roman"/>
              </a:rPr>
              <a:t> </a:t>
            </a: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Mouse</a:t>
            </a:r>
            <a:endParaRPr sz="1200">
              <a:latin typeface="Times New Roman"/>
              <a:cs typeface="Times New Roman"/>
            </a:endParaRPr>
          </a:p>
        </p:txBody>
      </p:sp>
      <p:sp>
        <p:nvSpPr>
          <p:cNvPr id="3" name="object 3"/>
          <p:cNvSpPr txBox="1"/>
          <p:nvPr/>
        </p:nvSpPr>
        <p:spPr>
          <a:xfrm>
            <a:off x="6389370" y="624331"/>
            <a:ext cx="64389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Snapshots</a:t>
            </a:r>
            <a:endParaRPr sz="1200">
              <a:latin typeface="Times New Roman"/>
              <a:cs typeface="Times New Roman"/>
            </a:endParaRPr>
          </a:p>
        </p:txBody>
      </p:sp>
      <p:sp>
        <p:nvSpPr>
          <p:cNvPr id="4" name="object 4"/>
          <p:cNvSpPr txBox="1"/>
          <p:nvPr/>
        </p:nvSpPr>
        <p:spPr>
          <a:xfrm>
            <a:off x="886764" y="9955783"/>
            <a:ext cx="12617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Dept.</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10" dirty="0">
                <a:latin typeface="Times New Roman"/>
                <a:cs typeface="Times New Roman"/>
              </a:rPr>
              <a:t>CSE,CBIT</a:t>
            </a:r>
            <a:endParaRPr sz="1200">
              <a:latin typeface="Times New Roman"/>
              <a:cs typeface="Times New Roman"/>
            </a:endParaRPr>
          </a:p>
        </p:txBody>
      </p:sp>
      <p:sp>
        <p:nvSpPr>
          <p:cNvPr id="5" name="object 5"/>
          <p:cNvSpPr txBox="1"/>
          <p:nvPr/>
        </p:nvSpPr>
        <p:spPr>
          <a:xfrm>
            <a:off x="3781171" y="9955783"/>
            <a:ext cx="177800" cy="197490"/>
          </a:xfrm>
          <a:prstGeom prst="rect">
            <a:avLst/>
          </a:prstGeom>
        </p:spPr>
        <p:txBody>
          <a:bodyPr vert="horz" wrap="square" lIns="0" tIns="12700" rIns="0" bIns="0" rtlCol="0">
            <a:spAutoFit/>
          </a:bodyPr>
          <a:lstStyle/>
          <a:p>
            <a:pPr marL="12700">
              <a:lnSpc>
                <a:spcPct val="100000"/>
              </a:lnSpc>
              <a:spcBef>
                <a:spcPts val="100"/>
              </a:spcBef>
            </a:pPr>
            <a:r>
              <a:rPr lang="en-US" sz="1200" spc="-25" dirty="0">
                <a:latin typeface="Times New Roman"/>
                <a:cs typeface="Times New Roman"/>
              </a:rPr>
              <a:t>41</a:t>
            </a:r>
            <a:endParaRPr sz="1200" dirty="0">
              <a:latin typeface="Times New Roman"/>
              <a:cs typeface="Times New Roman"/>
            </a:endParaRPr>
          </a:p>
        </p:txBody>
      </p:sp>
      <p:sp>
        <p:nvSpPr>
          <p:cNvPr id="6" name="object 6"/>
          <p:cNvSpPr txBox="1"/>
          <p:nvPr/>
        </p:nvSpPr>
        <p:spPr>
          <a:xfrm>
            <a:off x="6500621" y="9955783"/>
            <a:ext cx="533400"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imes New Roman"/>
                <a:cs typeface="Times New Roman"/>
              </a:rPr>
              <a:t>202</a:t>
            </a:r>
            <a:r>
              <a:rPr lang="en-US" sz="1200" spc="-10" dirty="0">
                <a:latin typeface="Times New Roman"/>
                <a:cs typeface="Times New Roman"/>
              </a:rPr>
              <a:t>5</a:t>
            </a:r>
            <a:r>
              <a:rPr sz="1200" spc="-10" dirty="0">
                <a:latin typeface="Times New Roman"/>
                <a:cs typeface="Times New Roman"/>
              </a:rPr>
              <a:t>-</a:t>
            </a:r>
            <a:r>
              <a:rPr sz="1200" spc="-25" dirty="0">
                <a:latin typeface="Times New Roman"/>
                <a:cs typeface="Times New Roman"/>
              </a:rPr>
              <a:t>2</a:t>
            </a:r>
            <a:r>
              <a:rPr lang="en-US" sz="1200" spc="-25" dirty="0">
                <a:latin typeface="Times New Roman"/>
                <a:cs typeface="Times New Roman"/>
              </a:rPr>
              <a:t>6</a:t>
            </a:r>
            <a:endParaRPr sz="1200" dirty="0">
              <a:latin typeface="Times New Roman"/>
              <a:cs typeface="Times New Roman"/>
            </a:endParaRPr>
          </a:p>
        </p:txBody>
      </p:sp>
      <p:sp>
        <p:nvSpPr>
          <p:cNvPr id="7" name="object 7"/>
          <p:cNvSpPr/>
          <p:nvPr/>
        </p:nvSpPr>
        <p:spPr>
          <a:xfrm>
            <a:off x="908050" y="9906024"/>
            <a:ext cx="6172835" cy="45085"/>
          </a:xfrm>
          <a:custGeom>
            <a:avLst/>
            <a:gdLst/>
            <a:ahLst/>
            <a:cxnLst/>
            <a:rect l="l" t="t" r="r" b="b"/>
            <a:pathLst>
              <a:path w="6172834" h="45084">
                <a:moveTo>
                  <a:pt x="6163437" y="0"/>
                </a:moveTo>
                <a:lnTo>
                  <a:pt x="0" y="0"/>
                </a:lnTo>
                <a:lnTo>
                  <a:pt x="0" y="6464"/>
                </a:lnTo>
                <a:lnTo>
                  <a:pt x="6163437" y="6464"/>
                </a:lnTo>
                <a:lnTo>
                  <a:pt x="6163437" y="0"/>
                </a:lnTo>
                <a:close/>
              </a:path>
              <a:path w="6172834" h="45084">
                <a:moveTo>
                  <a:pt x="6172212" y="21958"/>
                </a:moveTo>
                <a:lnTo>
                  <a:pt x="6108" y="21958"/>
                </a:lnTo>
                <a:lnTo>
                  <a:pt x="6108" y="45072"/>
                </a:lnTo>
                <a:lnTo>
                  <a:pt x="6172212" y="45072"/>
                </a:lnTo>
                <a:lnTo>
                  <a:pt x="6172212" y="21958"/>
                </a:lnTo>
                <a:close/>
              </a:path>
            </a:pathLst>
          </a:custGeom>
          <a:solidFill>
            <a:srgbClr val="823909"/>
          </a:solidFill>
        </p:spPr>
        <p:txBody>
          <a:bodyPr wrap="square" lIns="0" tIns="0" rIns="0" bIns="0" rtlCol="0"/>
          <a:lstStyle/>
          <a:p>
            <a:endParaRPr/>
          </a:p>
        </p:txBody>
      </p:sp>
      <p:sp>
        <p:nvSpPr>
          <p:cNvPr id="11" name="object 11"/>
          <p:cNvSpPr txBox="1"/>
          <p:nvPr/>
        </p:nvSpPr>
        <p:spPr>
          <a:xfrm>
            <a:off x="1188516" y="3614474"/>
            <a:ext cx="5541010" cy="513026"/>
          </a:xfrm>
          <a:prstGeom prst="rect">
            <a:avLst/>
          </a:prstGeom>
        </p:spPr>
        <p:txBody>
          <a:bodyPr vert="horz" wrap="square" lIns="0" tIns="93345" rIns="0" bIns="0" rtlCol="0">
            <a:spAutoFit/>
          </a:bodyPr>
          <a:lstStyle/>
          <a:p>
            <a:pPr marL="635" algn="ctr">
              <a:lnSpc>
                <a:spcPct val="100000"/>
              </a:lnSpc>
              <a:spcBef>
                <a:spcPts val="735"/>
              </a:spcBef>
            </a:pPr>
            <a:r>
              <a:rPr sz="1200" b="1" dirty="0">
                <a:latin typeface="Times New Roman"/>
                <a:cs typeface="Times New Roman"/>
              </a:rPr>
              <a:t>Figure</a:t>
            </a:r>
            <a:r>
              <a:rPr sz="1200" b="1" spc="-35" dirty="0">
                <a:latin typeface="Times New Roman"/>
                <a:cs typeface="Times New Roman"/>
              </a:rPr>
              <a:t> </a:t>
            </a:r>
            <a:r>
              <a:rPr sz="1200" b="1" dirty="0">
                <a:latin typeface="Times New Roman"/>
                <a:cs typeface="Times New Roman"/>
              </a:rPr>
              <a:t>B3:</a:t>
            </a:r>
            <a:r>
              <a:rPr sz="1200" b="1" spc="-55" dirty="0">
                <a:latin typeface="Times New Roman"/>
                <a:cs typeface="Times New Roman"/>
              </a:rPr>
              <a:t> </a:t>
            </a:r>
            <a:r>
              <a:rPr lang="en-US" sz="1200" b="1" spc="-20" dirty="0">
                <a:latin typeface="Times New Roman"/>
                <a:cs typeface="Times New Roman"/>
              </a:rPr>
              <a:t>Double click using hand gesture.</a:t>
            </a:r>
            <a:endParaRPr sz="1200" dirty="0">
              <a:latin typeface="Times New Roman"/>
              <a:cs typeface="Times New Roman"/>
            </a:endParaRPr>
          </a:p>
          <a:p>
            <a:pPr marL="12065" marR="5080" algn="ctr">
              <a:lnSpc>
                <a:spcPct val="143300"/>
              </a:lnSpc>
              <a:spcBef>
                <a:spcPts val="10"/>
              </a:spcBef>
            </a:pP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above</a:t>
            </a:r>
            <a:r>
              <a:rPr sz="1200" spc="-25" dirty="0">
                <a:latin typeface="Times New Roman"/>
                <a:cs typeface="Times New Roman"/>
              </a:rPr>
              <a:t> </a:t>
            </a:r>
            <a:r>
              <a:rPr sz="1200" dirty="0">
                <a:latin typeface="Times New Roman"/>
                <a:cs typeface="Times New Roman"/>
              </a:rPr>
              <a:t>Figure</a:t>
            </a:r>
            <a:r>
              <a:rPr sz="1200" spc="-25" dirty="0">
                <a:latin typeface="Times New Roman"/>
                <a:cs typeface="Times New Roman"/>
              </a:rPr>
              <a:t> </a:t>
            </a:r>
            <a:r>
              <a:rPr sz="1200" dirty="0">
                <a:latin typeface="Times New Roman"/>
                <a:cs typeface="Times New Roman"/>
              </a:rPr>
              <a:t>B3</a:t>
            </a:r>
            <a:r>
              <a:rPr sz="1200" spc="-20"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Gesture</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hand</a:t>
            </a:r>
            <a:r>
              <a:rPr lang="en-US" sz="1200" dirty="0">
                <a:latin typeface="Times New Roman"/>
                <a:cs typeface="Times New Roman"/>
              </a:rPr>
              <a:t> of  double click.</a:t>
            </a:r>
            <a:endParaRPr sz="1200" dirty="0">
              <a:latin typeface="Times New Roman"/>
              <a:cs typeface="Times New Roman"/>
            </a:endParaRPr>
          </a:p>
        </p:txBody>
      </p:sp>
      <p:sp>
        <p:nvSpPr>
          <p:cNvPr id="12" name="object 12"/>
          <p:cNvSpPr txBox="1"/>
          <p:nvPr/>
        </p:nvSpPr>
        <p:spPr>
          <a:xfrm>
            <a:off x="1153464" y="7446264"/>
            <a:ext cx="5612765" cy="528478"/>
          </a:xfrm>
          <a:prstGeom prst="rect">
            <a:avLst/>
          </a:prstGeom>
        </p:spPr>
        <p:txBody>
          <a:bodyPr vert="horz" wrap="square" lIns="0" tIns="92075" rIns="0" bIns="0" rtlCol="0">
            <a:spAutoFit/>
          </a:bodyPr>
          <a:lstStyle/>
          <a:p>
            <a:pPr algn="ctr">
              <a:lnSpc>
                <a:spcPct val="100000"/>
              </a:lnSpc>
              <a:spcBef>
                <a:spcPts val="725"/>
              </a:spcBef>
            </a:pPr>
            <a:r>
              <a:rPr sz="1200" b="1" dirty="0">
                <a:latin typeface="Times New Roman"/>
                <a:cs typeface="Times New Roman"/>
              </a:rPr>
              <a:t>Figure</a:t>
            </a:r>
            <a:r>
              <a:rPr sz="1200" b="1" spc="-30" dirty="0">
                <a:latin typeface="Times New Roman"/>
                <a:cs typeface="Times New Roman"/>
              </a:rPr>
              <a:t> </a:t>
            </a:r>
            <a:r>
              <a:rPr sz="1200" b="1" dirty="0">
                <a:latin typeface="Times New Roman"/>
                <a:cs typeface="Times New Roman"/>
              </a:rPr>
              <a:t>B4:</a:t>
            </a:r>
            <a:r>
              <a:rPr sz="1200" b="1" spc="-50" dirty="0">
                <a:latin typeface="Times New Roman"/>
                <a:cs typeface="Times New Roman"/>
              </a:rPr>
              <a:t> </a:t>
            </a:r>
            <a:r>
              <a:rPr lang="en-US" sz="1200" b="1" spc="-20" dirty="0">
                <a:latin typeface="Times New Roman"/>
                <a:cs typeface="Times New Roman"/>
              </a:rPr>
              <a:t>Screenshot using hand gesture</a:t>
            </a:r>
            <a:endParaRPr sz="1200" dirty="0">
              <a:latin typeface="Times New Roman"/>
              <a:cs typeface="Times New Roman"/>
            </a:endParaRPr>
          </a:p>
          <a:p>
            <a:pPr marL="12065" marR="5080" algn="ctr">
              <a:lnSpc>
                <a:spcPts val="2080"/>
              </a:lnSpc>
              <a:spcBef>
                <a:spcPts val="85"/>
              </a:spcBef>
            </a:pP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above</a:t>
            </a:r>
            <a:r>
              <a:rPr sz="1200" spc="-25" dirty="0">
                <a:latin typeface="Times New Roman"/>
                <a:cs typeface="Times New Roman"/>
              </a:rPr>
              <a:t> </a:t>
            </a:r>
            <a:r>
              <a:rPr sz="1200" dirty="0">
                <a:latin typeface="Times New Roman"/>
                <a:cs typeface="Times New Roman"/>
              </a:rPr>
              <a:t>Figure</a:t>
            </a:r>
            <a:r>
              <a:rPr sz="1200" spc="-30" dirty="0">
                <a:latin typeface="Times New Roman"/>
                <a:cs typeface="Times New Roman"/>
              </a:rPr>
              <a:t> </a:t>
            </a:r>
            <a:r>
              <a:rPr sz="1200" dirty="0">
                <a:latin typeface="Times New Roman"/>
                <a:cs typeface="Times New Roman"/>
              </a:rPr>
              <a:t>B4</a:t>
            </a:r>
            <a:r>
              <a:rPr sz="1200" spc="-20" dirty="0">
                <a:latin typeface="Times New Roman"/>
                <a:cs typeface="Times New Roman"/>
              </a:rPr>
              <a:t> </a:t>
            </a:r>
            <a:r>
              <a:rPr sz="1200" dirty="0">
                <a:latin typeface="Times New Roman"/>
                <a:cs typeface="Times New Roman"/>
              </a:rPr>
              <a:t>shows</a:t>
            </a:r>
            <a:r>
              <a:rPr lang="en-US" sz="1200" dirty="0">
                <a:latin typeface="Times New Roman"/>
                <a:cs typeface="Times New Roman"/>
              </a:rPr>
              <a:t> taking a screenshot using </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gesture</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hand</a:t>
            </a:r>
            <a:r>
              <a:rPr lang="en-US" sz="1200" dirty="0">
                <a:latin typeface="Times New Roman"/>
                <a:cs typeface="Times New Roman"/>
              </a:rPr>
              <a:t>.</a:t>
            </a:r>
            <a:endParaRPr sz="1200" dirty="0">
              <a:latin typeface="Times New Roman"/>
              <a:cs typeface="Times New Roman"/>
            </a:endParaRPr>
          </a:p>
        </p:txBody>
      </p:sp>
      <p:pic>
        <p:nvPicPr>
          <p:cNvPr id="8" name="Picture 7">
            <a:extLst>
              <a:ext uri="{FF2B5EF4-FFF2-40B4-BE49-F238E27FC236}">
                <a16:creationId xmlns:a16="http://schemas.microsoft.com/office/drawing/2014/main" id="{4057D2F0-5097-F939-F247-F02619F00416}"/>
              </a:ext>
            </a:extLst>
          </p:cNvPr>
          <p:cNvPicPr>
            <a:picLocks noChangeAspect="1"/>
          </p:cNvPicPr>
          <p:nvPr/>
        </p:nvPicPr>
        <p:blipFill>
          <a:blip r:embed="rId2"/>
          <a:stretch>
            <a:fillRect/>
          </a:stretch>
        </p:blipFill>
        <p:spPr>
          <a:xfrm>
            <a:off x="2112996" y="1126308"/>
            <a:ext cx="3124200" cy="2468118"/>
          </a:xfrm>
          <a:prstGeom prst="rect">
            <a:avLst/>
          </a:prstGeom>
        </p:spPr>
      </p:pic>
      <p:pic>
        <p:nvPicPr>
          <p:cNvPr id="10" name="Picture 9">
            <a:extLst>
              <a:ext uri="{FF2B5EF4-FFF2-40B4-BE49-F238E27FC236}">
                <a16:creationId xmlns:a16="http://schemas.microsoft.com/office/drawing/2014/main" id="{29939BC1-4E73-E291-91C4-15508A3FD0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6150" y="4753437"/>
            <a:ext cx="3124200" cy="2577465"/>
          </a:xfrm>
          <a:prstGeom prst="rect">
            <a:avLst/>
          </a:prstGeom>
        </p:spPr>
      </p:pic>
      <p:sp>
        <p:nvSpPr>
          <p:cNvPr id="13" name="object 5">
            <a:extLst>
              <a:ext uri="{FF2B5EF4-FFF2-40B4-BE49-F238E27FC236}">
                <a16:creationId xmlns:a16="http://schemas.microsoft.com/office/drawing/2014/main" id="{91640545-6B1C-9767-2855-A20045708A69}"/>
              </a:ext>
            </a:extLst>
          </p:cNvPr>
          <p:cNvSpPr/>
          <p:nvPr/>
        </p:nvSpPr>
        <p:spPr>
          <a:xfrm>
            <a:off x="920750" y="831862"/>
            <a:ext cx="6108700" cy="45085"/>
          </a:xfrm>
          <a:custGeom>
            <a:avLst/>
            <a:gdLst/>
            <a:ahLst/>
            <a:cxnLst/>
            <a:rect l="l" t="t" r="r" b="b"/>
            <a:pathLst>
              <a:path w="6108700" h="45084">
                <a:moveTo>
                  <a:pt x="6100051" y="0"/>
                </a:moveTo>
                <a:lnTo>
                  <a:pt x="0" y="0"/>
                </a:lnTo>
                <a:lnTo>
                  <a:pt x="0" y="6464"/>
                </a:lnTo>
                <a:lnTo>
                  <a:pt x="6100051" y="6464"/>
                </a:lnTo>
                <a:lnTo>
                  <a:pt x="6100051" y="0"/>
                </a:lnTo>
                <a:close/>
              </a:path>
              <a:path w="6108700" h="45084">
                <a:moveTo>
                  <a:pt x="6108649" y="21958"/>
                </a:moveTo>
                <a:lnTo>
                  <a:pt x="6045" y="21958"/>
                </a:lnTo>
                <a:lnTo>
                  <a:pt x="6045" y="45072"/>
                </a:lnTo>
                <a:lnTo>
                  <a:pt x="6108649" y="45072"/>
                </a:lnTo>
                <a:lnTo>
                  <a:pt x="6108649" y="21958"/>
                </a:lnTo>
                <a:close/>
              </a:path>
            </a:pathLst>
          </a:custGeom>
          <a:solidFill>
            <a:srgbClr val="823909"/>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851</TotalTime>
  <Words>12832</Words>
  <Application>Microsoft Office PowerPoint</Application>
  <PresentationFormat>Custom</PresentationFormat>
  <Paragraphs>921</Paragraphs>
  <Slides>50</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 MT</vt:lpstr>
      <vt:lpstr>Calibri</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harsha</dc:creator>
  <cp:lastModifiedBy>HARSHA SK</cp:lastModifiedBy>
  <cp:revision>16</cp:revision>
  <dcterms:created xsi:type="dcterms:W3CDTF">2025-11-29T05:07:04Z</dcterms:created>
  <dcterms:modified xsi:type="dcterms:W3CDTF">2025-12-14T07:17:25Z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2024-08-09T00:00:00Z</vt:filetime>
  </property>
  <property fmtid="{D5CDD505-2E9C-101B-9397-08002B2CF9AE}" pid="3" name="Creator">
    <vt:lpwstr>Microsoft® Word 2021</vt:lpwstr>
  </property>
  <property fmtid="{D5CDD505-2E9C-101B-9397-08002B2CF9AE}" pid="4" name="LastSaved">
    <vt:filetime>2025-11-29T00:00:00Z</vt:filetime>
  </property>
  <property fmtid="{D5CDD505-2E9C-101B-9397-08002B2CF9AE}" pid="5" name="Producer">
    <vt:lpwstr>Microsoft® Word 2021</vt:lpwstr>
  </property>
</Properties>
</file>